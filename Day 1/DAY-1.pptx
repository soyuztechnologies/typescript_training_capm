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3.xml" ContentType="application/vnd.openxmlformats-officedocument.theme+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1" r:id="rId2"/>
    <p:sldMasterId id="2147483709" r:id="rId3"/>
    <p:sldMasterId id="2147483741" r:id="rId4"/>
  </p:sldMasterIdLst>
  <p:notesMasterIdLst>
    <p:notesMasterId r:id="rId29"/>
  </p:notesMasterIdLst>
  <p:sldIdLst>
    <p:sldId id="256" r:id="rId5"/>
    <p:sldId id="402" r:id="rId6"/>
    <p:sldId id="423" r:id="rId7"/>
    <p:sldId id="405" r:id="rId8"/>
    <p:sldId id="258" r:id="rId9"/>
    <p:sldId id="259" r:id="rId10"/>
    <p:sldId id="293" r:id="rId11"/>
    <p:sldId id="294" r:id="rId12"/>
    <p:sldId id="297" r:id="rId13"/>
    <p:sldId id="298" r:id="rId14"/>
    <p:sldId id="299" r:id="rId15"/>
    <p:sldId id="300" r:id="rId16"/>
    <p:sldId id="301" r:id="rId17"/>
    <p:sldId id="295" r:id="rId18"/>
    <p:sldId id="424" r:id="rId19"/>
    <p:sldId id="425" r:id="rId20"/>
    <p:sldId id="426" r:id="rId21"/>
    <p:sldId id="427" r:id="rId22"/>
    <p:sldId id="428" r:id="rId23"/>
    <p:sldId id="429" r:id="rId24"/>
    <p:sldId id="430" r:id="rId25"/>
    <p:sldId id="406" r:id="rId26"/>
    <p:sldId id="407" r:id="rId27"/>
    <p:sldId id="409" r:id="rId28"/>
  </p:sldIdLst>
  <p:sldSz cx="12188825" cy="6858000"/>
  <p:notesSz cx="6858000" cy="9144000"/>
  <p:embeddedFontLst>
    <p:embeddedFont>
      <p:font typeface="Arial Black" panose="020B0A04020102020204" pitchFamily="34" charset="0"/>
      <p:regular r:id="rId30"/>
      <p:bold r:id="rId31"/>
    </p:embeddedFont>
    <p:embeddedFont>
      <p:font typeface="Cambria" panose="02040503050406030204" pitchFamily="18" charset="0"/>
      <p:regular r:id="rId32"/>
      <p:bold r:id="rId33"/>
      <p:italic r:id="rId34"/>
      <p:boldItalic r:id="rId35"/>
    </p:embeddedFont>
    <p:embeddedFont>
      <p:font typeface="Cascadia Code" panose="020B0609020000020004" pitchFamily="49" charset="0"/>
      <p:regular r:id="rId36"/>
      <p:bold r:id="rId37"/>
      <p:italic r:id="rId38"/>
      <p:boldItalic r:id="rId39"/>
    </p:embeddedFont>
    <p:embeddedFont>
      <p:font typeface="Consolas" panose="020B0609020204030204" pitchFamily="49" charset="0"/>
      <p:regular r:id="rId40"/>
      <p:bold r:id="rId41"/>
      <p:italic r:id="rId42"/>
      <p:boldItalic r:id="rId43"/>
    </p:embeddedFont>
    <p:embeddedFont>
      <p:font typeface="Cooper Black" panose="0208090404030B020404" pitchFamily="18" charset="0"/>
      <p:regular r:id="rId44"/>
    </p:embeddedFont>
    <p:embeddedFont>
      <p:font typeface="Corben" panose="020B0604020202020204" charset="0"/>
      <p:bold r:id="rId45"/>
    </p:embeddedFont>
    <p:embeddedFont>
      <p:font typeface="Gill Sans" panose="020B0604020202020204" charset="0"/>
      <p:regular r:id="rId46"/>
      <p:bold r:id="rId47"/>
    </p:embeddedFont>
    <p:embeddedFont>
      <p:font typeface="Open Sans" panose="020B0606030504020204" pitchFamily="34" charset="0"/>
      <p:regular r:id="rId48"/>
      <p:bold r:id="rId49"/>
      <p:italic r:id="rId50"/>
      <p:boldItalic r:id="rId51"/>
    </p:embeddedFont>
    <p:embeddedFont>
      <p:font typeface="Quattrocento Sans" panose="020B0502050000020003" pitchFamily="34" charset="0"/>
      <p:regular r:id="rId52"/>
      <p:bold r:id="rId53"/>
      <p:italic r:id="rId54"/>
      <p:boldItalic r:id="rId55"/>
    </p:embeddedFont>
    <p:embeddedFont>
      <p:font typeface="Segoe UI" panose="020B0502040204020203" pitchFamily="34" charset="0"/>
      <p:regular r:id="rId56"/>
      <p:bold r:id="rId57"/>
      <p:italic r:id="rId58"/>
      <p:boldItalic r:id="rId59"/>
    </p:embeddedFont>
    <p:embeddedFont>
      <p:font typeface="Segoe UI Light" panose="020B0502040204020203" pitchFamily="34" charset="0"/>
      <p:regular r:id="rId60"/>
      <p:italic r:id="rId6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03" roundtripDataSignature="AMtx7mjDuvg+AJ5SXhqS019oXJCQRER+/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83E6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288" y="80"/>
      </p:cViewPr>
      <p:guideLst>
        <p:guide orient="horz" pos="2160"/>
        <p:guide pos="3839"/>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font" Target="fonts/font5.fntdata"/><Relationship Id="rId42" Type="http://schemas.openxmlformats.org/officeDocument/2006/relationships/font" Target="fonts/font13.fntdata"/><Relationship Id="rId47" Type="http://schemas.openxmlformats.org/officeDocument/2006/relationships/font" Target="fonts/font18.fntdata"/><Relationship Id="rId50" Type="http://schemas.openxmlformats.org/officeDocument/2006/relationships/font" Target="fonts/font21.fntdata"/><Relationship Id="rId55" Type="http://schemas.openxmlformats.org/officeDocument/2006/relationships/font" Target="fonts/font26.fntdata"/><Relationship Id="rId7" Type="http://schemas.openxmlformats.org/officeDocument/2006/relationships/slide" Target="slides/slide3.xml"/><Relationship Id="rId20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notesMaster" Target="notesMasters/notesMaster1.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font" Target="fonts/font11.fntdata"/><Relationship Id="rId45" Type="http://schemas.openxmlformats.org/officeDocument/2006/relationships/font" Target="fonts/font16.fntdata"/><Relationship Id="rId53" Type="http://schemas.openxmlformats.org/officeDocument/2006/relationships/font" Target="fonts/font24.fntdata"/><Relationship Id="rId58" Type="http://schemas.openxmlformats.org/officeDocument/2006/relationships/font" Target="fonts/font29.fntdata"/><Relationship Id="rId5" Type="http://schemas.openxmlformats.org/officeDocument/2006/relationships/slide" Target="slides/slide1.xml"/><Relationship Id="rId61" Type="http://schemas.openxmlformats.org/officeDocument/2006/relationships/font" Target="fonts/font32.fntdata"/><Relationship Id="rId203" Type="http://customschemas.google.com/relationships/presentationmetadata" Target="metadata"/><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font" Target="fonts/font1.fntdata"/><Relationship Id="rId35" Type="http://schemas.openxmlformats.org/officeDocument/2006/relationships/font" Target="fonts/font6.fntdata"/><Relationship Id="rId43" Type="http://schemas.openxmlformats.org/officeDocument/2006/relationships/font" Target="fonts/font14.fntdata"/><Relationship Id="rId48" Type="http://schemas.openxmlformats.org/officeDocument/2006/relationships/font" Target="fonts/font19.fntdata"/><Relationship Id="rId56" Type="http://schemas.openxmlformats.org/officeDocument/2006/relationships/font" Target="fonts/font27.fntdata"/><Relationship Id="rId8" Type="http://schemas.openxmlformats.org/officeDocument/2006/relationships/slide" Target="slides/slide4.xml"/><Relationship Id="rId51" Type="http://schemas.openxmlformats.org/officeDocument/2006/relationships/font" Target="fonts/font22.fntdata"/><Relationship Id="rId206"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4.fntdata"/><Relationship Id="rId38" Type="http://schemas.openxmlformats.org/officeDocument/2006/relationships/font" Target="fonts/font9.fntdata"/><Relationship Id="rId46" Type="http://schemas.openxmlformats.org/officeDocument/2006/relationships/font" Target="fonts/font17.fntdata"/><Relationship Id="rId59" Type="http://schemas.openxmlformats.org/officeDocument/2006/relationships/font" Target="fonts/font30.fntdata"/><Relationship Id="rId20" Type="http://schemas.openxmlformats.org/officeDocument/2006/relationships/slide" Target="slides/slide16.xml"/><Relationship Id="rId41" Type="http://schemas.openxmlformats.org/officeDocument/2006/relationships/font" Target="fonts/font12.fntdata"/><Relationship Id="rId54" Type="http://schemas.openxmlformats.org/officeDocument/2006/relationships/font" Target="fonts/font25.fntdata"/><Relationship Id="rId1" Type="http://schemas.openxmlformats.org/officeDocument/2006/relationships/slideMaster" Target="slideMasters/slideMaster1.xml"/><Relationship Id="rId6" Type="http://schemas.openxmlformats.org/officeDocument/2006/relationships/slide" Target="slides/slide2.xml"/><Relationship Id="rId204" Type="http://schemas.openxmlformats.org/officeDocument/2006/relationships/presProps" Target="presProps.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7.fntdata"/><Relationship Id="rId49" Type="http://schemas.openxmlformats.org/officeDocument/2006/relationships/font" Target="fonts/font20.fntdata"/><Relationship Id="rId57" Type="http://schemas.openxmlformats.org/officeDocument/2006/relationships/font" Target="fonts/font28.fntdata"/><Relationship Id="rId10" Type="http://schemas.openxmlformats.org/officeDocument/2006/relationships/slide" Target="slides/slide6.xml"/><Relationship Id="rId31" Type="http://schemas.openxmlformats.org/officeDocument/2006/relationships/font" Target="fonts/font2.fntdata"/><Relationship Id="rId44" Type="http://schemas.openxmlformats.org/officeDocument/2006/relationships/font" Target="fonts/font15.fntdata"/><Relationship Id="rId52" Type="http://schemas.openxmlformats.org/officeDocument/2006/relationships/font" Target="fonts/font23.fntdata"/><Relationship Id="rId60" Type="http://schemas.openxmlformats.org/officeDocument/2006/relationships/font" Target="fonts/font31.fntdata"/><Relationship Id="rId4" Type="http://schemas.openxmlformats.org/officeDocument/2006/relationships/slideMaster" Target="slideMasters/slideMaster4.xml"/><Relationship Id="rId9" Type="http://schemas.openxmlformats.org/officeDocument/2006/relationships/slide" Target="slides/slide5.xml"/><Relationship Id="rId207" Type="http://schemas.openxmlformats.org/officeDocument/2006/relationships/tableStyles" Target="tableStyles.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3" name="Google Shape;493;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4" name="Google Shape;494;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
        <p:cNvGrpSpPr/>
        <p:nvPr/>
      </p:nvGrpSpPr>
      <p:grpSpPr>
        <a:xfrm>
          <a:off x="0" y="0"/>
          <a:ext cx="0" cy="0"/>
          <a:chOff x="0" y="0"/>
          <a:chExt cx="0" cy="0"/>
        </a:xfrm>
      </p:grpSpPr>
      <p:sp>
        <p:nvSpPr>
          <p:cNvPr id="503" name="Google Shape;503;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4" name="Google Shape;50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479084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4"/>
        <p:cNvGrpSpPr/>
        <p:nvPr/>
      </p:nvGrpSpPr>
      <p:grpSpPr>
        <a:xfrm>
          <a:off x="0" y="0"/>
          <a:ext cx="0" cy="0"/>
          <a:chOff x="0" y="0"/>
          <a:chExt cx="0" cy="0"/>
        </a:xfrm>
      </p:grpSpPr>
      <p:sp>
        <p:nvSpPr>
          <p:cNvPr id="555" name="Google Shape;555;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56" name="Google Shape;556;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7" name="Google Shape;557;p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2"/>
        <p:cNvGrpSpPr/>
        <p:nvPr/>
      </p:nvGrpSpPr>
      <p:grpSpPr>
        <a:xfrm>
          <a:off x="0" y="0"/>
          <a:ext cx="0" cy="0"/>
          <a:chOff x="0" y="0"/>
          <a:chExt cx="0" cy="0"/>
        </a:xfrm>
      </p:grpSpPr>
      <p:sp>
        <p:nvSpPr>
          <p:cNvPr id="573" name="Google Shape;573;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4" name="Google Shape;57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66B8D726-D0BC-B240-A677-46F99704B74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218987"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538230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5"/>
        <p:cNvGrpSpPr/>
        <p:nvPr/>
      </p:nvGrpSpPr>
      <p:grpSpPr>
        <a:xfrm>
          <a:off x="0" y="0"/>
          <a:ext cx="0" cy="0"/>
          <a:chOff x="0" y="0"/>
          <a:chExt cx="0" cy="0"/>
        </a:xfrm>
      </p:grpSpPr>
      <p:sp>
        <p:nvSpPr>
          <p:cNvPr id="16" name="Google Shape;16;p146"/>
          <p:cNvSpPr/>
          <p:nvPr/>
        </p:nvSpPr>
        <p:spPr>
          <a:xfrm flipH="1">
            <a:off x="-2" y="3058359"/>
            <a:ext cx="7462565" cy="3799641"/>
          </a:xfrm>
          <a:custGeom>
            <a:avLst/>
            <a:gdLst/>
            <a:ahLst/>
            <a:cxnLst/>
            <a:rect l="l" t="t" r="r" b="b"/>
            <a:pathLst>
              <a:path w="12188831" h="5733256" extrusionOk="0">
                <a:moveTo>
                  <a:pt x="12188831" y="0"/>
                </a:moveTo>
                <a:lnTo>
                  <a:pt x="12188831" y="5733256"/>
                </a:lnTo>
                <a:lnTo>
                  <a:pt x="10983154" y="5733256"/>
                </a:lnTo>
                <a:lnTo>
                  <a:pt x="10983152" y="5733255"/>
                </a:lnTo>
                <a:lnTo>
                  <a:pt x="0" y="5733255"/>
                </a:lnTo>
                <a:lnTo>
                  <a:pt x="0" y="3901689"/>
                </a:lnTo>
                <a:lnTo>
                  <a:pt x="116738" y="3818114"/>
                </a:lnTo>
                <a:cubicBezTo>
                  <a:pt x="956202" y="3277659"/>
                  <a:pt x="1857795" y="3898914"/>
                  <a:pt x="3353729" y="5019020"/>
                </a:cubicBezTo>
                <a:cubicBezTo>
                  <a:pt x="5767244" y="6817560"/>
                  <a:pt x="6911508" y="2885526"/>
                  <a:pt x="10993000" y="491571"/>
                </a:cubicBezTo>
                <a:lnTo>
                  <a:pt x="11125235" y="417447"/>
                </a:lnTo>
                <a:lnTo>
                  <a:pt x="11145184" y="404008"/>
                </a:lnTo>
                <a:cubicBezTo>
                  <a:pt x="11220887" y="357537"/>
                  <a:pt x="11298685" y="314203"/>
                  <a:pt x="11378400" y="274182"/>
                </a:cubicBezTo>
                <a:lnTo>
                  <a:pt x="11390552" y="268723"/>
                </a:lnTo>
                <a:lnTo>
                  <a:pt x="11397294" y="264943"/>
                </a:lnTo>
                <a:lnTo>
                  <a:pt x="11495015" y="216024"/>
                </a:lnTo>
                <a:lnTo>
                  <a:pt x="11495015" y="221793"/>
                </a:lnTo>
                <a:lnTo>
                  <a:pt x="11623123" y="164241"/>
                </a:lnTo>
                <a:cubicBezTo>
                  <a:pt x="11789872" y="97813"/>
                  <a:pt x="11963585" y="45356"/>
                  <a:pt x="12142851" y="8296"/>
                </a:cubicBezTo>
                <a:close/>
              </a:path>
            </a:pathLst>
          </a:custGeom>
          <a:solidFill>
            <a:srgbClr val="C7E6B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17" name="Google Shape;17;p146"/>
          <p:cNvSpPr/>
          <p:nvPr/>
        </p:nvSpPr>
        <p:spPr>
          <a:xfrm>
            <a:off x="-6" y="1124744"/>
            <a:ext cx="12188831" cy="5733256"/>
          </a:xfrm>
          <a:custGeom>
            <a:avLst/>
            <a:gdLst/>
            <a:ahLst/>
            <a:cxnLst/>
            <a:rect l="l" t="t" r="r" b="b"/>
            <a:pathLst>
              <a:path w="12188831" h="5733256" extrusionOk="0">
                <a:moveTo>
                  <a:pt x="12188831" y="0"/>
                </a:moveTo>
                <a:lnTo>
                  <a:pt x="12188831" y="5733256"/>
                </a:lnTo>
                <a:lnTo>
                  <a:pt x="10983154" y="5733256"/>
                </a:lnTo>
                <a:lnTo>
                  <a:pt x="10983152" y="5733255"/>
                </a:lnTo>
                <a:lnTo>
                  <a:pt x="0" y="5733255"/>
                </a:lnTo>
                <a:lnTo>
                  <a:pt x="0" y="3901689"/>
                </a:lnTo>
                <a:lnTo>
                  <a:pt x="116738" y="3818114"/>
                </a:lnTo>
                <a:cubicBezTo>
                  <a:pt x="956202" y="3277659"/>
                  <a:pt x="1857795" y="3898914"/>
                  <a:pt x="3353729" y="5019020"/>
                </a:cubicBezTo>
                <a:cubicBezTo>
                  <a:pt x="5767244" y="6817560"/>
                  <a:pt x="6911508" y="2885526"/>
                  <a:pt x="10993000" y="491571"/>
                </a:cubicBezTo>
                <a:lnTo>
                  <a:pt x="11125235" y="417447"/>
                </a:lnTo>
                <a:lnTo>
                  <a:pt x="11145184" y="404008"/>
                </a:lnTo>
                <a:cubicBezTo>
                  <a:pt x="11220887" y="357537"/>
                  <a:pt x="11298685" y="314203"/>
                  <a:pt x="11378400" y="274182"/>
                </a:cubicBezTo>
                <a:lnTo>
                  <a:pt x="11390552" y="268723"/>
                </a:lnTo>
                <a:lnTo>
                  <a:pt x="11397294" y="264943"/>
                </a:lnTo>
                <a:lnTo>
                  <a:pt x="11495015" y="216024"/>
                </a:lnTo>
                <a:lnTo>
                  <a:pt x="11495015" y="221793"/>
                </a:lnTo>
                <a:lnTo>
                  <a:pt x="11623123" y="164241"/>
                </a:lnTo>
                <a:cubicBezTo>
                  <a:pt x="11789872" y="97813"/>
                  <a:pt x="11963585" y="45356"/>
                  <a:pt x="12142851" y="8296"/>
                </a:cubicBezTo>
                <a:close/>
              </a:path>
            </a:pathLst>
          </a:custGeom>
          <a:solidFill>
            <a:srgbClr val="ABD98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18" name="Google Shape;18;p146"/>
          <p:cNvSpPr/>
          <p:nvPr/>
        </p:nvSpPr>
        <p:spPr>
          <a:xfrm flipH="1">
            <a:off x="-2" y="1995614"/>
            <a:ext cx="12188827" cy="4862387"/>
          </a:xfrm>
          <a:custGeom>
            <a:avLst/>
            <a:gdLst/>
            <a:ahLst/>
            <a:cxnLst/>
            <a:rect l="l" t="t" r="r" b="b"/>
            <a:pathLst>
              <a:path w="12188827" h="4862387" extrusionOk="0">
                <a:moveTo>
                  <a:pt x="0" y="0"/>
                </a:moveTo>
                <a:lnTo>
                  <a:pt x="0" y="4862387"/>
                </a:lnTo>
                <a:lnTo>
                  <a:pt x="12188827" y="4862387"/>
                </a:lnTo>
                <a:lnTo>
                  <a:pt x="12188827" y="3248211"/>
                </a:lnTo>
                <a:lnTo>
                  <a:pt x="12065043" y="3174555"/>
                </a:lnTo>
                <a:cubicBezTo>
                  <a:pt x="11174911" y="2698247"/>
                  <a:pt x="10218900" y="3245765"/>
                  <a:pt x="8632675" y="4232925"/>
                </a:cubicBezTo>
                <a:cubicBezTo>
                  <a:pt x="5990931" y="5869126"/>
                  <a:pt x="4783278" y="2123831"/>
                  <a:pt x="103619" y="43113"/>
                </a:cubicBezTo>
                <a:close/>
              </a:path>
            </a:pathLst>
          </a:custGeom>
          <a:gradFill>
            <a:gsLst>
              <a:gs pos="0">
                <a:schemeClr val="accent1"/>
              </a:gs>
              <a:gs pos="100000">
                <a:schemeClr val="accent3"/>
              </a:gs>
            </a:gsLst>
            <a:lin ang="24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b="0" i="0" u="none" strike="noStrike" cap="none">
              <a:solidFill>
                <a:schemeClr val="dk1"/>
              </a:solidFill>
              <a:latin typeface="Quattrocento Sans"/>
              <a:ea typeface="Quattrocento Sans"/>
              <a:cs typeface="Quattrocento Sans"/>
              <a:sym typeface="Quattrocento Sans"/>
            </a:endParaRPr>
          </a:p>
        </p:txBody>
      </p:sp>
      <p:sp>
        <p:nvSpPr>
          <p:cNvPr id="19" name="Google Shape;19;p146"/>
          <p:cNvSpPr txBox="1">
            <a:spLocks noGrp="1"/>
          </p:cNvSpPr>
          <p:nvPr>
            <p:ph type="ctrTitle"/>
          </p:nvPr>
        </p:nvSpPr>
        <p:spPr>
          <a:xfrm>
            <a:off x="914162" y="1257197"/>
            <a:ext cx="6548402" cy="1470025"/>
          </a:xfrm>
          <a:prstGeom prst="rect">
            <a:avLst/>
          </a:prstGeom>
          <a:noFill/>
          <a:ln>
            <a:noFill/>
          </a:ln>
        </p:spPr>
        <p:txBody>
          <a:bodyPr spcFirstLastPara="1" wrap="square" lIns="0" tIns="60925" rIns="0" bIns="60925" anchor="ctr" anchorCtr="0">
            <a:noAutofit/>
          </a:bodyPr>
          <a:lstStyle>
            <a:lvl1pPr lvl="0" algn="l">
              <a:lnSpc>
                <a:spcPct val="90000"/>
              </a:lnSpc>
              <a:spcBef>
                <a:spcPts val="0"/>
              </a:spcBef>
              <a:spcAft>
                <a:spcPts val="0"/>
              </a:spcAft>
              <a:buClr>
                <a:schemeClr val="accent1"/>
              </a:buClr>
              <a:buSzPts val="4800"/>
              <a:buFont typeface="Quattrocento Sans"/>
              <a:buNone/>
              <a:defRPr sz="48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146"/>
          <p:cNvSpPr txBox="1">
            <a:spLocks noGrp="1"/>
          </p:cNvSpPr>
          <p:nvPr>
            <p:ph type="subTitle" idx="1"/>
          </p:nvPr>
        </p:nvSpPr>
        <p:spPr>
          <a:xfrm>
            <a:off x="914163" y="2765323"/>
            <a:ext cx="6980449" cy="612775"/>
          </a:xfrm>
          <a:prstGeom prst="rect">
            <a:avLst/>
          </a:prstGeom>
          <a:noFill/>
          <a:ln>
            <a:noFill/>
          </a:ln>
        </p:spPr>
        <p:txBody>
          <a:bodyPr spcFirstLastPara="1" wrap="square" lIns="0" tIns="60925" rIns="0" bIns="60925" anchor="t" anchorCtr="0">
            <a:noAutofit/>
          </a:bodyPr>
          <a:lstStyle>
            <a:lvl1pPr lvl="0" algn="l">
              <a:spcBef>
                <a:spcPts val="560"/>
              </a:spcBef>
              <a:spcAft>
                <a:spcPts val="0"/>
              </a:spcAft>
              <a:buClr>
                <a:srgbClr val="7F7F7F"/>
              </a:buClr>
              <a:buSzPts val="2800"/>
              <a:buNone/>
              <a:defRPr sz="2800">
                <a:solidFill>
                  <a:srgbClr val="7F7F7F"/>
                </a:solidFill>
              </a:defRPr>
            </a:lvl1pPr>
            <a:lvl2pPr lvl="1" algn="ctr">
              <a:spcBef>
                <a:spcPts val="640"/>
              </a:spcBef>
              <a:spcAft>
                <a:spcPts val="0"/>
              </a:spcAft>
              <a:buClr>
                <a:srgbClr val="918E8D"/>
              </a:buClr>
              <a:buSzPts val="3200"/>
              <a:buNone/>
              <a:defRPr>
                <a:solidFill>
                  <a:srgbClr val="918E8D"/>
                </a:solidFill>
              </a:defRPr>
            </a:lvl2pPr>
            <a:lvl3pPr lvl="2" algn="ctr">
              <a:spcBef>
                <a:spcPts val="480"/>
              </a:spcBef>
              <a:spcAft>
                <a:spcPts val="0"/>
              </a:spcAft>
              <a:buClr>
                <a:srgbClr val="918E8D"/>
              </a:buClr>
              <a:buSzPts val="2400"/>
              <a:buNone/>
              <a:defRPr>
                <a:solidFill>
                  <a:srgbClr val="918E8D"/>
                </a:solidFill>
              </a:defRPr>
            </a:lvl3pPr>
            <a:lvl4pPr lvl="3" algn="ctr">
              <a:spcBef>
                <a:spcPts val="400"/>
              </a:spcBef>
              <a:spcAft>
                <a:spcPts val="0"/>
              </a:spcAft>
              <a:buClr>
                <a:srgbClr val="918E8D"/>
              </a:buClr>
              <a:buSzPts val="2000"/>
              <a:buNone/>
              <a:defRPr>
                <a:solidFill>
                  <a:srgbClr val="918E8D"/>
                </a:solidFill>
              </a:defRPr>
            </a:lvl4pPr>
            <a:lvl5pPr lvl="4" algn="ctr">
              <a:spcBef>
                <a:spcPts val="400"/>
              </a:spcBef>
              <a:spcAft>
                <a:spcPts val="0"/>
              </a:spcAft>
              <a:buClr>
                <a:srgbClr val="918E8D"/>
              </a:buClr>
              <a:buSzPts val="2000"/>
              <a:buNone/>
              <a:defRPr>
                <a:solidFill>
                  <a:srgbClr val="918E8D"/>
                </a:solidFill>
              </a:defRPr>
            </a:lvl5pPr>
            <a:lvl6pPr lvl="5" algn="ctr">
              <a:spcBef>
                <a:spcPts val="540"/>
              </a:spcBef>
              <a:spcAft>
                <a:spcPts val="0"/>
              </a:spcAft>
              <a:buClr>
                <a:srgbClr val="918E8D"/>
              </a:buClr>
              <a:buSzPts val="2700"/>
              <a:buNone/>
              <a:defRPr>
                <a:solidFill>
                  <a:srgbClr val="918E8D"/>
                </a:solidFill>
              </a:defRPr>
            </a:lvl6pPr>
            <a:lvl7pPr lvl="6" algn="ctr">
              <a:spcBef>
                <a:spcPts val="540"/>
              </a:spcBef>
              <a:spcAft>
                <a:spcPts val="0"/>
              </a:spcAft>
              <a:buClr>
                <a:srgbClr val="918E8D"/>
              </a:buClr>
              <a:buSzPts val="2700"/>
              <a:buNone/>
              <a:defRPr>
                <a:solidFill>
                  <a:srgbClr val="918E8D"/>
                </a:solidFill>
              </a:defRPr>
            </a:lvl7pPr>
            <a:lvl8pPr lvl="7" algn="ctr">
              <a:spcBef>
                <a:spcPts val="540"/>
              </a:spcBef>
              <a:spcAft>
                <a:spcPts val="0"/>
              </a:spcAft>
              <a:buClr>
                <a:srgbClr val="918E8D"/>
              </a:buClr>
              <a:buSzPts val="2700"/>
              <a:buNone/>
              <a:defRPr>
                <a:solidFill>
                  <a:srgbClr val="918E8D"/>
                </a:solidFill>
              </a:defRPr>
            </a:lvl8pPr>
            <a:lvl9pPr lvl="8" algn="ctr">
              <a:spcBef>
                <a:spcPts val="540"/>
              </a:spcBef>
              <a:spcAft>
                <a:spcPts val="0"/>
              </a:spcAft>
              <a:buClr>
                <a:srgbClr val="918E8D"/>
              </a:buClr>
              <a:buSzPts val="2700"/>
              <a:buNone/>
              <a:defRPr>
                <a:solidFill>
                  <a:srgbClr val="918E8D"/>
                </a:solidFill>
              </a:defRPr>
            </a:lvl9pPr>
          </a:lstStyle>
          <a:p>
            <a:endParaRPr/>
          </a:p>
        </p:txBody>
      </p:sp>
      <p:sp>
        <p:nvSpPr>
          <p:cNvPr id="21" name="Google Shape;21;p146"/>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46"/>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146"/>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4" name="Google Shape;24;p146"/>
          <p:cNvSpPr txBox="1">
            <a:spLocks noGrp="1"/>
          </p:cNvSpPr>
          <p:nvPr>
            <p:ph type="body" idx="2"/>
          </p:nvPr>
        </p:nvSpPr>
        <p:spPr>
          <a:xfrm>
            <a:off x="7462563" y="5085184"/>
            <a:ext cx="4141693" cy="1156343"/>
          </a:xfrm>
          <a:prstGeom prst="rect">
            <a:avLst/>
          </a:prstGeom>
          <a:noFill/>
          <a:ln>
            <a:noFill/>
          </a:ln>
        </p:spPr>
        <p:txBody>
          <a:bodyPr spcFirstLastPara="1" wrap="square" lIns="0" tIns="60925" rIns="0" bIns="60925" anchor="b" anchorCtr="0">
            <a:noAutofit/>
          </a:bodyPr>
          <a:lstStyle>
            <a:lvl1pPr marL="457200" lvl="0" indent="-228600" algn="r">
              <a:spcBef>
                <a:spcPts val="400"/>
              </a:spcBef>
              <a:spcAft>
                <a:spcPts val="0"/>
              </a:spcAft>
              <a:buClr>
                <a:schemeClr val="lt1"/>
              </a:buClr>
              <a:buSzPts val="2000"/>
              <a:buNone/>
              <a:defRPr sz="2000">
                <a:solidFill>
                  <a:schemeClr val="lt1"/>
                </a:solidFill>
              </a:defRPr>
            </a:lvl1pPr>
            <a:lvl2pPr marL="914400" lvl="1" indent="-228600" algn="l">
              <a:spcBef>
                <a:spcPts val="320"/>
              </a:spcBef>
              <a:spcAft>
                <a:spcPts val="0"/>
              </a:spcAft>
              <a:buClr>
                <a:schemeClr val="dk1"/>
              </a:buClr>
              <a:buSzPts val="1600"/>
              <a:buNone/>
              <a:defRPr sz="1600"/>
            </a:lvl2pPr>
            <a:lvl3pPr marL="1371600" lvl="2" indent="-228600" algn="l">
              <a:spcBef>
                <a:spcPts val="320"/>
              </a:spcBef>
              <a:spcAft>
                <a:spcPts val="0"/>
              </a:spcAft>
              <a:buClr>
                <a:schemeClr val="dk1"/>
              </a:buClr>
              <a:buSzPts val="1600"/>
              <a:buNone/>
              <a:defRPr sz="1600"/>
            </a:lvl3pPr>
            <a:lvl4pPr marL="1828800" lvl="3" indent="-228600" algn="l">
              <a:spcBef>
                <a:spcPts val="320"/>
              </a:spcBef>
              <a:spcAft>
                <a:spcPts val="0"/>
              </a:spcAft>
              <a:buClr>
                <a:schemeClr val="dk1"/>
              </a:buClr>
              <a:buSzPts val="1600"/>
              <a:buNone/>
              <a:defRPr sz="1600"/>
            </a:lvl4pPr>
            <a:lvl5pPr marL="2286000" lvl="4" indent="-228600" algn="l">
              <a:spcBef>
                <a:spcPts val="320"/>
              </a:spcBef>
              <a:spcAft>
                <a:spcPts val="0"/>
              </a:spcAft>
              <a:buClr>
                <a:schemeClr val="dk1"/>
              </a:buClr>
              <a:buSzPts val="1600"/>
              <a:buNone/>
              <a:defRPr sz="16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5" name="Google Shape;25;p146"/>
          <p:cNvSpPr/>
          <p:nvPr/>
        </p:nvSpPr>
        <p:spPr>
          <a:xfrm>
            <a:off x="0" y="0"/>
            <a:ext cx="1125860" cy="1052736"/>
          </a:xfrm>
          <a:custGeom>
            <a:avLst/>
            <a:gdLst/>
            <a:ahLst/>
            <a:cxnLst/>
            <a:rect l="l" t="t" r="r" b="b"/>
            <a:pathLst>
              <a:path w="1125860" h="1052736" extrusionOk="0">
                <a:moveTo>
                  <a:pt x="0" y="0"/>
                </a:moveTo>
                <a:lnTo>
                  <a:pt x="1078411" y="0"/>
                </a:lnTo>
                <a:lnTo>
                  <a:pt x="1109768" y="101015"/>
                </a:lnTo>
                <a:cubicBezTo>
                  <a:pt x="1120319" y="152578"/>
                  <a:pt x="1125860" y="205966"/>
                  <a:pt x="1125860" y="260648"/>
                </a:cubicBezTo>
                <a:cubicBezTo>
                  <a:pt x="1125860" y="698106"/>
                  <a:pt x="771230" y="1052736"/>
                  <a:pt x="333772" y="1052736"/>
                </a:cubicBezTo>
                <a:cubicBezTo>
                  <a:pt x="224408" y="1052736"/>
                  <a:pt x="120220" y="1030572"/>
                  <a:pt x="25456" y="990490"/>
                </a:cubicBezTo>
                <a:lnTo>
                  <a:pt x="0" y="976673"/>
                </a:lnTo>
                <a:close/>
              </a:path>
            </a:pathLst>
          </a:cu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6" name="Google Shape;26;p146"/>
          <p:cNvSpPr/>
          <p:nvPr/>
        </p:nvSpPr>
        <p:spPr>
          <a:xfrm>
            <a:off x="1413892" y="398372"/>
            <a:ext cx="472244" cy="472244"/>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7" name="Google Shape;27;p146"/>
          <p:cNvSpPr/>
          <p:nvPr/>
        </p:nvSpPr>
        <p:spPr>
          <a:xfrm>
            <a:off x="9367155" y="1301823"/>
            <a:ext cx="1406894" cy="1406894"/>
          </a:xfrm>
          <a:prstGeom prst="ellipse">
            <a:avLst/>
          </a:prstGeom>
          <a:solidFill>
            <a:srgbClr val="ACD98C"/>
          </a:solidFill>
          <a:ln w="1016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8" name="Google Shape;28;p146"/>
          <p:cNvSpPr/>
          <p:nvPr/>
        </p:nvSpPr>
        <p:spPr>
          <a:xfrm>
            <a:off x="10532246" y="729678"/>
            <a:ext cx="483606" cy="483606"/>
          </a:xfrm>
          <a:prstGeom prst="ellipse">
            <a:avLst/>
          </a:prstGeom>
          <a:solidFill>
            <a:srgbClr val="C7E6B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Title Only">
  <p:cSld name="1_Title Only">
    <p:spTree>
      <p:nvGrpSpPr>
        <p:cNvPr id="1" name="Shape 29"/>
        <p:cNvGrpSpPr/>
        <p:nvPr/>
      </p:nvGrpSpPr>
      <p:grpSpPr>
        <a:xfrm>
          <a:off x="0" y="0"/>
          <a:ext cx="0" cy="0"/>
          <a:chOff x="0" y="0"/>
          <a:chExt cx="0" cy="0"/>
        </a:xfrm>
      </p:grpSpPr>
      <p:sp>
        <p:nvSpPr>
          <p:cNvPr id="30" name="Google Shape;30;p147"/>
          <p:cNvSpPr/>
          <p:nvPr/>
        </p:nvSpPr>
        <p:spPr>
          <a:xfrm>
            <a:off x="-2889" y="0"/>
            <a:ext cx="5373429" cy="6858001"/>
          </a:xfrm>
          <a:custGeom>
            <a:avLst/>
            <a:gdLst/>
            <a:ahLst/>
            <a:cxnLst/>
            <a:rect l="l" t="t" r="r" b="b"/>
            <a:pathLst>
              <a:path w="5373429" h="6858001" extrusionOk="0">
                <a:moveTo>
                  <a:pt x="0" y="0"/>
                </a:moveTo>
                <a:lnTo>
                  <a:pt x="3009869" y="0"/>
                </a:lnTo>
                <a:lnTo>
                  <a:pt x="3067925" y="33382"/>
                </a:lnTo>
                <a:cubicBezTo>
                  <a:pt x="4450129" y="873229"/>
                  <a:pt x="5373429" y="2393122"/>
                  <a:pt x="5373429" y="4128662"/>
                </a:cubicBezTo>
                <a:cubicBezTo>
                  <a:pt x="5373429" y="5120400"/>
                  <a:pt x="5071943" y="6041721"/>
                  <a:pt x="4555623" y="6805976"/>
                </a:cubicBezTo>
                <a:lnTo>
                  <a:pt x="4518627" y="6858001"/>
                </a:lnTo>
                <a:lnTo>
                  <a:pt x="0" y="6858001"/>
                </a:lnTo>
                <a:close/>
              </a:path>
            </a:pathLst>
          </a:custGeom>
          <a:gradFill>
            <a:gsLst>
              <a:gs pos="0">
                <a:schemeClr val="accent1"/>
              </a:gs>
              <a:gs pos="100000">
                <a:schemeClr val="accent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31" name="Google Shape;31;p147"/>
          <p:cNvSpPr/>
          <p:nvPr/>
        </p:nvSpPr>
        <p:spPr>
          <a:xfrm>
            <a:off x="1" y="0"/>
            <a:ext cx="4749901" cy="6858000"/>
          </a:xfrm>
          <a:custGeom>
            <a:avLst/>
            <a:gdLst/>
            <a:ahLst/>
            <a:cxnLst/>
            <a:rect l="l" t="t" r="r" b="b"/>
            <a:pathLst>
              <a:path w="4749901" h="6858000" extrusionOk="0">
                <a:moveTo>
                  <a:pt x="0" y="0"/>
                </a:moveTo>
                <a:lnTo>
                  <a:pt x="2930208" y="0"/>
                </a:lnTo>
                <a:lnTo>
                  <a:pt x="3243158" y="234020"/>
                </a:lnTo>
                <a:cubicBezTo>
                  <a:pt x="4163364" y="993441"/>
                  <a:pt x="4749901" y="2142724"/>
                  <a:pt x="4749901" y="3429000"/>
                </a:cubicBezTo>
                <a:cubicBezTo>
                  <a:pt x="4749901" y="4715276"/>
                  <a:pt x="4163364" y="5864559"/>
                  <a:pt x="3243158" y="6623981"/>
                </a:cubicBezTo>
                <a:lnTo>
                  <a:pt x="2930208" y="6858000"/>
                </a:lnTo>
                <a:lnTo>
                  <a:pt x="0" y="6858000"/>
                </a:lnTo>
                <a:close/>
              </a:path>
            </a:pathLst>
          </a:custGeom>
          <a:gradFill>
            <a:gsLst>
              <a:gs pos="0">
                <a:schemeClr val="accent1"/>
              </a:gs>
              <a:gs pos="100000">
                <a:srgbClr val="243769">
                  <a:alpha val="0"/>
                </a:srgbClr>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32" name="Google Shape;32;p147"/>
          <p:cNvSpPr txBox="1">
            <a:spLocks noGrp="1"/>
          </p:cNvSpPr>
          <p:nvPr>
            <p:ph type="title"/>
          </p:nvPr>
        </p:nvSpPr>
        <p:spPr>
          <a:xfrm>
            <a:off x="582007" y="1700808"/>
            <a:ext cx="4432285" cy="1900971"/>
          </a:xfrm>
          <a:prstGeom prst="rect">
            <a:avLst/>
          </a:prstGeom>
          <a:noFill/>
          <a:ln>
            <a:noFill/>
          </a:ln>
        </p:spPr>
        <p:txBody>
          <a:bodyPr spcFirstLastPara="1" wrap="square" lIns="0" tIns="60925" rIns="0" bIns="60925" anchor="b" anchorCtr="0">
            <a:noAutofit/>
          </a:bodyPr>
          <a:lstStyle>
            <a:lvl1pPr lvl="0" algn="l">
              <a:spcBef>
                <a:spcPts val="0"/>
              </a:spcBef>
              <a:spcAft>
                <a:spcPts val="0"/>
              </a:spcAft>
              <a:buClr>
                <a:schemeClr val="lt1"/>
              </a:buClr>
              <a:buSzPts val="4400"/>
              <a:buFont typeface="Quattrocento Sans"/>
              <a:buNone/>
              <a:defRPr sz="4400" b="1">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147"/>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147"/>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147"/>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36" name="Google Shape;36;p147"/>
          <p:cNvSpPr txBox="1">
            <a:spLocks noGrp="1"/>
          </p:cNvSpPr>
          <p:nvPr>
            <p:ph type="body" idx="1"/>
          </p:nvPr>
        </p:nvSpPr>
        <p:spPr>
          <a:xfrm>
            <a:off x="582613" y="3602206"/>
            <a:ext cx="3279775" cy="1900237"/>
          </a:xfrm>
          <a:prstGeom prst="rect">
            <a:avLst/>
          </a:prstGeom>
          <a:noFill/>
          <a:ln>
            <a:noFill/>
          </a:ln>
        </p:spPr>
        <p:txBody>
          <a:bodyPr spcFirstLastPara="1" wrap="square" lIns="0" tIns="60925" rIns="0" bIns="60925" anchor="t" anchorCtr="0">
            <a:normAutofit/>
          </a:bodyPr>
          <a:lstStyle>
            <a:lvl1pPr marL="457200" lvl="0" indent="-228600" algn="l">
              <a:spcBef>
                <a:spcPts val="320"/>
              </a:spcBef>
              <a:spcAft>
                <a:spcPts val="0"/>
              </a:spcAft>
              <a:buClr>
                <a:schemeClr val="lt1"/>
              </a:buClr>
              <a:buSzPts val="1600"/>
              <a:buNone/>
              <a:defRPr sz="1600">
                <a:solidFill>
                  <a:schemeClr val="lt1"/>
                </a:solidFill>
              </a:defRPr>
            </a:lvl1pPr>
            <a:lvl2pPr marL="914400" lvl="1" indent="-228600" algn="l">
              <a:spcBef>
                <a:spcPts val="320"/>
              </a:spcBef>
              <a:spcAft>
                <a:spcPts val="0"/>
              </a:spcAft>
              <a:buClr>
                <a:schemeClr val="lt1"/>
              </a:buClr>
              <a:buSzPts val="1600"/>
              <a:buNone/>
              <a:defRPr sz="1600">
                <a:solidFill>
                  <a:schemeClr val="lt1"/>
                </a:solidFill>
              </a:defRPr>
            </a:lvl2pPr>
            <a:lvl3pPr marL="1371600" lvl="2" indent="-228600" algn="l">
              <a:spcBef>
                <a:spcPts val="320"/>
              </a:spcBef>
              <a:spcAft>
                <a:spcPts val="0"/>
              </a:spcAft>
              <a:buClr>
                <a:schemeClr val="lt1"/>
              </a:buClr>
              <a:buSzPts val="1600"/>
              <a:buNone/>
              <a:defRPr sz="1600">
                <a:solidFill>
                  <a:schemeClr val="lt1"/>
                </a:solidFill>
              </a:defRPr>
            </a:lvl3pPr>
            <a:lvl4pPr marL="1828800" lvl="3" indent="-228600" algn="l">
              <a:spcBef>
                <a:spcPts val="320"/>
              </a:spcBef>
              <a:spcAft>
                <a:spcPts val="0"/>
              </a:spcAft>
              <a:buClr>
                <a:schemeClr val="lt1"/>
              </a:buClr>
              <a:buSzPts val="1600"/>
              <a:buNone/>
              <a:defRPr sz="1600">
                <a:solidFill>
                  <a:schemeClr val="lt1"/>
                </a:solidFill>
              </a:defRPr>
            </a:lvl4pPr>
            <a:lvl5pPr marL="2286000" lvl="4" indent="-228600" algn="l">
              <a:spcBef>
                <a:spcPts val="320"/>
              </a:spcBef>
              <a:spcAft>
                <a:spcPts val="0"/>
              </a:spcAft>
              <a:buClr>
                <a:schemeClr val="lt1"/>
              </a:buClr>
              <a:buSzPts val="1600"/>
              <a:buNone/>
              <a:defRPr sz="1600">
                <a:solidFill>
                  <a:schemeClr val="lt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5_Title Only">
  <p:cSld name="5_Title Only">
    <p:spTree>
      <p:nvGrpSpPr>
        <p:cNvPr id="1" name="Shape 37"/>
        <p:cNvGrpSpPr/>
        <p:nvPr/>
      </p:nvGrpSpPr>
      <p:grpSpPr>
        <a:xfrm>
          <a:off x="0" y="0"/>
          <a:ext cx="0" cy="0"/>
          <a:chOff x="0" y="0"/>
          <a:chExt cx="0" cy="0"/>
        </a:xfrm>
      </p:grpSpPr>
      <p:sp>
        <p:nvSpPr>
          <p:cNvPr id="38" name="Google Shape;38;p148"/>
          <p:cNvSpPr/>
          <p:nvPr/>
        </p:nvSpPr>
        <p:spPr>
          <a:xfrm>
            <a:off x="0" y="0"/>
            <a:ext cx="4619558" cy="6858000"/>
          </a:xfrm>
          <a:prstGeom prst="rect">
            <a:avLst/>
          </a:prstGeom>
          <a:gradFill>
            <a:gsLst>
              <a:gs pos="0">
                <a:schemeClr val="accent1"/>
              </a:gs>
              <a:gs pos="100000">
                <a:srgbClr val="ACD98C"/>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39" name="Google Shape;39;p148"/>
          <p:cNvSpPr/>
          <p:nvPr/>
        </p:nvSpPr>
        <p:spPr>
          <a:xfrm rot="1478791">
            <a:off x="659862" y="-879949"/>
            <a:ext cx="4884899" cy="6963279"/>
          </a:xfrm>
          <a:custGeom>
            <a:avLst/>
            <a:gdLst/>
            <a:ahLst/>
            <a:cxnLst/>
            <a:rect l="l" t="t" r="r" b="b"/>
            <a:pathLst>
              <a:path w="4884899" h="6963279" extrusionOk="0">
                <a:moveTo>
                  <a:pt x="203954" y="1646235"/>
                </a:moveTo>
                <a:lnTo>
                  <a:pt x="3791945" y="0"/>
                </a:lnTo>
                <a:lnTo>
                  <a:pt x="3856353" y="65510"/>
                </a:lnTo>
                <a:cubicBezTo>
                  <a:pt x="4478833" y="754104"/>
                  <a:pt x="4884899" y="1885242"/>
                  <a:pt x="4884899" y="3163913"/>
                </a:cubicBezTo>
                <a:cubicBezTo>
                  <a:pt x="4884899" y="5262245"/>
                  <a:pt x="3791377" y="6963279"/>
                  <a:pt x="2442450" y="6963279"/>
                </a:cubicBezTo>
                <a:cubicBezTo>
                  <a:pt x="1093522" y="6963279"/>
                  <a:pt x="0" y="5262245"/>
                  <a:pt x="0" y="3163913"/>
                </a:cubicBezTo>
                <a:cubicBezTo>
                  <a:pt x="0" y="2639331"/>
                  <a:pt x="68346" y="2139579"/>
                  <a:pt x="191941" y="1685029"/>
                </a:cubicBezTo>
                <a:close/>
              </a:path>
            </a:pathLst>
          </a:custGeom>
          <a:gradFill>
            <a:gsLst>
              <a:gs pos="0">
                <a:schemeClr val="accent3"/>
              </a:gs>
              <a:gs pos="100000">
                <a:schemeClr val="accent1"/>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40" name="Google Shape;40;p148"/>
          <p:cNvSpPr/>
          <p:nvPr/>
        </p:nvSpPr>
        <p:spPr>
          <a:xfrm rot="2150186">
            <a:off x="1041565" y="-955093"/>
            <a:ext cx="4536504" cy="6965899"/>
          </a:xfrm>
          <a:custGeom>
            <a:avLst/>
            <a:gdLst/>
            <a:ahLst/>
            <a:cxnLst/>
            <a:rect l="l" t="t" r="r" b="b"/>
            <a:pathLst>
              <a:path w="4536504" h="6965899" extrusionOk="0">
                <a:moveTo>
                  <a:pt x="254007" y="1819471"/>
                </a:moveTo>
                <a:lnTo>
                  <a:pt x="2773388" y="0"/>
                </a:lnTo>
                <a:lnTo>
                  <a:pt x="2942761" y="67744"/>
                </a:lnTo>
                <a:cubicBezTo>
                  <a:pt x="3866095" y="514480"/>
                  <a:pt x="4536504" y="1854207"/>
                  <a:pt x="4536504" y="3437507"/>
                </a:cubicBezTo>
                <a:cubicBezTo>
                  <a:pt x="4536504" y="5386184"/>
                  <a:pt x="3520973" y="6965899"/>
                  <a:pt x="2268252" y="6965899"/>
                </a:cubicBezTo>
                <a:cubicBezTo>
                  <a:pt x="1015531" y="6965899"/>
                  <a:pt x="0" y="5386184"/>
                  <a:pt x="0" y="3437507"/>
                </a:cubicBezTo>
                <a:cubicBezTo>
                  <a:pt x="0" y="2950338"/>
                  <a:pt x="63471" y="2486229"/>
                  <a:pt x="178251" y="2064098"/>
                </a:cubicBezTo>
                <a:close/>
              </a:path>
            </a:pathLst>
          </a:custGeom>
          <a:gradFill>
            <a:gsLst>
              <a:gs pos="0">
                <a:schemeClr val="accent3"/>
              </a:gs>
              <a:gs pos="100000">
                <a:schemeClr val="accent1"/>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41" name="Google Shape;41;p148"/>
          <p:cNvSpPr/>
          <p:nvPr/>
        </p:nvSpPr>
        <p:spPr>
          <a:xfrm>
            <a:off x="516501" y="0"/>
            <a:ext cx="8834816" cy="6858000"/>
          </a:xfrm>
          <a:custGeom>
            <a:avLst/>
            <a:gdLst/>
            <a:ahLst/>
            <a:cxnLst/>
            <a:rect l="l" t="t" r="r" b="b"/>
            <a:pathLst>
              <a:path w="8834816" h="6858000" extrusionOk="0">
                <a:moveTo>
                  <a:pt x="3199584" y="0"/>
                </a:moveTo>
                <a:lnTo>
                  <a:pt x="5635232" y="0"/>
                </a:lnTo>
                <a:lnTo>
                  <a:pt x="5731010" y="27198"/>
                </a:lnTo>
                <a:cubicBezTo>
                  <a:pt x="7529198" y="586493"/>
                  <a:pt x="8834816" y="2263779"/>
                  <a:pt x="8834816" y="4246008"/>
                </a:cubicBezTo>
                <a:cubicBezTo>
                  <a:pt x="8834816" y="5160884"/>
                  <a:pt x="8556697" y="6010801"/>
                  <a:pt x="8080391" y="6715824"/>
                </a:cubicBezTo>
                <a:lnTo>
                  <a:pt x="7974075" y="6858000"/>
                </a:lnTo>
                <a:lnTo>
                  <a:pt x="860743" y="6858000"/>
                </a:lnTo>
                <a:lnTo>
                  <a:pt x="754425" y="6715824"/>
                </a:lnTo>
                <a:cubicBezTo>
                  <a:pt x="278121" y="6010801"/>
                  <a:pt x="0" y="5160884"/>
                  <a:pt x="0" y="4246008"/>
                </a:cubicBezTo>
                <a:cubicBezTo>
                  <a:pt x="0" y="2263779"/>
                  <a:pt x="1305618" y="586493"/>
                  <a:pt x="3103806" y="2719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42" name="Google Shape;42;p148"/>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148"/>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148"/>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45" name="Google Shape;45;p148"/>
          <p:cNvSpPr txBox="1">
            <a:spLocks noGrp="1"/>
          </p:cNvSpPr>
          <p:nvPr>
            <p:ph type="title"/>
          </p:nvPr>
        </p:nvSpPr>
        <p:spPr>
          <a:xfrm>
            <a:off x="7534572" y="332656"/>
            <a:ext cx="4044812" cy="19302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accent1"/>
              </a:buClr>
              <a:buSzPts val="3600"/>
              <a:buFont typeface="Quattrocento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4_Title Only">
  <p:cSld name="4_Title Only">
    <p:spTree>
      <p:nvGrpSpPr>
        <p:cNvPr id="1" name="Shape 46"/>
        <p:cNvGrpSpPr/>
        <p:nvPr/>
      </p:nvGrpSpPr>
      <p:grpSpPr>
        <a:xfrm>
          <a:off x="0" y="0"/>
          <a:ext cx="0" cy="0"/>
          <a:chOff x="0" y="0"/>
          <a:chExt cx="0" cy="0"/>
        </a:xfrm>
      </p:grpSpPr>
      <p:sp>
        <p:nvSpPr>
          <p:cNvPr id="47" name="Google Shape;47;p149"/>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49"/>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149"/>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50" name="Google Shape;50;p149"/>
          <p:cNvSpPr txBox="1">
            <a:spLocks noGrp="1"/>
          </p:cNvSpPr>
          <p:nvPr>
            <p:ph type="title"/>
          </p:nvPr>
        </p:nvSpPr>
        <p:spPr>
          <a:xfrm>
            <a:off x="609441" y="476672"/>
            <a:ext cx="10969943" cy="711081"/>
          </a:xfrm>
          <a:prstGeom prst="rect">
            <a:avLst/>
          </a:prstGeom>
          <a:noFill/>
          <a:ln>
            <a:noFill/>
          </a:ln>
        </p:spPr>
        <p:txBody>
          <a:bodyPr spcFirstLastPara="1" wrap="square" lIns="0" tIns="60925" rIns="0" bIns="60925" anchor="t" anchorCtr="0">
            <a:noAutofit/>
          </a:bodyPr>
          <a:lstStyle>
            <a:lvl1pPr lvl="0" algn="l">
              <a:spcBef>
                <a:spcPts val="0"/>
              </a:spcBef>
              <a:spcAft>
                <a:spcPts val="0"/>
              </a:spcAft>
              <a:buClr>
                <a:schemeClr val="accent1"/>
              </a:buClr>
              <a:buSzPts val="3600"/>
              <a:buFont typeface="Quattrocento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149"/>
          <p:cNvSpPr txBox="1">
            <a:spLocks noGrp="1"/>
          </p:cNvSpPr>
          <p:nvPr>
            <p:ph type="body" idx="1"/>
          </p:nvPr>
        </p:nvSpPr>
        <p:spPr>
          <a:xfrm>
            <a:off x="609600" y="188913"/>
            <a:ext cx="5700713" cy="360362"/>
          </a:xfrm>
          <a:prstGeom prst="rect">
            <a:avLst/>
          </a:prstGeom>
          <a:noFill/>
          <a:ln>
            <a:noFill/>
          </a:ln>
        </p:spPr>
        <p:txBody>
          <a:bodyPr spcFirstLastPara="1" wrap="square" lIns="0" tIns="60925" rIns="0" bIns="60925" anchor="t" anchorCtr="0">
            <a:noAutofit/>
          </a:bodyPr>
          <a:lstStyle>
            <a:lvl1pPr marL="457200" lvl="0" indent="-228600" algn="l">
              <a:spcBef>
                <a:spcPts val="400"/>
              </a:spcBef>
              <a:spcAft>
                <a:spcPts val="0"/>
              </a:spcAft>
              <a:buClr>
                <a:schemeClr val="dk1"/>
              </a:buClr>
              <a:buSzPts val="2000"/>
              <a:buNone/>
              <a:defRPr sz="2000"/>
            </a:lvl1pPr>
            <a:lvl2pPr marL="914400" lvl="1" indent="-228600" algn="l">
              <a:spcBef>
                <a:spcPts val="400"/>
              </a:spcBef>
              <a:spcAft>
                <a:spcPts val="0"/>
              </a:spcAft>
              <a:buClr>
                <a:schemeClr val="dk1"/>
              </a:buClr>
              <a:buSzPts val="2000"/>
              <a:buNone/>
              <a:defRPr sz="2000"/>
            </a:lvl2pPr>
            <a:lvl3pPr marL="1371600" lvl="2" indent="-228600" algn="l">
              <a:spcBef>
                <a:spcPts val="400"/>
              </a:spcBef>
              <a:spcAft>
                <a:spcPts val="0"/>
              </a:spcAft>
              <a:buClr>
                <a:schemeClr val="dk1"/>
              </a:buClr>
              <a:buSzPts val="2000"/>
              <a:buNone/>
              <a:defRPr sz="2000"/>
            </a:lvl3pPr>
            <a:lvl4pPr marL="1828800" lvl="3" indent="-228600" algn="l">
              <a:spcBef>
                <a:spcPts val="400"/>
              </a:spcBef>
              <a:spcAft>
                <a:spcPts val="0"/>
              </a:spcAft>
              <a:buClr>
                <a:schemeClr val="dk1"/>
              </a:buClr>
              <a:buSzPts val="2000"/>
              <a:buNone/>
              <a:defRPr sz="2000"/>
            </a:lvl4pPr>
            <a:lvl5pPr marL="2286000" lvl="4" indent="-228600" algn="l">
              <a:spcBef>
                <a:spcPts val="400"/>
              </a:spcBef>
              <a:spcAft>
                <a:spcPts val="0"/>
              </a:spcAft>
              <a:buClr>
                <a:schemeClr val="dk1"/>
              </a:buClr>
              <a:buSzPts val="2000"/>
              <a:buNone/>
              <a:defRPr sz="20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61"/>
        <p:cNvGrpSpPr/>
        <p:nvPr/>
      </p:nvGrpSpPr>
      <p:grpSpPr>
        <a:xfrm>
          <a:off x="0" y="0"/>
          <a:ext cx="0" cy="0"/>
          <a:chOff x="0" y="0"/>
          <a:chExt cx="0" cy="0"/>
        </a:xfrm>
      </p:grpSpPr>
      <p:sp>
        <p:nvSpPr>
          <p:cNvPr id="62" name="Google Shape;62;p151"/>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51"/>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151"/>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2_Title Slide">
  <p:cSld name="2_Title Slide">
    <p:spTree>
      <p:nvGrpSpPr>
        <p:cNvPr id="1" name="Shape 79"/>
        <p:cNvGrpSpPr/>
        <p:nvPr/>
      </p:nvGrpSpPr>
      <p:grpSpPr>
        <a:xfrm>
          <a:off x="0" y="0"/>
          <a:ext cx="0" cy="0"/>
          <a:chOff x="0" y="0"/>
          <a:chExt cx="0" cy="0"/>
        </a:xfrm>
      </p:grpSpPr>
      <p:sp>
        <p:nvSpPr>
          <p:cNvPr id="80" name="Google Shape;80;p170"/>
          <p:cNvSpPr txBox="1">
            <a:spLocks noGrp="1"/>
          </p:cNvSpPr>
          <p:nvPr>
            <p:ph type="ctrTitle"/>
          </p:nvPr>
        </p:nvSpPr>
        <p:spPr>
          <a:xfrm>
            <a:off x="914162" y="1226215"/>
            <a:ext cx="6548402" cy="1470025"/>
          </a:xfrm>
          <a:prstGeom prst="rect">
            <a:avLst/>
          </a:prstGeom>
          <a:noFill/>
          <a:ln>
            <a:noFill/>
          </a:ln>
        </p:spPr>
        <p:txBody>
          <a:bodyPr spcFirstLastPara="1" wrap="square" lIns="0" tIns="60925" rIns="0" bIns="60925" anchor="ctr" anchorCtr="0">
            <a:noAutofit/>
          </a:bodyPr>
          <a:lstStyle>
            <a:lvl1pPr lvl="0" algn="l">
              <a:lnSpc>
                <a:spcPct val="90000"/>
              </a:lnSpc>
              <a:spcBef>
                <a:spcPts val="0"/>
              </a:spcBef>
              <a:spcAft>
                <a:spcPts val="0"/>
              </a:spcAft>
              <a:buClr>
                <a:schemeClr val="lt1"/>
              </a:buClr>
              <a:buSzPts val="4800"/>
              <a:buFont typeface="Quattrocento Sans"/>
              <a:buNone/>
              <a:defRPr sz="4800"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170"/>
          <p:cNvSpPr txBox="1">
            <a:spLocks noGrp="1"/>
          </p:cNvSpPr>
          <p:nvPr>
            <p:ph type="subTitle" idx="1"/>
          </p:nvPr>
        </p:nvSpPr>
        <p:spPr>
          <a:xfrm>
            <a:off x="914163" y="2734341"/>
            <a:ext cx="5396273" cy="1080120"/>
          </a:xfrm>
          <a:prstGeom prst="rect">
            <a:avLst/>
          </a:prstGeom>
          <a:noFill/>
          <a:ln>
            <a:noFill/>
          </a:ln>
        </p:spPr>
        <p:txBody>
          <a:bodyPr spcFirstLastPara="1" wrap="square" lIns="0" tIns="60925" rIns="0" bIns="60925" anchor="t" anchorCtr="0">
            <a:normAutofit/>
          </a:bodyPr>
          <a:lstStyle>
            <a:lvl1pPr lvl="0" algn="l">
              <a:spcBef>
                <a:spcPts val="720"/>
              </a:spcBef>
              <a:spcAft>
                <a:spcPts val="0"/>
              </a:spcAft>
              <a:buClr>
                <a:schemeClr val="lt1"/>
              </a:buClr>
              <a:buSzPts val="3600"/>
              <a:buNone/>
              <a:defRPr>
                <a:solidFill>
                  <a:schemeClr val="lt1"/>
                </a:solidFill>
              </a:defRPr>
            </a:lvl1pPr>
            <a:lvl2pPr lvl="1" algn="ctr">
              <a:spcBef>
                <a:spcPts val="640"/>
              </a:spcBef>
              <a:spcAft>
                <a:spcPts val="0"/>
              </a:spcAft>
              <a:buClr>
                <a:srgbClr val="918E8D"/>
              </a:buClr>
              <a:buSzPts val="3200"/>
              <a:buNone/>
              <a:defRPr>
                <a:solidFill>
                  <a:srgbClr val="918E8D"/>
                </a:solidFill>
              </a:defRPr>
            </a:lvl2pPr>
            <a:lvl3pPr lvl="2" algn="ctr">
              <a:spcBef>
                <a:spcPts val="480"/>
              </a:spcBef>
              <a:spcAft>
                <a:spcPts val="0"/>
              </a:spcAft>
              <a:buClr>
                <a:srgbClr val="918E8D"/>
              </a:buClr>
              <a:buSzPts val="2400"/>
              <a:buNone/>
              <a:defRPr>
                <a:solidFill>
                  <a:srgbClr val="918E8D"/>
                </a:solidFill>
              </a:defRPr>
            </a:lvl3pPr>
            <a:lvl4pPr lvl="3" algn="ctr">
              <a:spcBef>
                <a:spcPts val="400"/>
              </a:spcBef>
              <a:spcAft>
                <a:spcPts val="0"/>
              </a:spcAft>
              <a:buClr>
                <a:srgbClr val="918E8D"/>
              </a:buClr>
              <a:buSzPts val="2000"/>
              <a:buNone/>
              <a:defRPr>
                <a:solidFill>
                  <a:srgbClr val="918E8D"/>
                </a:solidFill>
              </a:defRPr>
            </a:lvl4pPr>
            <a:lvl5pPr lvl="4" algn="ctr">
              <a:spcBef>
                <a:spcPts val="400"/>
              </a:spcBef>
              <a:spcAft>
                <a:spcPts val="0"/>
              </a:spcAft>
              <a:buClr>
                <a:srgbClr val="918E8D"/>
              </a:buClr>
              <a:buSzPts val="2000"/>
              <a:buNone/>
              <a:defRPr>
                <a:solidFill>
                  <a:srgbClr val="918E8D"/>
                </a:solidFill>
              </a:defRPr>
            </a:lvl5pPr>
            <a:lvl6pPr lvl="5" algn="ctr">
              <a:spcBef>
                <a:spcPts val="540"/>
              </a:spcBef>
              <a:spcAft>
                <a:spcPts val="0"/>
              </a:spcAft>
              <a:buClr>
                <a:srgbClr val="918E8D"/>
              </a:buClr>
              <a:buSzPts val="2700"/>
              <a:buNone/>
              <a:defRPr>
                <a:solidFill>
                  <a:srgbClr val="918E8D"/>
                </a:solidFill>
              </a:defRPr>
            </a:lvl6pPr>
            <a:lvl7pPr lvl="6" algn="ctr">
              <a:spcBef>
                <a:spcPts val="540"/>
              </a:spcBef>
              <a:spcAft>
                <a:spcPts val="0"/>
              </a:spcAft>
              <a:buClr>
                <a:srgbClr val="918E8D"/>
              </a:buClr>
              <a:buSzPts val="2700"/>
              <a:buNone/>
              <a:defRPr>
                <a:solidFill>
                  <a:srgbClr val="918E8D"/>
                </a:solidFill>
              </a:defRPr>
            </a:lvl7pPr>
            <a:lvl8pPr lvl="7" algn="ctr">
              <a:spcBef>
                <a:spcPts val="540"/>
              </a:spcBef>
              <a:spcAft>
                <a:spcPts val="0"/>
              </a:spcAft>
              <a:buClr>
                <a:srgbClr val="918E8D"/>
              </a:buClr>
              <a:buSzPts val="2700"/>
              <a:buNone/>
              <a:defRPr>
                <a:solidFill>
                  <a:srgbClr val="918E8D"/>
                </a:solidFill>
              </a:defRPr>
            </a:lvl8pPr>
            <a:lvl9pPr lvl="8" algn="ctr">
              <a:spcBef>
                <a:spcPts val="540"/>
              </a:spcBef>
              <a:spcAft>
                <a:spcPts val="0"/>
              </a:spcAft>
              <a:buClr>
                <a:srgbClr val="918E8D"/>
              </a:buClr>
              <a:buSzPts val="2700"/>
              <a:buNone/>
              <a:defRPr>
                <a:solidFill>
                  <a:srgbClr val="918E8D"/>
                </a:solidFill>
              </a:defRPr>
            </a:lvl9pPr>
          </a:lstStyle>
          <a:p>
            <a:endParaRPr/>
          </a:p>
        </p:txBody>
      </p:sp>
      <p:sp>
        <p:nvSpPr>
          <p:cNvPr id="82" name="Google Shape;82;p170"/>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70"/>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70"/>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85" name="Google Shape;85;p170"/>
          <p:cNvSpPr txBox="1">
            <a:spLocks noGrp="1"/>
          </p:cNvSpPr>
          <p:nvPr>
            <p:ph type="body" idx="2"/>
          </p:nvPr>
        </p:nvSpPr>
        <p:spPr>
          <a:xfrm>
            <a:off x="914400" y="3933825"/>
            <a:ext cx="5827713" cy="612775"/>
          </a:xfrm>
          <a:prstGeom prst="rect">
            <a:avLst/>
          </a:prstGeom>
          <a:noFill/>
          <a:ln>
            <a:noFill/>
          </a:ln>
        </p:spPr>
        <p:txBody>
          <a:bodyPr spcFirstLastPara="1" wrap="square" lIns="0" tIns="60925" rIns="0" bIns="60925" anchor="ctr" anchorCtr="0">
            <a:noAutofit/>
          </a:bodyPr>
          <a:lstStyle>
            <a:lvl1pPr marL="457200" lvl="0" indent="-228600" algn="l">
              <a:spcBef>
                <a:spcPts val="400"/>
              </a:spcBef>
              <a:spcAft>
                <a:spcPts val="0"/>
              </a:spcAft>
              <a:buClr>
                <a:schemeClr val="lt1"/>
              </a:buClr>
              <a:buSzPts val="2000"/>
              <a:buNone/>
              <a:defRPr sz="2000">
                <a:solidFill>
                  <a:schemeClr val="lt1"/>
                </a:solidFill>
              </a:defRPr>
            </a:lvl1pPr>
            <a:lvl2pPr marL="914400" lvl="1" indent="-228600" algn="l">
              <a:spcBef>
                <a:spcPts val="320"/>
              </a:spcBef>
              <a:spcAft>
                <a:spcPts val="0"/>
              </a:spcAft>
              <a:buClr>
                <a:schemeClr val="dk1"/>
              </a:buClr>
              <a:buSzPts val="1600"/>
              <a:buNone/>
              <a:defRPr sz="1600"/>
            </a:lvl2pPr>
            <a:lvl3pPr marL="1371600" lvl="2" indent="-228600" algn="l">
              <a:spcBef>
                <a:spcPts val="320"/>
              </a:spcBef>
              <a:spcAft>
                <a:spcPts val="0"/>
              </a:spcAft>
              <a:buClr>
                <a:schemeClr val="dk1"/>
              </a:buClr>
              <a:buSzPts val="1600"/>
              <a:buNone/>
              <a:defRPr sz="1600"/>
            </a:lvl3pPr>
            <a:lvl4pPr marL="1828800" lvl="3" indent="-228600" algn="l">
              <a:spcBef>
                <a:spcPts val="320"/>
              </a:spcBef>
              <a:spcAft>
                <a:spcPts val="0"/>
              </a:spcAft>
              <a:buClr>
                <a:schemeClr val="dk1"/>
              </a:buClr>
              <a:buSzPts val="1600"/>
              <a:buNone/>
              <a:defRPr sz="1600"/>
            </a:lvl4pPr>
            <a:lvl5pPr marL="2286000" lvl="4" indent="-228600" algn="l">
              <a:spcBef>
                <a:spcPts val="320"/>
              </a:spcBef>
              <a:spcAft>
                <a:spcPts val="0"/>
              </a:spcAft>
              <a:buClr>
                <a:schemeClr val="dk1"/>
              </a:buClr>
              <a:buSzPts val="1600"/>
              <a:buNone/>
              <a:defRPr sz="16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6" name="Google Shape;86;p170"/>
          <p:cNvSpPr>
            <a:spLocks noGrp="1"/>
          </p:cNvSpPr>
          <p:nvPr>
            <p:ph type="pic" idx="3"/>
          </p:nvPr>
        </p:nvSpPr>
        <p:spPr>
          <a:xfrm>
            <a:off x="5208376" y="0"/>
            <a:ext cx="6980449" cy="6858000"/>
          </a:xfrm>
          <a:prstGeom prst="rect">
            <a:avLst/>
          </a:prstGeom>
          <a:no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87"/>
        <p:cNvGrpSpPr/>
        <p:nvPr/>
      </p:nvGrpSpPr>
      <p:grpSpPr>
        <a:xfrm>
          <a:off x="0" y="0"/>
          <a:ext cx="0" cy="0"/>
          <a:chOff x="0" y="0"/>
          <a:chExt cx="0" cy="0"/>
        </a:xfrm>
      </p:grpSpPr>
      <p:sp>
        <p:nvSpPr>
          <p:cNvPr id="88" name="Google Shape;88;p171"/>
          <p:cNvSpPr txBox="1">
            <a:spLocks noGrp="1"/>
          </p:cNvSpPr>
          <p:nvPr>
            <p:ph type="title"/>
          </p:nvPr>
        </p:nvSpPr>
        <p:spPr>
          <a:xfrm>
            <a:off x="962833" y="4406901"/>
            <a:ext cx="10360501" cy="1362075"/>
          </a:xfrm>
          <a:prstGeom prst="rect">
            <a:avLst/>
          </a:prstGeom>
          <a:noFill/>
          <a:ln>
            <a:noFill/>
          </a:ln>
        </p:spPr>
        <p:txBody>
          <a:bodyPr spcFirstLastPara="1" wrap="square" lIns="0" tIns="60925" rIns="0" bIns="60925" anchor="t" anchorCtr="0">
            <a:normAutofit/>
          </a:bodyPr>
          <a:lstStyle>
            <a:lvl1pPr lvl="0" algn="l">
              <a:spcBef>
                <a:spcPts val="0"/>
              </a:spcBef>
              <a:spcAft>
                <a:spcPts val="0"/>
              </a:spcAft>
              <a:buClr>
                <a:schemeClr val="accent1"/>
              </a:buClr>
              <a:buSzPts val="5300"/>
              <a:buFont typeface="Quattrocento Sans"/>
              <a:buNone/>
              <a:defRPr sz="53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9" name="Google Shape;89;p171"/>
          <p:cNvSpPr txBox="1">
            <a:spLocks noGrp="1"/>
          </p:cNvSpPr>
          <p:nvPr>
            <p:ph type="body" idx="1"/>
          </p:nvPr>
        </p:nvSpPr>
        <p:spPr>
          <a:xfrm>
            <a:off x="962833" y="2906713"/>
            <a:ext cx="10360501" cy="1500187"/>
          </a:xfrm>
          <a:prstGeom prst="rect">
            <a:avLst/>
          </a:prstGeom>
          <a:noFill/>
          <a:ln>
            <a:noFill/>
          </a:ln>
        </p:spPr>
        <p:txBody>
          <a:bodyPr spcFirstLastPara="1" wrap="square" lIns="0" tIns="60925" rIns="0" bIns="60925" anchor="b" anchorCtr="0">
            <a:normAutofit/>
          </a:bodyPr>
          <a:lstStyle>
            <a:lvl1pPr marL="457200" lvl="0" indent="-228600" algn="l">
              <a:spcBef>
                <a:spcPts val="540"/>
              </a:spcBef>
              <a:spcAft>
                <a:spcPts val="0"/>
              </a:spcAft>
              <a:buClr>
                <a:srgbClr val="918E8D"/>
              </a:buClr>
              <a:buSzPts val="2700"/>
              <a:buNone/>
              <a:defRPr sz="2700">
                <a:solidFill>
                  <a:srgbClr val="918E8D"/>
                </a:solidFill>
              </a:defRPr>
            </a:lvl1pPr>
            <a:lvl2pPr marL="914400" lvl="1" indent="-228600" algn="l">
              <a:spcBef>
                <a:spcPts val="480"/>
              </a:spcBef>
              <a:spcAft>
                <a:spcPts val="0"/>
              </a:spcAft>
              <a:buClr>
                <a:srgbClr val="918E8D"/>
              </a:buClr>
              <a:buSzPts val="2400"/>
              <a:buNone/>
              <a:defRPr sz="2400">
                <a:solidFill>
                  <a:srgbClr val="918E8D"/>
                </a:solidFill>
              </a:defRPr>
            </a:lvl2pPr>
            <a:lvl3pPr marL="1371600" lvl="2" indent="-228600" algn="l">
              <a:spcBef>
                <a:spcPts val="420"/>
              </a:spcBef>
              <a:spcAft>
                <a:spcPts val="0"/>
              </a:spcAft>
              <a:buClr>
                <a:srgbClr val="918E8D"/>
              </a:buClr>
              <a:buSzPts val="2100"/>
              <a:buNone/>
              <a:defRPr sz="2100">
                <a:solidFill>
                  <a:srgbClr val="918E8D"/>
                </a:solidFill>
              </a:defRPr>
            </a:lvl3pPr>
            <a:lvl4pPr marL="1828800" lvl="3" indent="-228600" algn="l">
              <a:spcBef>
                <a:spcPts val="380"/>
              </a:spcBef>
              <a:spcAft>
                <a:spcPts val="0"/>
              </a:spcAft>
              <a:buClr>
                <a:srgbClr val="918E8D"/>
              </a:buClr>
              <a:buSzPts val="1900"/>
              <a:buNone/>
              <a:defRPr sz="1900">
                <a:solidFill>
                  <a:srgbClr val="918E8D"/>
                </a:solidFill>
              </a:defRPr>
            </a:lvl4pPr>
            <a:lvl5pPr marL="2286000" lvl="4" indent="-228600" algn="l">
              <a:spcBef>
                <a:spcPts val="380"/>
              </a:spcBef>
              <a:spcAft>
                <a:spcPts val="0"/>
              </a:spcAft>
              <a:buClr>
                <a:srgbClr val="918E8D"/>
              </a:buClr>
              <a:buSzPts val="1900"/>
              <a:buNone/>
              <a:defRPr sz="1900">
                <a:solidFill>
                  <a:srgbClr val="918E8D"/>
                </a:solidFill>
              </a:defRPr>
            </a:lvl5pPr>
            <a:lvl6pPr marL="2743200" lvl="5" indent="-228600" algn="l">
              <a:spcBef>
                <a:spcPts val="380"/>
              </a:spcBef>
              <a:spcAft>
                <a:spcPts val="0"/>
              </a:spcAft>
              <a:buClr>
                <a:srgbClr val="918E8D"/>
              </a:buClr>
              <a:buSzPts val="1900"/>
              <a:buNone/>
              <a:defRPr sz="1900">
                <a:solidFill>
                  <a:srgbClr val="918E8D"/>
                </a:solidFill>
              </a:defRPr>
            </a:lvl6pPr>
            <a:lvl7pPr marL="3200400" lvl="6" indent="-228600" algn="l">
              <a:spcBef>
                <a:spcPts val="380"/>
              </a:spcBef>
              <a:spcAft>
                <a:spcPts val="0"/>
              </a:spcAft>
              <a:buClr>
                <a:srgbClr val="918E8D"/>
              </a:buClr>
              <a:buSzPts val="1900"/>
              <a:buNone/>
              <a:defRPr sz="1900">
                <a:solidFill>
                  <a:srgbClr val="918E8D"/>
                </a:solidFill>
              </a:defRPr>
            </a:lvl7pPr>
            <a:lvl8pPr marL="3657600" lvl="7" indent="-228600" algn="l">
              <a:spcBef>
                <a:spcPts val="380"/>
              </a:spcBef>
              <a:spcAft>
                <a:spcPts val="0"/>
              </a:spcAft>
              <a:buClr>
                <a:srgbClr val="918E8D"/>
              </a:buClr>
              <a:buSzPts val="1900"/>
              <a:buNone/>
              <a:defRPr sz="1900">
                <a:solidFill>
                  <a:srgbClr val="918E8D"/>
                </a:solidFill>
              </a:defRPr>
            </a:lvl8pPr>
            <a:lvl9pPr marL="4114800" lvl="8" indent="-228600" algn="l">
              <a:spcBef>
                <a:spcPts val="380"/>
              </a:spcBef>
              <a:spcAft>
                <a:spcPts val="0"/>
              </a:spcAft>
              <a:buClr>
                <a:srgbClr val="918E8D"/>
              </a:buClr>
              <a:buSzPts val="1900"/>
              <a:buNone/>
              <a:defRPr sz="1900">
                <a:solidFill>
                  <a:srgbClr val="918E8D"/>
                </a:solidFill>
              </a:defRPr>
            </a:lvl9pPr>
          </a:lstStyle>
          <a:p>
            <a:endParaRPr/>
          </a:p>
        </p:txBody>
      </p:sp>
      <p:sp>
        <p:nvSpPr>
          <p:cNvPr id="90" name="Google Shape;90;p171"/>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171"/>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71"/>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93"/>
        <p:cNvGrpSpPr/>
        <p:nvPr/>
      </p:nvGrpSpPr>
      <p:grpSpPr>
        <a:xfrm>
          <a:off x="0" y="0"/>
          <a:ext cx="0" cy="0"/>
          <a:chOff x="0" y="0"/>
          <a:chExt cx="0" cy="0"/>
        </a:xfrm>
      </p:grpSpPr>
      <p:sp>
        <p:nvSpPr>
          <p:cNvPr id="94" name="Google Shape;94;p172"/>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172"/>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172"/>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97" name="Google Shape;97;p172"/>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accent1"/>
              </a:buClr>
              <a:buSzPts val="3600"/>
              <a:buFont typeface="Quattrocento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3_Title Only">
  <p:cSld name="3_Title Only">
    <p:spTree>
      <p:nvGrpSpPr>
        <p:cNvPr id="1" name="Shape 98"/>
        <p:cNvGrpSpPr/>
        <p:nvPr/>
      </p:nvGrpSpPr>
      <p:grpSpPr>
        <a:xfrm>
          <a:off x="0" y="0"/>
          <a:ext cx="0" cy="0"/>
          <a:chOff x="0" y="0"/>
          <a:chExt cx="0" cy="0"/>
        </a:xfrm>
      </p:grpSpPr>
      <p:sp>
        <p:nvSpPr>
          <p:cNvPr id="99" name="Google Shape;99;p173"/>
          <p:cNvSpPr/>
          <p:nvPr/>
        </p:nvSpPr>
        <p:spPr>
          <a:xfrm>
            <a:off x="0" y="4581128"/>
            <a:ext cx="5163566" cy="2276872"/>
          </a:xfrm>
          <a:custGeom>
            <a:avLst/>
            <a:gdLst/>
            <a:ahLst/>
            <a:cxnLst/>
            <a:rect l="l" t="t" r="r" b="b"/>
            <a:pathLst>
              <a:path w="5163566" h="2276872" extrusionOk="0">
                <a:moveTo>
                  <a:pt x="2035697" y="0"/>
                </a:moveTo>
                <a:cubicBezTo>
                  <a:pt x="3397576" y="0"/>
                  <a:pt x="4566062" y="828016"/>
                  <a:pt x="5065187" y="2008081"/>
                </a:cubicBezTo>
                <a:lnTo>
                  <a:pt x="5163566" y="2276872"/>
                </a:lnTo>
                <a:lnTo>
                  <a:pt x="0" y="2276872"/>
                </a:lnTo>
                <a:lnTo>
                  <a:pt x="0" y="706170"/>
                </a:lnTo>
                <a:lnTo>
                  <a:pt x="5811" y="701257"/>
                </a:lnTo>
                <a:cubicBezTo>
                  <a:pt x="564774" y="261990"/>
                  <a:pt x="1269640" y="0"/>
                  <a:pt x="2035697" y="0"/>
                </a:cubicBezTo>
                <a:close/>
              </a:path>
            </a:pathLst>
          </a:custGeom>
          <a:gradFill>
            <a:gsLst>
              <a:gs pos="0">
                <a:schemeClr val="accent1"/>
              </a:gs>
              <a:gs pos="100000">
                <a:srgbClr val="ACD98C"/>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0" name="Google Shape;100;p173"/>
          <p:cNvSpPr/>
          <p:nvPr/>
        </p:nvSpPr>
        <p:spPr>
          <a:xfrm rot="5400000">
            <a:off x="-662523" y="1957214"/>
            <a:ext cx="5179585" cy="3854541"/>
          </a:xfrm>
          <a:prstGeom prst="round2SameRect">
            <a:avLst>
              <a:gd name="adj1" fmla="val 10983"/>
              <a:gd name="adj2" fmla="val 0"/>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1" name="Google Shape;101;p173"/>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accent1"/>
              </a:buClr>
              <a:buSzPts val="3600"/>
              <a:buFont typeface="Quattrocento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173"/>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3" name="Google Shape;103;p173"/>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4" name="Google Shape;104;p173"/>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05" name="Google Shape;105;p173"/>
          <p:cNvSpPr/>
          <p:nvPr/>
        </p:nvSpPr>
        <p:spPr>
          <a:xfrm rot="5400000">
            <a:off x="-766723" y="1858237"/>
            <a:ext cx="5179585" cy="3646140"/>
          </a:xfrm>
          <a:prstGeom prst="round2SameRect">
            <a:avLst>
              <a:gd name="adj1" fmla="val 10983"/>
              <a:gd name="adj2" fmla="val 0"/>
            </a:avLst>
          </a:prstGeom>
          <a:gradFill>
            <a:gsLst>
              <a:gs pos="0">
                <a:schemeClr val="accent1"/>
              </a:gs>
              <a:gs pos="100000">
                <a:schemeClr val="accent3"/>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6" name="Google Shape;106;p173"/>
          <p:cNvSpPr txBox="1">
            <a:spLocks noGrp="1"/>
          </p:cNvSpPr>
          <p:nvPr>
            <p:ph type="body" idx="1"/>
          </p:nvPr>
        </p:nvSpPr>
        <p:spPr>
          <a:xfrm>
            <a:off x="609600" y="1508576"/>
            <a:ext cx="2676525" cy="1152153"/>
          </a:xfrm>
          <a:prstGeom prst="rect">
            <a:avLst/>
          </a:prstGeom>
          <a:noFill/>
          <a:ln>
            <a:noFill/>
          </a:ln>
        </p:spPr>
        <p:txBody>
          <a:bodyPr spcFirstLastPara="1" wrap="square" lIns="61200" tIns="60925" rIns="61200" bIns="60925" anchor="ctr" anchorCtr="0">
            <a:noAutofit/>
          </a:bodyPr>
          <a:lstStyle>
            <a:lvl1pPr marL="457200" lvl="0" indent="-228600" algn="l">
              <a:lnSpc>
                <a:spcPct val="80000"/>
              </a:lnSpc>
              <a:spcBef>
                <a:spcPts val="0"/>
              </a:spcBef>
              <a:spcAft>
                <a:spcPts val="0"/>
              </a:spcAft>
              <a:buClr>
                <a:schemeClr val="lt1"/>
              </a:buClr>
              <a:buSzPts val="2800"/>
              <a:buNone/>
              <a:defRPr sz="2800" b="1">
                <a:solidFill>
                  <a:schemeClr val="lt1"/>
                </a:solidFill>
              </a:defRPr>
            </a:lvl1pPr>
            <a:lvl2pPr marL="914400" lvl="1" indent="-228600" algn="l">
              <a:spcBef>
                <a:spcPts val="480"/>
              </a:spcBef>
              <a:spcAft>
                <a:spcPts val="0"/>
              </a:spcAft>
              <a:buClr>
                <a:schemeClr val="dk1"/>
              </a:buClr>
              <a:buSzPts val="2400"/>
              <a:buNone/>
              <a:defRPr sz="2400"/>
            </a:lvl2pPr>
            <a:lvl3pPr marL="1371600" lvl="2" indent="-228600" algn="l">
              <a:spcBef>
                <a:spcPts val="480"/>
              </a:spcBef>
              <a:spcAft>
                <a:spcPts val="0"/>
              </a:spcAft>
              <a:buClr>
                <a:schemeClr val="dk1"/>
              </a:buClr>
              <a:buSzPts val="2400"/>
              <a:buNone/>
              <a:defRPr sz="2400"/>
            </a:lvl3pPr>
            <a:lvl4pPr marL="1828800" lvl="3" indent="-228600" algn="l">
              <a:spcBef>
                <a:spcPts val="480"/>
              </a:spcBef>
              <a:spcAft>
                <a:spcPts val="0"/>
              </a:spcAft>
              <a:buClr>
                <a:schemeClr val="dk1"/>
              </a:buClr>
              <a:buSzPts val="2400"/>
              <a:buNone/>
              <a:defRPr sz="2400"/>
            </a:lvl4pPr>
            <a:lvl5pPr marL="2286000" lvl="4" indent="-228600" algn="l">
              <a:spcBef>
                <a:spcPts val="480"/>
              </a:spcBef>
              <a:spcAft>
                <a:spcPts val="0"/>
              </a:spcAft>
              <a:buClr>
                <a:schemeClr val="dk1"/>
              </a:buClr>
              <a:buSzPts val="2400"/>
              <a:buNone/>
              <a:defRPr sz="24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13243911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2"/>
        <p:cNvGrpSpPr/>
        <p:nvPr/>
      </p:nvGrpSpPr>
      <p:grpSpPr>
        <a:xfrm>
          <a:off x="0" y="0"/>
          <a:ext cx="0" cy="0"/>
          <a:chOff x="0" y="0"/>
          <a:chExt cx="0" cy="0"/>
        </a:xfrm>
      </p:grpSpPr>
      <p:grpSp>
        <p:nvGrpSpPr>
          <p:cNvPr id="133" name="Google Shape;133;p185"/>
          <p:cNvGrpSpPr/>
          <p:nvPr/>
        </p:nvGrpSpPr>
        <p:grpSpPr>
          <a:xfrm rot="10800000">
            <a:off x="9586912" y="4027941"/>
            <a:ext cx="2601913" cy="2833688"/>
            <a:chOff x="0" y="0"/>
            <a:chExt cx="2601913" cy="2833688"/>
          </a:xfrm>
        </p:grpSpPr>
        <p:sp>
          <p:nvSpPr>
            <p:cNvPr id="134" name="Google Shape;134;p185"/>
            <p:cNvSpPr/>
            <p:nvPr/>
          </p:nvSpPr>
          <p:spPr>
            <a:xfrm>
              <a:off x="0"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5" name="Google Shape;135;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6" name="Google Shape;136;p185"/>
            <p:cNvSpPr/>
            <p:nvPr/>
          </p:nvSpPr>
          <p:spPr>
            <a:xfrm>
              <a:off x="0"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7" name="Google Shape;137;p185"/>
            <p:cNvSpPr/>
            <p:nvPr/>
          </p:nvSpPr>
          <p:spPr>
            <a:xfrm>
              <a:off x="0" y="1212850"/>
              <a:ext cx="701675" cy="814388"/>
            </a:xfrm>
            <a:custGeom>
              <a:avLst/>
              <a:gdLst/>
              <a:ahLst/>
              <a:cxnLst/>
              <a:rect l="l" t="t" r="r" b="b"/>
              <a:pathLst>
                <a:path w="442" h="513" extrusionOk="0">
                  <a:moveTo>
                    <a:pt x="0" y="257"/>
                  </a:moveTo>
                  <a:lnTo>
                    <a:pt x="0" y="257"/>
                  </a:lnTo>
                  <a:lnTo>
                    <a:pt x="442" y="0"/>
                  </a:lnTo>
                  <a:lnTo>
                    <a:pt x="442" y="3"/>
                  </a:lnTo>
                  <a:lnTo>
                    <a:pt x="442" y="513"/>
                  </a:lnTo>
                  <a:lnTo>
                    <a:pt x="0" y="257"/>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8" name="Google Shape;138;p185"/>
            <p:cNvSpPr/>
            <p:nvPr/>
          </p:nvSpPr>
          <p:spPr>
            <a:xfrm>
              <a:off x="234949" y="2359025"/>
              <a:ext cx="406465" cy="474663"/>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9" name="Google Shape;139;p185"/>
            <p:cNvSpPr/>
            <p:nvPr/>
          </p:nvSpPr>
          <p:spPr>
            <a:xfrm>
              <a:off x="0" y="809625"/>
              <a:ext cx="701675" cy="811213"/>
            </a:xfrm>
            <a:custGeom>
              <a:avLst/>
              <a:gdLst/>
              <a:ahLst/>
              <a:cxnLst/>
              <a:rect l="l" t="t" r="r" b="b"/>
              <a:pathLst>
                <a:path w="442" h="511" extrusionOk="0">
                  <a:moveTo>
                    <a:pt x="0" y="511"/>
                  </a:moveTo>
                  <a:lnTo>
                    <a:pt x="0" y="0"/>
                  </a:lnTo>
                  <a:lnTo>
                    <a:pt x="442" y="254"/>
                  </a:lnTo>
                  <a:lnTo>
                    <a:pt x="0" y="511"/>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0" name="Google Shape;140;p185"/>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1" name="Google Shape;141;p185"/>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2" name="Google Shape;142;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3" name="Google Shape;143;p185"/>
            <p:cNvSpPr/>
            <p:nvPr/>
          </p:nvSpPr>
          <p:spPr>
            <a:xfrm>
              <a:off x="1408113"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4" name="Google Shape;144;p185"/>
            <p:cNvSpPr/>
            <p:nvPr/>
          </p:nvSpPr>
          <p:spPr>
            <a:xfrm>
              <a:off x="2317750" y="241300"/>
              <a:ext cx="284163" cy="328613"/>
            </a:xfrm>
            <a:custGeom>
              <a:avLst/>
              <a:gdLst/>
              <a:ahLst/>
              <a:cxnLst/>
              <a:rect l="l" t="t" r="r" b="b"/>
              <a:pathLst>
                <a:path w="179" h="207" extrusionOk="0">
                  <a:moveTo>
                    <a:pt x="0" y="207"/>
                  </a:moveTo>
                  <a:lnTo>
                    <a:pt x="0" y="0"/>
                  </a:lnTo>
                  <a:lnTo>
                    <a:pt x="0" y="0"/>
                  </a:lnTo>
                  <a:lnTo>
                    <a:pt x="179" y="102"/>
                  </a:lnTo>
                  <a:lnTo>
                    <a:pt x="0" y="207"/>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5" name="Google Shape;145;p185"/>
            <p:cNvSpPr/>
            <p:nvPr/>
          </p:nvSpPr>
          <p:spPr>
            <a:xfrm>
              <a:off x="1408113"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6" name="Google Shape;146;p185"/>
            <p:cNvSpPr/>
            <p:nvPr/>
          </p:nvSpPr>
          <p:spPr>
            <a:xfrm>
              <a:off x="706438" y="809625"/>
              <a:ext cx="701675" cy="811213"/>
            </a:xfrm>
            <a:custGeom>
              <a:avLst/>
              <a:gdLst/>
              <a:ahLst/>
              <a:cxnLst/>
              <a:rect l="l" t="t" r="r" b="b"/>
              <a:pathLst>
                <a:path w="442" h="511" extrusionOk="0">
                  <a:moveTo>
                    <a:pt x="0" y="254"/>
                  </a:moveTo>
                  <a:lnTo>
                    <a:pt x="442" y="0"/>
                  </a:lnTo>
                  <a:lnTo>
                    <a:pt x="442" y="511"/>
                  </a:lnTo>
                  <a:lnTo>
                    <a:pt x="442" y="511"/>
                  </a:lnTo>
                  <a:lnTo>
                    <a:pt x="0" y="254"/>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7" name="Google Shape;147;p185"/>
            <p:cNvSpPr/>
            <p:nvPr/>
          </p:nvSpPr>
          <p:spPr>
            <a:xfrm>
              <a:off x="701675" y="1212850"/>
              <a:ext cx="706438" cy="811213"/>
            </a:xfrm>
            <a:custGeom>
              <a:avLst/>
              <a:gdLst/>
              <a:ahLst/>
              <a:cxnLst/>
              <a:rect l="l" t="t" r="r" b="b"/>
              <a:pathLst>
                <a:path w="445" h="511" extrusionOk="0">
                  <a:moveTo>
                    <a:pt x="0" y="511"/>
                  </a:moveTo>
                  <a:lnTo>
                    <a:pt x="0" y="3"/>
                  </a:lnTo>
                  <a:lnTo>
                    <a:pt x="3" y="0"/>
                  </a:lnTo>
                  <a:lnTo>
                    <a:pt x="445" y="257"/>
                  </a:lnTo>
                  <a:lnTo>
                    <a:pt x="0" y="511"/>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8" name="Google Shape;148;p185"/>
            <p:cNvSpPr/>
            <p:nvPr/>
          </p:nvSpPr>
          <p:spPr>
            <a:xfrm>
              <a:off x="701675" y="1620838"/>
              <a:ext cx="706438" cy="809625"/>
            </a:xfrm>
            <a:custGeom>
              <a:avLst/>
              <a:gdLst/>
              <a:ahLst/>
              <a:cxnLst/>
              <a:rect l="l" t="t" r="r" b="b"/>
              <a:pathLst>
                <a:path w="445" h="510" extrusionOk="0">
                  <a:moveTo>
                    <a:pt x="0" y="256"/>
                  </a:moveTo>
                  <a:lnTo>
                    <a:pt x="0" y="254"/>
                  </a:lnTo>
                  <a:lnTo>
                    <a:pt x="445" y="0"/>
                  </a:lnTo>
                  <a:lnTo>
                    <a:pt x="445" y="0"/>
                  </a:lnTo>
                  <a:lnTo>
                    <a:pt x="445" y="510"/>
                  </a:lnTo>
                  <a:lnTo>
                    <a:pt x="0" y="256"/>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9" name="Google Shape;149;p185"/>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0" name="Google Shape;150;p185"/>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1" name="Google Shape;151;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2" name="Google Shape;152;p185"/>
            <p:cNvSpPr/>
            <p:nvPr/>
          </p:nvSpPr>
          <p:spPr>
            <a:xfrm>
              <a:off x="0" y="0"/>
              <a:ext cx="701675" cy="809625"/>
            </a:xfrm>
            <a:custGeom>
              <a:avLst/>
              <a:gdLst/>
              <a:ahLst/>
              <a:cxnLst/>
              <a:rect l="l" t="t" r="r" b="b"/>
              <a:pathLst>
                <a:path w="442" h="510" extrusionOk="0">
                  <a:moveTo>
                    <a:pt x="0" y="0"/>
                  </a:moveTo>
                  <a:lnTo>
                    <a:pt x="0" y="510"/>
                  </a:lnTo>
                  <a:lnTo>
                    <a:pt x="442" y="254"/>
                  </a:lnTo>
                  <a:lnTo>
                    <a:pt x="0" y="0"/>
                  </a:lnTo>
                  <a:lnTo>
                    <a:pt x="0" y="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3" name="Google Shape;153;p185"/>
            <p:cNvSpPr/>
            <p:nvPr/>
          </p:nvSpPr>
          <p:spPr>
            <a:xfrm>
              <a:off x="701675" y="0"/>
              <a:ext cx="701675" cy="403225"/>
            </a:xfrm>
            <a:custGeom>
              <a:avLst/>
              <a:gdLst/>
              <a:ahLst/>
              <a:cxnLst/>
              <a:rect l="l" t="t" r="r" b="b"/>
              <a:pathLst>
                <a:path w="442" h="254" extrusionOk="0">
                  <a:moveTo>
                    <a:pt x="0" y="254"/>
                  </a:moveTo>
                  <a:lnTo>
                    <a:pt x="442" y="0"/>
                  </a:lnTo>
                  <a:lnTo>
                    <a:pt x="0" y="0"/>
                  </a:lnTo>
                  <a:lnTo>
                    <a:pt x="0"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4" name="Google Shape;154;p185"/>
            <p:cNvSpPr/>
            <p:nvPr/>
          </p:nvSpPr>
          <p:spPr>
            <a:xfrm>
              <a:off x="0" y="0"/>
              <a:ext cx="701675" cy="403225"/>
            </a:xfrm>
            <a:custGeom>
              <a:avLst/>
              <a:gdLst/>
              <a:ahLst/>
              <a:cxnLst/>
              <a:rect l="l" t="t" r="r" b="b"/>
              <a:pathLst>
                <a:path w="442" h="254" extrusionOk="0">
                  <a:moveTo>
                    <a:pt x="442" y="0"/>
                  </a:moveTo>
                  <a:lnTo>
                    <a:pt x="0" y="0"/>
                  </a:lnTo>
                  <a:lnTo>
                    <a:pt x="442" y="254"/>
                  </a:lnTo>
                  <a:lnTo>
                    <a:pt x="442" y="254"/>
                  </a:lnTo>
                  <a:lnTo>
                    <a:pt x="442" y="0"/>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155" name="Google Shape;155;p185"/>
          <p:cNvSpPr/>
          <p:nvPr/>
        </p:nvSpPr>
        <p:spPr>
          <a:xfrm>
            <a:off x="0" y="0"/>
            <a:ext cx="6094412" cy="6858000"/>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56" name="Google Shape;156;p185"/>
          <p:cNvSpPr/>
          <p:nvPr/>
        </p:nvSpPr>
        <p:spPr>
          <a:xfrm rot="5400000">
            <a:off x="10179373" y="-118464"/>
            <a:ext cx="1890988" cy="2127916"/>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57" name="Google Shape;157;p185"/>
          <p:cNvSpPr txBox="1">
            <a:spLocks noGrp="1"/>
          </p:cNvSpPr>
          <p:nvPr>
            <p:ph type="ctrTitle"/>
          </p:nvPr>
        </p:nvSpPr>
        <p:spPr>
          <a:xfrm>
            <a:off x="1828323" y="2576512"/>
            <a:ext cx="8532178" cy="1392378"/>
          </a:xfrm>
          <a:prstGeom prst="rect">
            <a:avLst/>
          </a:prstGeom>
          <a:noFill/>
          <a:ln>
            <a:noFill/>
          </a:ln>
        </p:spPr>
        <p:txBody>
          <a:bodyPr spcFirstLastPara="1" wrap="square" lIns="121875" tIns="60925" rIns="121875" bIns="60925" anchor="b" anchorCtr="0">
            <a:noAutofit/>
          </a:bodyPr>
          <a:lstStyle>
            <a:lvl1pPr lvl="0" algn="ctr">
              <a:spcBef>
                <a:spcPts val="0"/>
              </a:spcBef>
              <a:spcAft>
                <a:spcPts val="0"/>
              </a:spcAft>
              <a:buClr>
                <a:schemeClr val="accent3"/>
              </a:buClr>
              <a:buSzPts val="8000"/>
              <a:buFont typeface="Open Sans"/>
              <a:buNone/>
              <a:defRPr sz="8000" b="1">
                <a:solidFill>
                  <a:schemeClr val="accent3"/>
                </a:solidFill>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8" name="Google Shape;158;p185"/>
          <p:cNvSpPr txBox="1">
            <a:spLocks noGrp="1"/>
          </p:cNvSpPr>
          <p:nvPr>
            <p:ph type="subTitle" idx="1"/>
          </p:nvPr>
        </p:nvSpPr>
        <p:spPr>
          <a:xfrm>
            <a:off x="1828324" y="4027941"/>
            <a:ext cx="8532178" cy="764440"/>
          </a:xfrm>
          <a:prstGeom prst="rect">
            <a:avLst/>
          </a:prstGeom>
          <a:noFill/>
          <a:ln>
            <a:noFill/>
          </a:ln>
        </p:spPr>
        <p:txBody>
          <a:bodyPr spcFirstLastPara="1" wrap="square" lIns="121875" tIns="60925" rIns="121875" bIns="60925" anchor="t" anchorCtr="0">
            <a:normAutofit/>
          </a:bodyPr>
          <a:lstStyle>
            <a:lvl1pPr lvl="0" algn="ctr">
              <a:spcBef>
                <a:spcPts val="480"/>
              </a:spcBef>
              <a:spcAft>
                <a:spcPts val="0"/>
              </a:spcAft>
              <a:buClr>
                <a:srgbClr val="595959"/>
              </a:buClr>
              <a:buSzPts val="2400"/>
              <a:buNone/>
              <a:defRPr sz="2400">
                <a:solidFill>
                  <a:srgbClr val="595959"/>
                </a:solidFill>
                <a:latin typeface="Open Sans"/>
                <a:ea typeface="Open Sans"/>
                <a:cs typeface="Open Sans"/>
                <a:sym typeface="Open Sans"/>
              </a:defRPr>
            </a:lvl1pPr>
            <a:lvl2pPr lvl="1" algn="ctr">
              <a:spcBef>
                <a:spcPts val="640"/>
              </a:spcBef>
              <a:spcAft>
                <a:spcPts val="0"/>
              </a:spcAft>
              <a:buClr>
                <a:srgbClr val="888888"/>
              </a:buClr>
              <a:buSzPts val="32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540"/>
              </a:spcBef>
              <a:spcAft>
                <a:spcPts val="0"/>
              </a:spcAft>
              <a:buClr>
                <a:srgbClr val="888888"/>
              </a:buClr>
              <a:buSzPts val="2700"/>
              <a:buNone/>
              <a:defRPr>
                <a:solidFill>
                  <a:srgbClr val="888888"/>
                </a:solidFill>
              </a:defRPr>
            </a:lvl6pPr>
            <a:lvl7pPr lvl="6" algn="ctr">
              <a:spcBef>
                <a:spcPts val="540"/>
              </a:spcBef>
              <a:spcAft>
                <a:spcPts val="0"/>
              </a:spcAft>
              <a:buClr>
                <a:srgbClr val="888888"/>
              </a:buClr>
              <a:buSzPts val="2700"/>
              <a:buNone/>
              <a:defRPr>
                <a:solidFill>
                  <a:srgbClr val="888888"/>
                </a:solidFill>
              </a:defRPr>
            </a:lvl7pPr>
            <a:lvl8pPr lvl="7" algn="ctr">
              <a:spcBef>
                <a:spcPts val="540"/>
              </a:spcBef>
              <a:spcAft>
                <a:spcPts val="0"/>
              </a:spcAft>
              <a:buClr>
                <a:srgbClr val="888888"/>
              </a:buClr>
              <a:buSzPts val="2700"/>
              <a:buNone/>
              <a:defRPr>
                <a:solidFill>
                  <a:srgbClr val="888888"/>
                </a:solidFill>
              </a:defRPr>
            </a:lvl8pPr>
            <a:lvl9pPr lvl="8" algn="ctr">
              <a:spcBef>
                <a:spcPts val="540"/>
              </a:spcBef>
              <a:spcAft>
                <a:spcPts val="0"/>
              </a:spcAft>
              <a:buClr>
                <a:srgbClr val="888888"/>
              </a:buClr>
              <a:buSzPts val="2700"/>
              <a:buNone/>
              <a:defRPr>
                <a:solidFill>
                  <a:srgbClr val="888888"/>
                </a:solidFill>
              </a:defRPr>
            </a:lvl9pPr>
          </a:lstStyle>
          <a:p>
            <a:endParaRPr/>
          </a:p>
        </p:txBody>
      </p:sp>
      <p:sp>
        <p:nvSpPr>
          <p:cNvPr id="159" name="Google Shape;159;p185"/>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0" name="Google Shape;160;p185"/>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1" name="Google Shape;161;p185"/>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grpSp>
        <p:nvGrpSpPr>
          <p:cNvPr id="162" name="Google Shape;162;p185"/>
          <p:cNvGrpSpPr/>
          <p:nvPr/>
        </p:nvGrpSpPr>
        <p:grpSpPr>
          <a:xfrm>
            <a:off x="0" y="0"/>
            <a:ext cx="3445202" cy="4727575"/>
            <a:chOff x="0" y="0"/>
            <a:chExt cx="3445202" cy="4727575"/>
          </a:xfrm>
        </p:grpSpPr>
        <p:grpSp>
          <p:nvGrpSpPr>
            <p:cNvPr id="163" name="Google Shape;163;p185"/>
            <p:cNvGrpSpPr/>
            <p:nvPr/>
          </p:nvGrpSpPr>
          <p:grpSpPr>
            <a:xfrm rot="10800000">
              <a:off x="0" y="0"/>
              <a:ext cx="2913063" cy="4727575"/>
              <a:chOff x="9275762" y="2130425"/>
              <a:chExt cx="2913063" cy="4727575"/>
            </a:xfrm>
          </p:grpSpPr>
          <p:sp>
            <p:nvSpPr>
              <p:cNvPr id="164" name="Google Shape;164;p185"/>
              <p:cNvSpPr/>
              <p:nvPr/>
            </p:nvSpPr>
            <p:spPr>
              <a:xfrm>
                <a:off x="10785475" y="5008562"/>
                <a:ext cx="701675" cy="809625"/>
              </a:xfrm>
              <a:custGeom>
                <a:avLst/>
                <a:gdLst/>
                <a:ahLst/>
                <a:cxnLst/>
                <a:rect l="l" t="t" r="r" b="b"/>
                <a:pathLst>
                  <a:path w="442" h="510" extrusionOk="0">
                    <a:moveTo>
                      <a:pt x="442" y="0"/>
                    </a:moveTo>
                    <a:lnTo>
                      <a:pt x="442" y="510"/>
                    </a:lnTo>
                    <a:lnTo>
                      <a:pt x="442" y="510"/>
                    </a:lnTo>
                    <a:lnTo>
                      <a:pt x="0" y="254"/>
                    </a:lnTo>
                    <a:lnTo>
                      <a:pt x="442" y="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5" name="Google Shape;165;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6" name="Google Shape;166;p185"/>
              <p:cNvSpPr/>
              <p:nvPr/>
            </p:nvSpPr>
            <p:spPr>
              <a:xfrm>
                <a:off x="10785475" y="5818187"/>
                <a:ext cx="701675" cy="809625"/>
              </a:xfrm>
              <a:custGeom>
                <a:avLst/>
                <a:gdLst/>
                <a:ahLst/>
                <a:cxnLst/>
                <a:rect l="l" t="t" r="r" b="b"/>
                <a:pathLst>
                  <a:path w="442" h="510" extrusionOk="0">
                    <a:moveTo>
                      <a:pt x="442" y="0"/>
                    </a:moveTo>
                    <a:lnTo>
                      <a:pt x="442" y="510"/>
                    </a:lnTo>
                    <a:lnTo>
                      <a:pt x="0" y="254"/>
                    </a:lnTo>
                    <a:lnTo>
                      <a:pt x="0" y="254"/>
                    </a:lnTo>
                    <a:lnTo>
                      <a:pt x="442" y="0"/>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7" name="Google Shape;167;p185"/>
              <p:cNvSpPr/>
              <p:nvPr/>
            </p:nvSpPr>
            <p:spPr>
              <a:xfrm>
                <a:off x="10785475" y="5411787"/>
                <a:ext cx="701675" cy="809625"/>
              </a:xfrm>
              <a:custGeom>
                <a:avLst/>
                <a:gdLst/>
                <a:ahLst/>
                <a:cxnLst/>
                <a:rect l="l" t="t" r="r" b="b"/>
                <a:pathLst>
                  <a:path w="442" h="510" extrusionOk="0">
                    <a:moveTo>
                      <a:pt x="442" y="256"/>
                    </a:moveTo>
                    <a:lnTo>
                      <a:pt x="0" y="510"/>
                    </a:lnTo>
                    <a:lnTo>
                      <a:pt x="0" y="2"/>
                    </a:lnTo>
                    <a:lnTo>
                      <a:pt x="0" y="0"/>
                    </a:lnTo>
                    <a:lnTo>
                      <a:pt x="442"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8" name="Google Shape;168;p185"/>
              <p:cNvSpPr/>
              <p:nvPr/>
            </p:nvSpPr>
            <p:spPr>
              <a:xfrm>
                <a:off x="10785475" y="5008562"/>
                <a:ext cx="701675" cy="809625"/>
              </a:xfrm>
              <a:custGeom>
                <a:avLst/>
                <a:gdLst/>
                <a:ahLst/>
                <a:cxnLst/>
                <a:rect l="l" t="t" r="r" b="b"/>
                <a:pathLst>
                  <a:path w="442" h="510" extrusionOk="0">
                    <a:moveTo>
                      <a:pt x="442" y="0"/>
                    </a:moveTo>
                    <a:lnTo>
                      <a:pt x="442" y="510"/>
                    </a:lnTo>
                    <a:lnTo>
                      <a:pt x="442" y="510"/>
                    </a:lnTo>
                    <a:lnTo>
                      <a:pt x="0" y="254"/>
                    </a:lnTo>
                    <a:lnTo>
                      <a:pt x="442" y="0"/>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9" name="Google Shape;169;p185"/>
              <p:cNvSpPr/>
              <p:nvPr/>
            </p:nvSpPr>
            <p:spPr>
              <a:xfrm>
                <a:off x="10079037" y="4602162"/>
                <a:ext cx="706438" cy="809625"/>
              </a:xfrm>
              <a:custGeom>
                <a:avLst/>
                <a:gdLst/>
                <a:ahLst/>
                <a:cxnLst/>
                <a:rect l="l" t="t" r="r" b="b"/>
                <a:pathLst>
                  <a:path w="445" h="510" extrusionOk="0">
                    <a:moveTo>
                      <a:pt x="445" y="0"/>
                    </a:moveTo>
                    <a:lnTo>
                      <a:pt x="445" y="510"/>
                    </a:lnTo>
                    <a:lnTo>
                      <a:pt x="0" y="256"/>
                    </a:lnTo>
                    <a:lnTo>
                      <a:pt x="0" y="256"/>
                    </a:lnTo>
                    <a:lnTo>
                      <a:pt x="445" y="0"/>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0" name="Google Shape;170;p185"/>
              <p:cNvSpPr/>
              <p:nvPr/>
            </p:nvSpPr>
            <p:spPr>
              <a:xfrm>
                <a:off x="10079037" y="5008562"/>
                <a:ext cx="706438" cy="809625"/>
              </a:xfrm>
              <a:custGeom>
                <a:avLst/>
                <a:gdLst/>
                <a:ahLst/>
                <a:cxnLst/>
                <a:rect l="l" t="t" r="r" b="b"/>
                <a:pathLst>
                  <a:path w="445" h="510" extrusionOk="0">
                    <a:moveTo>
                      <a:pt x="445" y="254"/>
                    </a:moveTo>
                    <a:lnTo>
                      <a:pt x="445" y="256"/>
                    </a:lnTo>
                    <a:lnTo>
                      <a:pt x="3" y="510"/>
                    </a:lnTo>
                    <a:lnTo>
                      <a:pt x="0" y="510"/>
                    </a:lnTo>
                    <a:lnTo>
                      <a:pt x="0" y="0"/>
                    </a:lnTo>
                    <a:lnTo>
                      <a:pt x="445"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1" name="Google Shape;171;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2" name="Google Shape;172;p185"/>
              <p:cNvSpPr/>
              <p:nvPr/>
            </p:nvSpPr>
            <p:spPr>
              <a:xfrm>
                <a:off x="9377362" y="3389312"/>
                <a:ext cx="701675" cy="809625"/>
              </a:xfrm>
              <a:custGeom>
                <a:avLst/>
                <a:gdLst/>
                <a:ahLst/>
                <a:cxnLst/>
                <a:rect l="l" t="t" r="r" b="b"/>
                <a:pathLst>
                  <a:path w="442" h="510" extrusionOk="0">
                    <a:moveTo>
                      <a:pt x="442" y="0"/>
                    </a:moveTo>
                    <a:lnTo>
                      <a:pt x="442" y="510"/>
                    </a:lnTo>
                    <a:lnTo>
                      <a:pt x="0" y="254"/>
                    </a:lnTo>
                    <a:lnTo>
                      <a:pt x="0" y="254"/>
                    </a:lnTo>
                    <a:lnTo>
                      <a:pt x="442" y="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3" name="Google Shape;173;p185"/>
              <p:cNvSpPr/>
              <p:nvPr/>
            </p:nvSpPr>
            <p:spPr>
              <a:xfrm>
                <a:off x="10079037" y="4198937"/>
                <a:ext cx="706438" cy="809625"/>
              </a:xfrm>
              <a:custGeom>
                <a:avLst/>
                <a:gdLst/>
                <a:ahLst/>
                <a:cxnLst/>
                <a:rect l="l" t="t" r="r" b="b"/>
                <a:pathLst>
                  <a:path w="445" h="510" extrusionOk="0">
                    <a:moveTo>
                      <a:pt x="445" y="254"/>
                    </a:moveTo>
                    <a:lnTo>
                      <a:pt x="0" y="510"/>
                    </a:lnTo>
                    <a:lnTo>
                      <a:pt x="0" y="0"/>
                    </a:lnTo>
                    <a:lnTo>
                      <a:pt x="0" y="0"/>
                    </a:lnTo>
                    <a:lnTo>
                      <a:pt x="445" y="254"/>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4" name="Google Shape;174;p185"/>
              <p:cNvSpPr/>
              <p:nvPr/>
            </p:nvSpPr>
            <p:spPr>
              <a:xfrm>
                <a:off x="9275762" y="4414837"/>
                <a:ext cx="325438" cy="377825"/>
              </a:xfrm>
              <a:custGeom>
                <a:avLst/>
                <a:gdLst/>
                <a:ahLst/>
                <a:cxnLst/>
                <a:rect l="l" t="t" r="r" b="b"/>
                <a:pathLst>
                  <a:path w="205" h="238" extrusionOk="0">
                    <a:moveTo>
                      <a:pt x="205" y="118"/>
                    </a:moveTo>
                    <a:lnTo>
                      <a:pt x="0" y="238"/>
                    </a:lnTo>
                    <a:lnTo>
                      <a:pt x="0" y="0"/>
                    </a:lnTo>
                    <a:lnTo>
                      <a:pt x="0" y="0"/>
                    </a:lnTo>
                    <a:lnTo>
                      <a:pt x="205" y="11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5" name="Google Shape;175;p185"/>
              <p:cNvSpPr/>
              <p:nvPr/>
            </p:nvSpPr>
            <p:spPr>
              <a:xfrm>
                <a:off x="9371012" y="3322637"/>
                <a:ext cx="223838" cy="257175"/>
              </a:xfrm>
              <a:custGeom>
                <a:avLst/>
                <a:gdLst/>
                <a:ahLst/>
                <a:cxnLst/>
                <a:rect l="l" t="t" r="r" b="b"/>
                <a:pathLst>
                  <a:path w="141" h="162" extrusionOk="0">
                    <a:moveTo>
                      <a:pt x="141" y="80"/>
                    </a:moveTo>
                    <a:lnTo>
                      <a:pt x="0" y="162"/>
                    </a:lnTo>
                    <a:lnTo>
                      <a:pt x="0" y="0"/>
                    </a:lnTo>
                    <a:lnTo>
                      <a:pt x="0" y="0"/>
                    </a:lnTo>
                    <a:lnTo>
                      <a:pt x="141" y="8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6" name="Google Shape;176;p185"/>
              <p:cNvSpPr/>
              <p:nvPr/>
            </p:nvSpPr>
            <p:spPr>
              <a:xfrm>
                <a:off x="10079037" y="3792537"/>
                <a:ext cx="706438" cy="809625"/>
              </a:xfrm>
              <a:custGeom>
                <a:avLst/>
                <a:gdLst/>
                <a:ahLst/>
                <a:cxnLst/>
                <a:rect l="l" t="t" r="r" b="b"/>
                <a:pathLst>
                  <a:path w="445" h="510" extrusionOk="0">
                    <a:moveTo>
                      <a:pt x="445" y="0"/>
                    </a:moveTo>
                    <a:lnTo>
                      <a:pt x="445" y="510"/>
                    </a:lnTo>
                    <a:lnTo>
                      <a:pt x="445" y="510"/>
                    </a:lnTo>
                    <a:lnTo>
                      <a:pt x="0" y="256"/>
                    </a:lnTo>
                    <a:lnTo>
                      <a:pt x="445"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7" name="Google Shape;177;p185"/>
              <p:cNvSpPr/>
              <p:nvPr/>
            </p:nvSpPr>
            <p:spPr>
              <a:xfrm>
                <a:off x="10079037" y="3389312"/>
                <a:ext cx="706438" cy="809625"/>
              </a:xfrm>
              <a:custGeom>
                <a:avLst/>
                <a:gdLst/>
                <a:ahLst/>
                <a:cxnLst/>
                <a:rect l="l" t="t" r="r" b="b"/>
                <a:pathLst>
                  <a:path w="445" h="510" extrusionOk="0">
                    <a:moveTo>
                      <a:pt x="445" y="254"/>
                    </a:moveTo>
                    <a:lnTo>
                      <a:pt x="445" y="254"/>
                    </a:lnTo>
                    <a:lnTo>
                      <a:pt x="0" y="510"/>
                    </a:lnTo>
                    <a:lnTo>
                      <a:pt x="0" y="510"/>
                    </a:lnTo>
                    <a:lnTo>
                      <a:pt x="0" y="0"/>
                    </a:lnTo>
                    <a:lnTo>
                      <a:pt x="445"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8" name="Google Shape;178;p185"/>
              <p:cNvSpPr/>
              <p:nvPr/>
            </p:nvSpPr>
            <p:spPr>
              <a:xfrm>
                <a:off x="10079037" y="4602162"/>
                <a:ext cx="706438" cy="809625"/>
              </a:xfrm>
              <a:custGeom>
                <a:avLst/>
                <a:gdLst/>
                <a:ahLst/>
                <a:cxnLst/>
                <a:rect l="l" t="t" r="r" b="b"/>
                <a:pathLst>
                  <a:path w="445" h="510" extrusionOk="0">
                    <a:moveTo>
                      <a:pt x="445" y="0"/>
                    </a:moveTo>
                    <a:lnTo>
                      <a:pt x="445" y="510"/>
                    </a:lnTo>
                    <a:lnTo>
                      <a:pt x="0" y="256"/>
                    </a:lnTo>
                    <a:lnTo>
                      <a:pt x="0" y="256"/>
                    </a:lnTo>
                    <a:lnTo>
                      <a:pt x="445" y="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9" name="Google Shape;179;p185"/>
              <p:cNvSpPr/>
              <p:nvPr/>
            </p:nvSpPr>
            <p:spPr>
              <a:xfrm>
                <a:off x="10079037" y="5008562"/>
                <a:ext cx="706438" cy="809625"/>
              </a:xfrm>
              <a:custGeom>
                <a:avLst/>
                <a:gdLst/>
                <a:ahLst/>
                <a:cxnLst/>
                <a:rect l="l" t="t" r="r" b="b"/>
                <a:pathLst>
                  <a:path w="445" h="510" extrusionOk="0">
                    <a:moveTo>
                      <a:pt x="445" y="254"/>
                    </a:moveTo>
                    <a:lnTo>
                      <a:pt x="445" y="256"/>
                    </a:lnTo>
                    <a:lnTo>
                      <a:pt x="3" y="510"/>
                    </a:lnTo>
                    <a:lnTo>
                      <a:pt x="0" y="510"/>
                    </a:lnTo>
                    <a:lnTo>
                      <a:pt x="0" y="0"/>
                    </a:lnTo>
                    <a:lnTo>
                      <a:pt x="445"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0" name="Google Shape;180;p185"/>
              <p:cNvSpPr/>
              <p:nvPr/>
            </p:nvSpPr>
            <p:spPr>
              <a:xfrm>
                <a:off x="10083800" y="5414962"/>
                <a:ext cx="701675" cy="806450"/>
              </a:xfrm>
              <a:custGeom>
                <a:avLst/>
                <a:gdLst/>
                <a:ahLst/>
                <a:cxnLst/>
                <a:rect l="l" t="t" r="r" b="b"/>
                <a:pathLst>
                  <a:path w="442" h="508" extrusionOk="0">
                    <a:moveTo>
                      <a:pt x="442" y="0"/>
                    </a:moveTo>
                    <a:lnTo>
                      <a:pt x="442" y="508"/>
                    </a:lnTo>
                    <a:lnTo>
                      <a:pt x="0" y="254"/>
                    </a:lnTo>
                    <a:lnTo>
                      <a:pt x="442"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1" name="Google Shape;181;p185"/>
              <p:cNvSpPr/>
              <p:nvPr/>
            </p:nvSpPr>
            <p:spPr>
              <a:xfrm>
                <a:off x="10785475" y="5411787"/>
                <a:ext cx="701675" cy="809625"/>
              </a:xfrm>
              <a:custGeom>
                <a:avLst/>
                <a:gdLst/>
                <a:ahLst/>
                <a:cxnLst/>
                <a:rect l="l" t="t" r="r" b="b"/>
                <a:pathLst>
                  <a:path w="442" h="510" extrusionOk="0">
                    <a:moveTo>
                      <a:pt x="442" y="256"/>
                    </a:moveTo>
                    <a:lnTo>
                      <a:pt x="0" y="510"/>
                    </a:lnTo>
                    <a:lnTo>
                      <a:pt x="0" y="2"/>
                    </a:lnTo>
                    <a:lnTo>
                      <a:pt x="0" y="0"/>
                    </a:lnTo>
                    <a:lnTo>
                      <a:pt x="442" y="256"/>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2" name="Google Shape;182;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3" name="Google Shape;183;p185"/>
              <p:cNvSpPr/>
              <p:nvPr/>
            </p:nvSpPr>
            <p:spPr>
              <a:xfrm>
                <a:off x="10785475" y="6221412"/>
                <a:ext cx="701675" cy="636588"/>
              </a:xfrm>
              <a:custGeom>
                <a:avLst/>
                <a:gdLst/>
                <a:ahLst/>
                <a:cxnLst/>
                <a:rect l="l" t="t" r="r" b="b"/>
                <a:pathLst>
                  <a:path w="442" h="401" extrusionOk="0">
                    <a:moveTo>
                      <a:pt x="442" y="256"/>
                    </a:moveTo>
                    <a:lnTo>
                      <a:pt x="0" y="0"/>
                    </a:lnTo>
                    <a:lnTo>
                      <a:pt x="0" y="2"/>
                    </a:lnTo>
                    <a:lnTo>
                      <a:pt x="0" y="401"/>
                    </a:lnTo>
                    <a:lnTo>
                      <a:pt x="192" y="401"/>
                    </a:lnTo>
                    <a:lnTo>
                      <a:pt x="442" y="256"/>
                    </a:lnTo>
                    <a:lnTo>
                      <a:pt x="442" y="256"/>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4" name="Google Shape;184;p185"/>
              <p:cNvSpPr/>
              <p:nvPr/>
            </p:nvSpPr>
            <p:spPr>
              <a:xfrm>
                <a:off x="11090275" y="6627812"/>
                <a:ext cx="396875" cy="230188"/>
              </a:xfrm>
              <a:custGeom>
                <a:avLst/>
                <a:gdLst/>
                <a:ahLst/>
                <a:cxnLst/>
                <a:rect l="l" t="t" r="r" b="b"/>
                <a:pathLst>
                  <a:path w="250" h="145" extrusionOk="0">
                    <a:moveTo>
                      <a:pt x="0" y="145"/>
                    </a:moveTo>
                    <a:lnTo>
                      <a:pt x="250" y="145"/>
                    </a:lnTo>
                    <a:lnTo>
                      <a:pt x="250" y="0"/>
                    </a:lnTo>
                    <a:lnTo>
                      <a:pt x="0" y="145"/>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5" name="Google Shape;185;p185"/>
              <p:cNvSpPr/>
              <p:nvPr/>
            </p:nvSpPr>
            <p:spPr>
              <a:xfrm>
                <a:off x="11487150" y="6627812"/>
                <a:ext cx="396875" cy="230188"/>
              </a:xfrm>
              <a:custGeom>
                <a:avLst/>
                <a:gdLst/>
                <a:ahLst/>
                <a:cxnLst/>
                <a:rect l="l" t="t" r="r" b="b"/>
                <a:pathLst>
                  <a:path w="250" h="145" extrusionOk="0">
                    <a:moveTo>
                      <a:pt x="0" y="0"/>
                    </a:moveTo>
                    <a:lnTo>
                      <a:pt x="0" y="145"/>
                    </a:lnTo>
                    <a:lnTo>
                      <a:pt x="250" y="145"/>
                    </a:lnTo>
                    <a:lnTo>
                      <a:pt x="0" y="0"/>
                    </a:ln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6" name="Google Shape;186;p185"/>
              <p:cNvSpPr/>
              <p:nvPr/>
            </p:nvSpPr>
            <p:spPr>
              <a:xfrm>
                <a:off x="11487150" y="6232525"/>
                <a:ext cx="687388" cy="625475"/>
              </a:xfrm>
              <a:custGeom>
                <a:avLst/>
                <a:gdLst/>
                <a:ahLst/>
                <a:cxnLst/>
                <a:rect l="l" t="t" r="r" b="b"/>
                <a:pathLst>
                  <a:path w="433" h="394" extrusionOk="0">
                    <a:moveTo>
                      <a:pt x="250" y="394"/>
                    </a:moveTo>
                    <a:lnTo>
                      <a:pt x="433" y="394"/>
                    </a:lnTo>
                    <a:lnTo>
                      <a:pt x="433" y="0"/>
                    </a:lnTo>
                    <a:lnTo>
                      <a:pt x="0" y="249"/>
                    </a:lnTo>
                    <a:lnTo>
                      <a:pt x="250" y="394"/>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7" name="Google Shape;187;p185"/>
              <p:cNvSpPr/>
              <p:nvPr/>
            </p:nvSpPr>
            <p:spPr>
              <a:xfrm>
                <a:off x="9377362" y="5818187"/>
                <a:ext cx="701675" cy="809625"/>
              </a:xfrm>
              <a:custGeom>
                <a:avLst/>
                <a:gdLst/>
                <a:ahLst/>
                <a:cxnLst/>
                <a:rect l="l" t="t" r="r" b="b"/>
                <a:pathLst>
                  <a:path w="442" h="510" extrusionOk="0">
                    <a:moveTo>
                      <a:pt x="0" y="254"/>
                    </a:moveTo>
                    <a:lnTo>
                      <a:pt x="0" y="254"/>
                    </a:lnTo>
                    <a:lnTo>
                      <a:pt x="442" y="510"/>
                    </a:lnTo>
                    <a:lnTo>
                      <a:pt x="442" y="0"/>
                    </a:lnTo>
                    <a:lnTo>
                      <a:pt x="0" y="254"/>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8" name="Google Shape;188;p185"/>
              <p:cNvSpPr/>
              <p:nvPr/>
            </p:nvSpPr>
            <p:spPr>
              <a:xfrm>
                <a:off x="10079037" y="6627812"/>
                <a:ext cx="396875" cy="230188"/>
              </a:xfrm>
              <a:custGeom>
                <a:avLst/>
                <a:gdLst/>
                <a:ahLst/>
                <a:cxnLst/>
                <a:rect l="l" t="t" r="r" b="b"/>
                <a:pathLst>
                  <a:path w="250" h="145" extrusionOk="0">
                    <a:moveTo>
                      <a:pt x="0" y="0"/>
                    </a:moveTo>
                    <a:lnTo>
                      <a:pt x="0" y="0"/>
                    </a:lnTo>
                    <a:lnTo>
                      <a:pt x="0" y="145"/>
                    </a:lnTo>
                    <a:lnTo>
                      <a:pt x="250" y="145"/>
                    </a:lnTo>
                    <a:lnTo>
                      <a:pt x="0"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9" name="Google Shape;189;p185"/>
              <p:cNvSpPr/>
              <p:nvPr/>
            </p:nvSpPr>
            <p:spPr>
              <a:xfrm>
                <a:off x="10079037" y="6224587"/>
                <a:ext cx="706438" cy="633413"/>
              </a:xfrm>
              <a:custGeom>
                <a:avLst/>
                <a:gdLst/>
                <a:ahLst/>
                <a:cxnLst/>
                <a:rect l="l" t="t" r="r" b="b"/>
                <a:pathLst>
                  <a:path w="445" h="399" extrusionOk="0">
                    <a:moveTo>
                      <a:pt x="0" y="254"/>
                    </a:moveTo>
                    <a:lnTo>
                      <a:pt x="250" y="399"/>
                    </a:lnTo>
                    <a:lnTo>
                      <a:pt x="445" y="399"/>
                    </a:lnTo>
                    <a:lnTo>
                      <a:pt x="445" y="0"/>
                    </a:lnTo>
                    <a:lnTo>
                      <a:pt x="0" y="254"/>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0" name="Google Shape;190;p185"/>
              <p:cNvSpPr/>
              <p:nvPr/>
            </p:nvSpPr>
            <p:spPr>
              <a:xfrm>
                <a:off x="10079037" y="5818187"/>
                <a:ext cx="706438" cy="809625"/>
              </a:xfrm>
              <a:custGeom>
                <a:avLst/>
                <a:gdLst/>
                <a:ahLst/>
                <a:cxnLst/>
                <a:rect l="l" t="t" r="r" b="b"/>
                <a:pathLst>
                  <a:path w="445" h="510" extrusionOk="0">
                    <a:moveTo>
                      <a:pt x="445" y="254"/>
                    </a:moveTo>
                    <a:lnTo>
                      <a:pt x="445" y="254"/>
                    </a:lnTo>
                    <a:lnTo>
                      <a:pt x="0" y="0"/>
                    </a:lnTo>
                    <a:lnTo>
                      <a:pt x="0" y="510"/>
                    </a:lnTo>
                    <a:lnTo>
                      <a:pt x="0" y="510"/>
                    </a:lnTo>
                    <a:lnTo>
                      <a:pt x="445" y="256"/>
                    </a:lnTo>
                    <a:lnTo>
                      <a:pt x="445"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1" name="Google Shape;191;p185"/>
              <p:cNvSpPr/>
              <p:nvPr/>
            </p:nvSpPr>
            <p:spPr>
              <a:xfrm>
                <a:off x="10785475" y="3389312"/>
                <a:ext cx="701675" cy="809625"/>
              </a:xfrm>
              <a:custGeom>
                <a:avLst/>
                <a:gdLst/>
                <a:ahLst/>
                <a:cxnLst/>
                <a:rect l="l" t="t" r="r" b="b"/>
                <a:pathLst>
                  <a:path w="442" h="510" extrusionOk="0">
                    <a:moveTo>
                      <a:pt x="442" y="0"/>
                    </a:moveTo>
                    <a:lnTo>
                      <a:pt x="0" y="254"/>
                    </a:lnTo>
                    <a:lnTo>
                      <a:pt x="0" y="254"/>
                    </a:lnTo>
                    <a:lnTo>
                      <a:pt x="442" y="510"/>
                    </a:lnTo>
                    <a:lnTo>
                      <a:pt x="442"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2" name="Google Shape;192;p185"/>
              <p:cNvSpPr/>
              <p:nvPr/>
            </p:nvSpPr>
            <p:spPr>
              <a:xfrm>
                <a:off x="10785475" y="3792537"/>
                <a:ext cx="701675" cy="809625"/>
              </a:xfrm>
              <a:custGeom>
                <a:avLst/>
                <a:gdLst/>
                <a:ahLst/>
                <a:cxnLst/>
                <a:rect l="l" t="t" r="r" b="b"/>
                <a:pathLst>
                  <a:path w="442" h="510" extrusionOk="0">
                    <a:moveTo>
                      <a:pt x="442" y="256"/>
                    </a:moveTo>
                    <a:lnTo>
                      <a:pt x="0" y="0"/>
                    </a:lnTo>
                    <a:lnTo>
                      <a:pt x="0" y="510"/>
                    </a:lnTo>
                    <a:lnTo>
                      <a:pt x="0" y="510"/>
                    </a:lnTo>
                    <a:lnTo>
                      <a:pt x="442" y="256"/>
                    </a:lnTo>
                    <a:lnTo>
                      <a:pt x="442" y="256"/>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3" name="Google Shape;193;p185"/>
              <p:cNvSpPr/>
              <p:nvPr/>
            </p:nvSpPr>
            <p:spPr>
              <a:xfrm>
                <a:off x="10785475" y="4198937"/>
                <a:ext cx="701675" cy="809625"/>
              </a:xfrm>
              <a:custGeom>
                <a:avLst/>
                <a:gdLst/>
                <a:ahLst/>
                <a:cxnLst/>
                <a:rect l="l" t="t" r="r" b="b"/>
                <a:pathLst>
                  <a:path w="442" h="510" extrusionOk="0">
                    <a:moveTo>
                      <a:pt x="0" y="254"/>
                    </a:moveTo>
                    <a:lnTo>
                      <a:pt x="442" y="510"/>
                    </a:lnTo>
                    <a:lnTo>
                      <a:pt x="442" y="0"/>
                    </a:lnTo>
                    <a:lnTo>
                      <a:pt x="0" y="254"/>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4" name="Google Shape;194;p185"/>
              <p:cNvSpPr/>
              <p:nvPr/>
            </p:nvSpPr>
            <p:spPr>
              <a:xfrm>
                <a:off x="11487150" y="4198937"/>
                <a:ext cx="687388" cy="809625"/>
              </a:xfrm>
              <a:custGeom>
                <a:avLst/>
                <a:gdLst/>
                <a:ahLst/>
                <a:cxnLst/>
                <a:rect l="l" t="t" r="r" b="b"/>
                <a:pathLst>
                  <a:path w="433" h="510" extrusionOk="0">
                    <a:moveTo>
                      <a:pt x="0" y="0"/>
                    </a:moveTo>
                    <a:lnTo>
                      <a:pt x="0" y="0"/>
                    </a:lnTo>
                    <a:lnTo>
                      <a:pt x="0" y="510"/>
                    </a:lnTo>
                    <a:lnTo>
                      <a:pt x="433" y="261"/>
                    </a:lnTo>
                    <a:lnTo>
                      <a:pt x="433" y="249"/>
                    </a:lnTo>
                    <a:lnTo>
                      <a:pt x="0"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5" name="Google Shape;195;p185"/>
              <p:cNvSpPr/>
              <p:nvPr/>
            </p:nvSpPr>
            <p:spPr>
              <a:xfrm>
                <a:off x="11487150" y="3803650"/>
                <a:ext cx="687388" cy="790575"/>
              </a:xfrm>
              <a:custGeom>
                <a:avLst/>
                <a:gdLst/>
                <a:ahLst/>
                <a:cxnLst/>
                <a:rect l="l" t="t" r="r" b="b"/>
                <a:pathLst>
                  <a:path w="433" h="498" extrusionOk="0">
                    <a:moveTo>
                      <a:pt x="433" y="0"/>
                    </a:moveTo>
                    <a:lnTo>
                      <a:pt x="0" y="249"/>
                    </a:lnTo>
                    <a:lnTo>
                      <a:pt x="433" y="498"/>
                    </a:lnTo>
                    <a:lnTo>
                      <a:pt x="433"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6" name="Google Shape;196;p185"/>
              <p:cNvSpPr/>
              <p:nvPr/>
            </p:nvSpPr>
            <p:spPr>
              <a:xfrm>
                <a:off x="11737975" y="2130425"/>
                <a:ext cx="201613" cy="233363"/>
              </a:xfrm>
              <a:custGeom>
                <a:avLst/>
                <a:gdLst/>
                <a:ahLst/>
                <a:cxnLst/>
                <a:rect l="l" t="t" r="r" b="b"/>
                <a:pathLst>
                  <a:path w="127" h="147" extrusionOk="0">
                    <a:moveTo>
                      <a:pt x="127" y="147"/>
                    </a:moveTo>
                    <a:lnTo>
                      <a:pt x="127" y="0"/>
                    </a:lnTo>
                    <a:lnTo>
                      <a:pt x="0" y="73"/>
                    </a:lnTo>
                    <a:lnTo>
                      <a:pt x="127" y="147"/>
                    </a:lnTo>
                    <a:lnTo>
                      <a:pt x="127" y="147"/>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7" name="Google Shape;197;p185"/>
              <p:cNvSpPr/>
              <p:nvPr/>
            </p:nvSpPr>
            <p:spPr>
              <a:xfrm>
                <a:off x="11487150" y="2576512"/>
                <a:ext cx="701675" cy="812800"/>
              </a:xfrm>
              <a:custGeom>
                <a:avLst/>
                <a:gdLst/>
                <a:ahLst/>
                <a:cxnLst/>
                <a:rect l="l" t="t" r="r" b="b"/>
                <a:pathLst>
                  <a:path w="442" h="512" extrusionOk="0">
                    <a:moveTo>
                      <a:pt x="0" y="0"/>
                    </a:moveTo>
                    <a:lnTo>
                      <a:pt x="0" y="510"/>
                    </a:lnTo>
                    <a:lnTo>
                      <a:pt x="0" y="512"/>
                    </a:lnTo>
                    <a:lnTo>
                      <a:pt x="442" y="256"/>
                    </a:lnTo>
                    <a:lnTo>
                      <a:pt x="442" y="256"/>
                    </a:lnTo>
                    <a:lnTo>
                      <a:pt x="0"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8" name="Google Shape;198;p185"/>
              <p:cNvSpPr/>
              <p:nvPr/>
            </p:nvSpPr>
            <p:spPr>
              <a:xfrm>
                <a:off x="11487150" y="5818187"/>
                <a:ext cx="687388" cy="809625"/>
              </a:xfrm>
              <a:custGeom>
                <a:avLst/>
                <a:gdLst/>
                <a:ahLst/>
                <a:cxnLst/>
                <a:rect l="l" t="t" r="r" b="b"/>
                <a:pathLst>
                  <a:path w="433" h="510" extrusionOk="0">
                    <a:moveTo>
                      <a:pt x="125" y="72"/>
                    </a:moveTo>
                    <a:lnTo>
                      <a:pt x="0" y="0"/>
                    </a:lnTo>
                    <a:lnTo>
                      <a:pt x="0" y="510"/>
                    </a:lnTo>
                    <a:lnTo>
                      <a:pt x="0" y="510"/>
                    </a:lnTo>
                    <a:lnTo>
                      <a:pt x="433" y="261"/>
                    </a:lnTo>
                    <a:lnTo>
                      <a:pt x="433" y="250"/>
                    </a:lnTo>
                    <a:lnTo>
                      <a:pt x="125" y="72"/>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9" name="Google Shape;199;p185"/>
              <p:cNvSpPr/>
              <p:nvPr/>
            </p:nvSpPr>
            <p:spPr>
              <a:xfrm>
                <a:off x="11487150" y="4613275"/>
                <a:ext cx="687388" cy="792163"/>
              </a:xfrm>
              <a:custGeom>
                <a:avLst/>
                <a:gdLst/>
                <a:ahLst/>
                <a:cxnLst/>
                <a:rect l="l" t="t" r="r" b="b"/>
                <a:pathLst>
                  <a:path w="433" h="499" extrusionOk="0">
                    <a:moveTo>
                      <a:pt x="433" y="0"/>
                    </a:moveTo>
                    <a:lnTo>
                      <a:pt x="0" y="249"/>
                    </a:lnTo>
                    <a:lnTo>
                      <a:pt x="0" y="249"/>
                    </a:lnTo>
                    <a:lnTo>
                      <a:pt x="433" y="499"/>
                    </a:lnTo>
                    <a:lnTo>
                      <a:pt x="433"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0" name="Google Shape;200;p185"/>
              <p:cNvSpPr/>
              <p:nvPr/>
            </p:nvSpPr>
            <p:spPr>
              <a:xfrm>
                <a:off x="11487150" y="5008562"/>
                <a:ext cx="687388" cy="809625"/>
              </a:xfrm>
              <a:custGeom>
                <a:avLst/>
                <a:gdLst/>
                <a:ahLst/>
                <a:cxnLst/>
                <a:rect l="l" t="t" r="r" b="b"/>
                <a:pathLst>
                  <a:path w="433" h="510" extrusionOk="0">
                    <a:moveTo>
                      <a:pt x="433" y="250"/>
                    </a:moveTo>
                    <a:lnTo>
                      <a:pt x="0" y="0"/>
                    </a:lnTo>
                    <a:lnTo>
                      <a:pt x="0" y="510"/>
                    </a:lnTo>
                    <a:lnTo>
                      <a:pt x="0" y="510"/>
                    </a:lnTo>
                    <a:lnTo>
                      <a:pt x="433" y="261"/>
                    </a:lnTo>
                    <a:lnTo>
                      <a:pt x="433" y="25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1" name="Google Shape;201;p185"/>
              <p:cNvSpPr/>
              <p:nvPr/>
            </p:nvSpPr>
            <p:spPr>
              <a:xfrm>
                <a:off x="11487150" y="5422900"/>
                <a:ext cx="687388" cy="792163"/>
              </a:xfrm>
              <a:custGeom>
                <a:avLst/>
                <a:gdLst/>
                <a:ahLst/>
                <a:cxnLst/>
                <a:rect l="l" t="t" r="r" b="b"/>
                <a:pathLst>
                  <a:path w="433" h="499" extrusionOk="0">
                    <a:moveTo>
                      <a:pt x="433" y="0"/>
                    </a:moveTo>
                    <a:lnTo>
                      <a:pt x="0" y="249"/>
                    </a:lnTo>
                    <a:lnTo>
                      <a:pt x="125" y="321"/>
                    </a:lnTo>
                    <a:lnTo>
                      <a:pt x="433" y="499"/>
                    </a:lnTo>
                    <a:lnTo>
                      <a:pt x="433"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2" name="Google Shape;202;p185"/>
              <p:cNvSpPr/>
              <p:nvPr/>
            </p:nvSpPr>
            <p:spPr>
              <a:xfrm>
                <a:off x="11685587" y="5932487"/>
                <a:ext cx="488950" cy="282575"/>
              </a:xfrm>
              <a:custGeom>
                <a:avLst/>
                <a:gdLst/>
                <a:ahLst/>
                <a:cxnLst/>
                <a:rect l="l" t="t" r="r" b="b"/>
                <a:pathLst>
                  <a:path w="308" h="178" extrusionOk="0">
                    <a:moveTo>
                      <a:pt x="308" y="178"/>
                    </a:moveTo>
                    <a:lnTo>
                      <a:pt x="0" y="0"/>
                    </a:lnTo>
                    <a:lnTo>
                      <a:pt x="308" y="178"/>
                    </a:lnTo>
                    <a:lnTo>
                      <a:pt x="308" y="178"/>
                    </a:lnTo>
                    <a:close/>
                  </a:path>
                </a:pathLst>
              </a:custGeom>
              <a:solidFill>
                <a:srgbClr val="00A6A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203" name="Google Shape;203;p185"/>
            <p:cNvSpPr/>
            <p:nvPr/>
          </p:nvSpPr>
          <p:spPr>
            <a:xfrm rot="10800000">
              <a:off x="2853998" y="686979"/>
              <a:ext cx="591204" cy="690398"/>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rgbClr val="C4C4C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Our Service">
  <p:cSld name="Our Service">
    <p:spTree>
      <p:nvGrpSpPr>
        <p:cNvPr id="1" name="Shape 204"/>
        <p:cNvGrpSpPr/>
        <p:nvPr/>
      </p:nvGrpSpPr>
      <p:grpSpPr>
        <a:xfrm>
          <a:off x="0" y="0"/>
          <a:ext cx="0" cy="0"/>
          <a:chOff x="0" y="0"/>
          <a:chExt cx="0" cy="0"/>
        </a:xfrm>
      </p:grpSpPr>
      <p:sp>
        <p:nvSpPr>
          <p:cNvPr id="205" name="Google Shape;205;p186"/>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6" name="Google Shape;206;p186"/>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7" name="Google Shape;207;p186"/>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08" name="Google Shape;208;p186"/>
          <p:cNvSpPr/>
          <p:nvPr/>
        </p:nvSpPr>
        <p:spPr>
          <a:xfrm>
            <a:off x="0" y="708746"/>
            <a:ext cx="6094411" cy="821288"/>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09" name="Google Shape;209;p186"/>
          <p:cNvSpPr/>
          <p:nvPr/>
        </p:nvSpPr>
        <p:spPr>
          <a:xfrm>
            <a:off x="616764" y="1532063"/>
            <a:ext cx="10947963" cy="2880320"/>
          </a:xfrm>
          <a:prstGeom prst="rect">
            <a:avLst/>
          </a:prstGeom>
          <a:solidFill>
            <a:schemeClr val="lt1">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10" name="Google Shape;210;p186"/>
          <p:cNvSpPr>
            <a:spLocks noGrp="1"/>
          </p:cNvSpPr>
          <p:nvPr>
            <p:ph type="pic" idx="2"/>
          </p:nvPr>
        </p:nvSpPr>
        <p:spPr>
          <a:xfrm>
            <a:off x="1295633" y="2078160"/>
            <a:ext cx="4458409" cy="1800225"/>
          </a:xfrm>
          <a:prstGeom prst="rect">
            <a:avLst/>
          </a:prstGeom>
          <a:solidFill>
            <a:srgbClr val="D8D8D8"/>
          </a:solidFill>
          <a:ln>
            <a:noFill/>
          </a:ln>
        </p:spPr>
      </p:sp>
      <p:sp>
        <p:nvSpPr>
          <p:cNvPr id="211" name="Google Shape;211;p186"/>
          <p:cNvSpPr>
            <a:spLocks noGrp="1"/>
          </p:cNvSpPr>
          <p:nvPr>
            <p:ph type="pic" idx="3"/>
          </p:nvPr>
        </p:nvSpPr>
        <p:spPr>
          <a:xfrm>
            <a:off x="6420125" y="2078160"/>
            <a:ext cx="4458409" cy="1800225"/>
          </a:xfrm>
          <a:prstGeom prst="rect">
            <a:avLst/>
          </a:prstGeom>
          <a:solidFill>
            <a:srgbClr val="D8D8D8"/>
          </a:solidFill>
          <a:ln>
            <a:noFill/>
          </a:ln>
        </p:spPr>
      </p:sp>
      <p:sp>
        <p:nvSpPr>
          <p:cNvPr id="212" name="Google Shape;212;p186"/>
          <p:cNvSpPr txBox="1">
            <a:spLocks noGrp="1"/>
          </p:cNvSpPr>
          <p:nvPr>
            <p:ph type="body" idx="1"/>
          </p:nvPr>
        </p:nvSpPr>
        <p:spPr>
          <a:xfrm>
            <a:off x="0" y="794684"/>
            <a:ext cx="5754688"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3" name="Google Shape;213;p186"/>
          <p:cNvSpPr txBox="1">
            <a:spLocks noGrp="1"/>
          </p:cNvSpPr>
          <p:nvPr>
            <p:ph type="body" idx="4"/>
          </p:nvPr>
        </p:nvSpPr>
        <p:spPr>
          <a:xfrm>
            <a:off x="1295633" y="4574194"/>
            <a:ext cx="4481513" cy="457910"/>
          </a:xfrm>
          <a:prstGeom prst="rect">
            <a:avLst/>
          </a:prstGeom>
          <a:noFill/>
          <a:ln>
            <a:noFill/>
          </a:ln>
        </p:spPr>
        <p:txBody>
          <a:bodyPr spcFirstLastPara="1" wrap="square" lIns="0" tIns="60925" rIns="0" bIns="60925" anchor="b" anchorCtr="0">
            <a:normAutofit/>
          </a:bodyPr>
          <a:lstStyle>
            <a:lvl1pPr marL="457200" lvl="0" indent="-228600" algn="l">
              <a:spcBef>
                <a:spcPts val="400"/>
              </a:spcBef>
              <a:spcAft>
                <a:spcPts val="0"/>
              </a:spcAft>
              <a:buClr>
                <a:schemeClr val="dk1"/>
              </a:buClr>
              <a:buSzPts val="2000"/>
              <a:buFont typeface="Open Sans"/>
              <a:buNone/>
              <a:defRPr sz="20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4" name="Google Shape;214;p186"/>
          <p:cNvSpPr txBox="1">
            <a:spLocks noGrp="1"/>
          </p:cNvSpPr>
          <p:nvPr>
            <p:ph type="body" idx="5"/>
          </p:nvPr>
        </p:nvSpPr>
        <p:spPr>
          <a:xfrm>
            <a:off x="1295633" y="5108192"/>
            <a:ext cx="4481513" cy="835585"/>
          </a:xfrm>
          <a:prstGeom prst="rect">
            <a:avLst/>
          </a:prstGeom>
          <a:noFill/>
          <a:ln>
            <a:noFill/>
          </a:ln>
        </p:spPr>
        <p:txBody>
          <a:bodyPr spcFirstLastPara="1" wrap="square" lIns="0" tIns="60925" rIns="0" bIns="60925" anchor="t" anchorCtr="0">
            <a:normAutofit/>
          </a:bodyPr>
          <a:lstStyle>
            <a:lvl1pPr marL="457200" lvl="0" indent="-228600" algn="l">
              <a:spcBef>
                <a:spcPts val="320"/>
              </a:spcBef>
              <a:spcAft>
                <a:spcPts val="0"/>
              </a:spcAft>
              <a:buClr>
                <a:schemeClr val="dk1"/>
              </a:buClr>
              <a:buSzPts val="1600"/>
              <a:buFont typeface="Open Sans"/>
              <a:buNone/>
              <a:defRPr sz="16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5" name="Google Shape;215;p186"/>
          <p:cNvSpPr txBox="1">
            <a:spLocks noGrp="1"/>
          </p:cNvSpPr>
          <p:nvPr>
            <p:ph type="body" idx="6"/>
          </p:nvPr>
        </p:nvSpPr>
        <p:spPr>
          <a:xfrm>
            <a:off x="6391740" y="4574194"/>
            <a:ext cx="4481513" cy="457910"/>
          </a:xfrm>
          <a:prstGeom prst="rect">
            <a:avLst/>
          </a:prstGeom>
          <a:noFill/>
          <a:ln>
            <a:noFill/>
          </a:ln>
        </p:spPr>
        <p:txBody>
          <a:bodyPr spcFirstLastPara="1" wrap="square" lIns="0" tIns="60925" rIns="0" bIns="60925" anchor="b" anchorCtr="0">
            <a:normAutofit/>
          </a:bodyPr>
          <a:lstStyle>
            <a:lvl1pPr marL="457200" lvl="0" indent="-228600" algn="l">
              <a:spcBef>
                <a:spcPts val="400"/>
              </a:spcBef>
              <a:spcAft>
                <a:spcPts val="0"/>
              </a:spcAft>
              <a:buClr>
                <a:schemeClr val="dk1"/>
              </a:buClr>
              <a:buSzPts val="2000"/>
              <a:buFont typeface="Open Sans"/>
              <a:buNone/>
              <a:defRPr sz="20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6" name="Google Shape;216;p186"/>
          <p:cNvSpPr txBox="1">
            <a:spLocks noGrp="1"/>
          </p:cNvSpPr>
          <p:nvPr>
            <p:ph type="body" idx="7"/>
          </p:nvPr>
        </p:nvSpPr>
        <p:spPr>
          <a:xfrm>
            <a:off x="6391740" y="5108192"/>
            <a:ext cx="4481513" cy="835585"/>
          </a:xfrm>
          <a:prstGeom prst="rect">
            <a:avLst/>
          </a:prstGeom>
          <a:noFill/>
          <a:ln>
            <a:noFill/>
          </a:ln>
        </p:spPr>
        <p:txBody>
          <a:bodyPr spcFirstLastPara="1" wrap="square" lIns="0" tIns="60925" rIns="0" bIns="60925" anchor="t" anchorCtr="0">
            <a:normAutofit/>
          </a:bodyPr>
          <a:lstStyle>
            <a:lvl1pPr marL="457200" lvl="0" indent="-228600" algn="l">
              <a:spcBef>
                <a:spcPts val="320"/>
              </a:spcBef>
              <a:spcAft>
                <a:spcPts val="0"/>
              </a:spcAft>
              <a:buClr>
                <a:schemeClr val="dk1"/>
              </a:buClr>
              <a:buSzPts val="1600"/>
              <a:buFont typeface="Open Sans"/>
              <a:buNone/>
              <a:defRPr sz="16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he Team">
  <p:cSld name="The Team">
    <p:spTree>
      <p:nvGrpSpPr>
        <p:cNvPr id="1" name="Shape 217"/>
        <p:cNvGrpSpPr/>
        <p:nvPr/>
      </p:nvGrpSpPr>
      <p:grpSpPr>
        <a:xfrm>
          <a:off x="0" y="0"/>
          <a:ext cx="0" cy="0"/>
          <a:chOff x="0" y="0"/>
          <a:chExt cx="0" cy="0"/>
        </a:xfrm>
      </p:grpSpPr>
      <p:sp>
        <p:nvSpPr>
          <p:cNvPr id="218" name="Google Shape;218;p187"/>
          <p:cNvSpPr/>
          <p:nvPr/>
        </p:nvSpPr>
        <p:spPr>
          <a:xfrm>
            <a:off x="-41943" y="0"/>
            <a:ext cx="4402929" cy="68580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19" name="Google Shape;219;p187"/>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0" name="Google Shape;220;p187"/>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1" name="Google Shape;221;p187"/>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22" name="Google Shape;222;p187"/>
          <p:cNvSpPr txBox="1">
            <a:spLocks noGrp="1"/>
          </p:cNvSpPr>
          <p:nvPr>
            <p:ph type="body" idx="1"/>
          </p:nvPr>
        </p:nvSpPr>
        <p:spPr>
          <a:xfrm>
            <a:off x="602805" y="1060150"/>
            <a:ext cx="3547750" cy="649288"/>
          </a:xfrm>
          <a:prstGeom prst="rect">
            <a:avLst/>
          </a:prstGeom>
          <a:noFill/>
          <a:ln>
            <a:noFill/>
          </a:ln>
        </p:spPr>
        <p:txBody>
          <a:bodyPr spcFirstLastPara="1" wrap="square" lIns="121875" tIns="60925" rIns="121875" bIns="60925" anchor="ctr" anchorCtr="0">
            <a:noAutofit/>
          </a:bodyPr>
          <a:lstStyle>
            <a:lvl1pPr marL="457200" lvl="0" indent="-228600" algn="r">
              <a:lnSpc>
                <a:spcPct val="80000"/>
              </a:lnSpc>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23" name="Google Shape;223;p187"/>
          <p:cNvSpPr>
            <a:spLocks noGrp="1"/>
          </p:cNvSpPr>
          <p:nvPr>
            <p:ph type="pic" idx="2"/>
          </p:nvPr>
        </p:nvSpPr>
        <p:spPr>
          <a:xfrm>
            <a:off x="4364494" y="2060843"/>
            <a:ext cx="1352103" cy="1352103"/>
          </a:xfrm>
          <a:prstGeom prst="rect">
            <a:avLst/>
          </a:prstGeom>
          <a:noFill/>
          <a:ln>
            <a:noFill/>
          </a:ln>
        </p:spPr>
      </p:sp>
      <p:sp>
        <p:nvSpPr>
          <p:cNvPr id="224" name="Google Shape;224;p187"/>
          <p:cNvSpPr>
            <a:spLocks noGrp="1"/>
          </p:cNvSpPr>
          <p:nvPr>
            <p:ph type="pic" idx="3"/>
          </p:nvPr>
        </p:nvSpPr>
        <p:spPr>
          <a:xfrm>
            <a:off x="5720105" y="2060843"/>
            <a:ext cx="1352103" cy="1352103"/>
          </a:xfrm>
          <a:prstGeom prst="rect">
            <a:avLst/>
          </a:prstGeom>
          <a:noFill/>
          <a:ln>
            <a:noFill/>
          </a:ln>
        </p:spPr>
      </p:sp>
      <p:sp>
        <p:nvSpPr>
          <p:cNvPr id="225" name="Google Shape;225;p187"/>
          <p:cNvSpPr>
            <a:spLocks noGrp="1"/>
          </p:cNvSpPr>
          <p:nvPr>
            <p:ph type="pic" idx="4"/>
          </p:nvPr>
        </p:nvSpPr>
        <p:spPr>
          <a:xfrm>
            <a:off x="8819301" y="724645"/>
            <a:ext cx="1352103" cy="1352103"/>
          </a:xfrm>
          <a:prstGeom prst="rect">
            <a:avLst/>
          </a:prstGeom>
          <a:noFill/>
          <a:ln>
            <a:noFill/>
          </a:ln>
        </p:spPr>
      </p:sp>
      <p:sp>
        <p:nvSpPr>
          <p:cNvPr id="226" name="Google Shape;226;p187"/>
          <p:cNvSpPr>
            <a:spLocks noGrp="1"/>
          </p:cNvSpPr>
          <p:nvPr>
            <p:ph type="pic" idx="5"/>
          </p:nvPr>
        </p:nvSpPr>
        <p:spPr>
          <a:xfrm>
            <a:off x="5722876" y="4760031"/>
            <a:ext cx="1352103" cy="1352103"/>
          </a:xfrm>
          <a:prstGeom prst="rect">
            <a:avLst/>
          </a:prstGeom>
          <a:noFill/>
          <a:ln>
            <a:no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ompany Profile">
  <p:cSld name="Company Profile">
    <p:spTree>
      <p:nvGrpSpPr>
        <p:cNvPr id="1" name="Shape 227"/>
        <p:cNvGrpSpPr/>
        <p:nvPr/>
      </p:nvGrpSpPr>
      <p:grpSpPr>
        <a:xfrm>
          <a:off x="0" y="0"/>
          <a:ext cx="0" cy="0"/>
          <a:chOff x="0" y="0"/>
          <a:chExt cx="0" cy="0"/>
        </a:xfrm>
      </p:grpSpPr>
      <p:sp>
        <p:nvSpPr>
          <p:cNvPr id="228" name="Google Shape;228;p188"/>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9" name="Google Shape;229;p188"/>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0" name="Google Shape;230;p188"/>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31" name="Google Shape;231;p188"/>
          <p:cNvSpPr/>
          <p:nvPr/>
        </p:nvSpPr>
        <p:spPr>
          <a:xfrm>
            <a:off x="1" y="708746"/>
            <a:ext cx="4942284" cy="821288"/>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32" name="Google Shape;232;p188"/>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33" name="Google Shape;233;p188"/>
          <p:cNvSpPr>
            <a:spLocks noGrp="1"/>
          </p:cNvSpPr>
          <p:nvPr>
            <p:ph type="pic" idx="2"/>
          </p:nvPr>
        </p:nvSpPr>
        <p:spPr>
          <a:xfrm>
            <a:off x="0" y="1529910"/>
            <a:ext cx="4942284" cy="3411257"/>
          </a:xfrm>
          <a:prstGeom prst="rect">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Project Two Column">
  <p:cSld name="Project Two Column">
    <p:spTree>
      <p:nvGrpSpPr>
        <p:cNvPr id="1" name="Shape 234"/>
        <p:cNvGrpSpPr/>
        <p:nvPr/>
      </p:nvGrpSpPr>
      <p:grpSpPr>
        <a:xfrm>
          <a:off x="0" y="0"/>
          <a:ext cx="0" cy="0"/>
          <a:chOff x="0" y="0"/>
          <a:chExt cx="0" cy="0"/>
        </a:xfrm>
      </p:grpSpPr>
      <p:sp>
        <p:nvSpPr>
          <p:cNvPr id="235" name="Google Shape;235;p189"/>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6" name="Google Shape;236;p189"/>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7" name="Google Shape;237;p189"/>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38" name="Google Shape;238;p189"/>
          <p:cNvSpPr/>
          <p:nvPr/>
        </p:nvSpPr>
        <p:spPr>
          <a:xfrm>
            <a:off x="1" y="708746"/>
            <a:ext cx="4942284" cy="821288"/>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39" name="Google Shape;239;p189"/>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0" name="Google Shape;240;p189"/>
          <p:cNvSpPr>
            <a:spLocks noGrp="1"/>
          </p:cNvSpPr>
          <p:nvPr>
            <p:ph type="pic" idx="2"/>
          </p:nvPr>
        </p:nvSpPr>
        <p:spPr>
          <a:xfrm>
            <a:off x="609599" y="1529909"/>
            <a:ext cx="5439509" cy="4419363"/>
          </a:xfrm>
          <a:prstGeom prst="rect">
            <a:avLst/>
          </a:prstGeom>
          <a:noFill/>
          <a:ln>
            <a:noFill/>
          </a:ln>
        </p:spPr>
      </p:sp>
      <p:sp>
        <p:nvSpPr>
          <p:cNvPr id="241" name="Google Shape;241;p189"/>
          <p:cNvSpPr>
            <a:spLocks noGrp="1"/>
          </p:cNvSpPr>
          <p:nvPr>
            <p:ph type="pic" idx="3"/>
          </p:nvPr>
        </p:nvSpPr>
        <p:spPr>
          <a:xfrm>
            <a:off x="6131169" y="1529909"/>
            <a:ext cx="5439509" cy="4419363"/>
          </a:xfrm>
          <a:prstGeom prst="rect">
            <a:avLst/>
          </a:prstGeom>
          <a:noFill/>
          <a:ln>
            <a:no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Our Appraoch">
  <p:cSld name="Our Appraoch">
    <p:spTree>
      <p:nvGrpSpPr>
        <p:cNvPr id="1" name="Shape 242"/>
        <p:cNvGrpSpPr/>
        <p:nvPr/>
      </p:nvGrpSpPr>
      <p:grpSpPr>
        <a:xfrm>
          <a:off x="0" y="0"/>
          <a:ext cx="0" cy="0"/>
          <a:chOff x="0" y="0"/>
          <a:chExt cx="0" cy="0"/>
        </a:xfrm>
      </p:grpSpPr>
      <p:sp>
        <p:nvSpPr>
          <p:cNvPr id="243" name="Google Shape;243;p190"/>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4" name="Google Shape;244;p190"/>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5" name="Google Shape;245;p190"/>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46" name="Google Shape;246;p190"/>
          <p:cNvSpPr/>
          <p:nvPr/>
        </p:nvSpPr>
        <p:spPr>
          <a:xfrm>
            <a:off x="1" y="708746"/>
            <a:ext cx="4942284" cy="821288"/>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47" name="Google Shape;247;p190"/>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8" name="Google Shape;248;p190"/>
          <p:cNvSpPr>
            <a:spLocks noGrp="1"/>
          </p:cNvSpPr>
          <p:nvPr>
            <p:ph type="pic" idx="2"/>
          </p:nvPr>
        </p:nvSpPr>
        <p:spPr>
          <a:xfrm>
            <a:off x="609599" y="1529909"/>
            <a:ext cx="10961079" cy="2475155"/>
          </a:xfrm>
          <a:prstGeom prst="rect">
            <a:avLst/>
          </a:prstGeom>
          <a:noFill/>
          <a:ln>
            <a:no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Project Tree Column">
  <p:cSld name="Project Tree Column">
    <p:spTree>
      <p:nvGrpSpPr>
        <p:cNvPr id="1" name="Shape 249"/>
        <p:cNvGrpSpPr/>
        <p:nvPr/>
      </p:nvGrpSpPr>
      <p:grpSpPr>
        <a:xfrm>
          <a:off x="0" y="0"/>
          <a:ext cx="0" cy="0"/>
          <a:chOff x="0" y="0"/>
          <a:chExt cx="0" cy="0"/>
        </a:xfrm>
      </p:grpSpPr>
      <p:sp>
        <p:nvSpPr>
          <p:cNvPr id="250" name="Google Shape;250;p191"/>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1" name="Google Shape;251;p191"/>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2" name="Google Shape;252;p191"/>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53" name="Google Shape;253;p191"/>
          <p:cNvSpPr/>
          <p:nvPr/>
        </p:nvSpPr>
        <p:spPr>
          <a:xfrm>
            <a:off x="1" y="708746"/>
            <a:ext cx="4942284" cy="821288"/>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54" name="Google Shape;254;p191"/>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55" name="Google Shape;255;p191"/>
          <p:cNvSpPr>
            <a:spLocks noGrp="1"/>
          </p:cNvSpPr>
          <p:nvPr>
            <p:ph type="pic" idx="2"/>
          </p:nvPr>
        </p:nvSpPr>
        <p:spPr>
          <a:xfrm>
            <a:off x="609441" y="1529909"/>
            <a:ext cx="3605855" cy="4419363"/>
          </a:xfrm>
          <a:prstGeom prst="rect">
            <a:avLst/>
          </a:prstGeom>
          <a:noFill/>
          <a:ln>
            <a:noFill/>
          </a:ln>
        </p:spPr>
      </p:sp>
      <p:sp>
        <p:nvSpPr>
          <p:cNvPr id="256" name="Google Shape;256;p191"/>
          <p:cNvSpPr>
            <a:spLocks noGrp="1"/>
          </p:cNvSpPr>
          <p:nvPr>
            <p:ph type="pic" idx="3"/>
          </p:nvPr>
        </p:nvSpPr>
        <p:spPr>
          <a:xfrm>
            <a:off x="4298073" y="1529909"/>
            <a:ext cx="3605855" cy="4419363"/>
          </a:xfrm>
          <a:prstGeom prst="rect">
            <a:avLst/>
          </a:prstGeom>
          <a:noFill/>
          <a:ln>
            <a:noFill/>
          </a:ln>
        </p:spPr>
      </p:sp>
      <p:sp>
        <p:nvSpPr>
          <p:cNvPr id="257" name="Google Shape;257;p191"/>
          <p:cNvSpPr>
            <a:spLocks noGrp="1"/>
          </p:cNvSpPr>
          <p:nvPr>
            <p:ph type="pic" idx="4"/>
          </p:nvPr>
        </p:nvSpPr>
        <p:spPr>
          <a:xfrm>
            <a:off x="7986705" y="1529909"/>
            <a:ext cx="3605855" cy="4419363"/>
          </a:xfrm>
          <a:prstGeom prst="rect">
            <a:avLst/>
          </a:prstGeom>
          <a:noFill/>
          <a:ln>
            <a:no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8"/>
        <p:cNvGrpSpPr/>
        <p:nvPr/>
      </p:nvGrpSpPr>
      <p:grpSpPr>
        <a:xfrm>
          <a:off x="0" y="0"/>
          <a:ext cx="0" cy="0"/>
          <a:chOff x="0" y="0"/>
          <a:chExt cx="0" cy="0"/>
        </a:xfrm>
      </p:grpSpPr>
      <p:sp>
        <p:nvSpPr>
          <p:cNvPr id="259" name="Google Shape;259;p192"/>
          <p:cNvSpPr/>
          <p:nvPr/>
        </p:nvSpPr>
        <p:spPr>
          <a:xfrm flipH="1">
            <a:off x="4294212" y="0"/>
            <a:ext cx="7876318" cy="6858000"/>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60" name="Google Shape;260;p192"/>
          <p:cNvSpPr/>
          <p:nvPr/>
        </p:nvSpPr>
        <p:spPr>
          <a:xfrm>
            <a:off x="-39608" y="-3"/>
            <a:ext cx="4333820" cy="4876818"/>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grpSp>
        <p:nvGrpSpPr>
          <p:cNvPr id="261" name="Google Shape;261;p192"/>
          <p:cNvGrpSpPr/>
          <p:nvPr/>
        </p:nvGrpSpPr>
        <p:grpSpPr>
          <a:xfrm>
            <a:off x="1" y="0"/>
            <a:ext cx="2601913" cy="2833688"/>
            <a:chOff x="0" y="0"/>
            <a:chExt cx="2601913" cy="2833688"/>
          </a:xfrm>
        </p:grpSpPr>
        <p:sp>
          <p:nvSpPr>
            <p:cNvPr id="262" name="Google Shape;262;p192"/>
            <p:cNvSpPr/>
            <p:nvPr/>
          </p:nvSpPr>
          <p:spPr>
            <a:xfrm>
              <a:off x="0"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3" name="Google Shape;263;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4" name="Google Shape;264;p192"/>
            <p:cNvSpPr/>
            <p:nvPr/>
          </p:nvSpPr>
          <p:spPr>
            <a:xfrm>
              <a:off x="0"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5" name="Google Shape;265;p192"/>
            <p:cNvSpPr/>
            <p:nvPr/>
          </p:nvSpPr>
          <p:spPr>
            <a:xfrm>
              <a:off x="0" y="1212850"/>
              <a:ext cx="701675" cy="814388"/>
            </a:xfrm>
            <a:custGeom>
              <a:avLst/>
              <a:gdLst/>
              <a:ahLst/>
              <a:cxnLst/>
              <a:rect l="l" t="t" r="r" b="b"/>
              <a:pathLst>
                <a:path w="442" h="513" extrusionOk="0">
                  <a:moveTo>
                    <a:pt x="0" y="257"/>
                  </a:moveTo>
                  <a:lnTo>
                    <a:pt x="0" y="257"/>
                  </a:lnTo>
                  <a:lnTo>
                    <a:pt x="442" y="0"/>
                  </a:lnTo>
                  <a:lnTo>
                    <a:pt x="442" y="3"/>
                  </a:lnTo>
                  <a:lnTo>
                    <a:pt x="442" y="513"/>
                  </a:lnTo>
                  <a:lnTo>
                    <a:pt x="0" y="257"/>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6" name="Google Shape;266;p192"/>
            <p:cNvSpPr/>
            <p:nvPr/>
          </p:nvSpPr>
          <p:spPr>
            <a:xfrm>
              <a:off x="234949" y="2359025"/>
              <a:ext cx="406465" cy="474663"/>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7" name="Google Shape;267;p192"/>
            <p:cNvSpPr/>
            <p:nvPr/>
          </p:nvSpPr>
          <p:spPr>
            <a:xfrm>
              <a:off x="0" y="809625"/>
              <a:ext cx="701675" cy="811213"/>
            </a:xfrm>
            <a:custGeom>
              <a:avLst/>
              <a:gdLst/>
              <a:ahLst/>
              <a:cxnLst/>
              <a:rect l="l" t="t" r="r" b="b"/>
              <a:pathLst>
                <a:path w="442" h="511" extrusionOk="0">
                  <a:moveTo>
                    <a:pt x="0" y="511"/>
                  </a:moveTo>
                  <a:lnTo>
                    <a:pt x="0" y="0"/>
                  </a:lnTo>
                  <a:lnTo>
                    <a:pt x="442" y="254"/>
                  </a:lnTo>
                  <a:lnTo>
                    <a:pt x="0" y="511"/>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8" name="Google Shape;268;p192"/>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9" name="Google Shape;269;p192"/>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0" name="Google Shape;270;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1" name="Google Shape;271;p192"/>
            <p:cNvSpPr/>
            <p:nvPr/>
          </p:nvSpPr>
          <p:spPr>
            <a:xfrm>
              <a:off x="1408113"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2" name="Google Shape;272;p192"/>
            <p:cNvSpPr/>
            <p:nvPr/>
          </p:nvSpPr>
          <p:spPr>
            <a:xfrm>
              <a:off x="2317750" y="241300"/>
              <a:ext cx="284163" cy="328613"/>
            </a:xfrm>
            <a:custGeom>
              <a:avLst/>
              <a:gdLst/>
              <a:ahLst/>
              <a:cxnLst/>
              <a:rect l="l" t="t" r="r" b="b"/>
              <a:pathLst>
                <a:path w="179" h="207" extrusionOk="0">
                  <a:moveTo>
                    <a:pt x="0" y="207"/>
                  </a:moveTo>
                  <a:lnTo>
                    <a:pt x="0" y="0"/>
                  </a:lnTo>
                  <a:lnTo>
                    <a:pt x="0" y="0"/>
                  </a:lnTo>
                  <a:lnTo>
                    <a:pt x="179" y="102"/>
                  </a:lnTo>
                  <a:lnTo>
                    <a:pt x="0" y="207"/>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3" name="Google Shape;273;p192"/>
            <p:cNvSpPr/>
            <p:nvPr/>
          </p:nvSpPr>
          <p:spPr>
            <a:xfrm>
              <a:off x="1408113"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4" name="Google Shape;274;p192"/>
            <p:cNvSpPr/>
            <p:nvPr/>
          </p:nvSpPr>
          <p:spPr>
            <a:xfrm>
              <a:off x="706438" y="809625"/>
              <a:ext cx="701675" cy="811213"/>
            </a:xfrm>
            <a:custGeom>
              <a:avLst/>
              <a:gdLst/>
              <a:ahLst/>
              <a:cxnLst/>
              <a:rect l="l" t="t" r="r" b="b"/>
              <a:pathLst>
                <a:path w="442" h="511" extrusionOk="0">
                  <a:moveTo>
                    <a:pt x="0" y="254"/>
                  </a:moveTo>
                  <a:lnTo>
                    <a:pt x="442" y="0"/>
                  </a:lnTo>
                  <a:lnTo>
                    <a:pt x="442" y="511"/>
                  </a:lnTo>
                  <a:lnTo>
                    <a:pt x="442" y="511"/>
                  </a:lnTo>
                  <a:lnTo>
                    <a:pt x="0" y="254"/>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5" name="Google Shape;275;p192"/>
            <p:cNvSpPr/>
            <p:nvPr/>
          </p:nvSpPr>
          <p:spPr>
            <a:xfrm>
              <a:off x="701675" y="1212850"/>
              <a:ext cx="706438" cy="811213"/>
            </a:xfrm>
            <a:custGeom>
              <a:avLst/>
              <a:gdLst/>
              <a:ahLst/>
              <a:cxnLst/>
              <a:rect l="l" t="t" r="r" b="b"/>
              <a:pathLst>
                <a:path w="445" h="511" extrusionOk="0">
                  <a:moveTo>
                    <a:pt x="0" y="511"/>
                  </a:moveTo>
                  <a:lnTo>
                    <a:pt x="0" y="3"/>
                  </a:lnTo>
                  <a:lnTo>
                    <a:pt x="3" y="0"/>
                  </a:lnTo>
                  <a:lnTo>
                    <a:pt x="445" y="257"/>
                  </a:lnTo>
                  <a:lnTo>
                    <a:pt x="0" y="511"/>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6" name="Google Shape;276;p192"/>
            <p:cNvSpPr/>
            <p:nvPr/>
          </p:nvSpPr>
          <p:spPr>
            <a:xfrm>
              <a:off x="701675" y="1620838"/>
              <a:ext cx="706438" cy="809625"/>
            </a:xfrm>
            <a:custGeom>
              <a:avLst/>
              <a:gdLst/>
              <a:ahLst/>
              <a:cxnLst/>
              <a:rect l="l" t="t" r="r" b="b"/>
              <a:pathLst>
                <a:path w="445" h="510" extrusionOk="0">
                  <a:moveTo>
                    <a:pt x="0" y="256"/>
                  </a:moveTo>
                  <a:lnTo>
                    <a:pt x="0" y="254"/>
                  </a:lnTo>
                  <a:lnTo>
                    <a:pt x="445" y="0"/>
                  </a:lnTo>
                  <a:lnTo>
                    <a:pt x="445" y="0"/>
                  </a:lnTo>
                  <a:lnTo>
                    <a:pt x="445" y="510"/>
                  </a:lnTo>
                  <a:lnTo>
                    <a:pt x="0" y="256"/>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7" name="Google Shape;277;p192"/>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8" name="Google Shape;278;p192"/>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9" name="Google Shape;279;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0" name="Google Shape;280;p192"/>
            <p:cNvSpPr/>
            <p:nvPr/>
          </p:nvSpPr>
          <p:spPr>
            <a:xfrm>
              <a:off x="0" y="0"/>
              <a:ext cx="701675" cy="809625"/>
            </a:xfrm>
            <a:custGeom>
              <a:avLst/>
              <a:gdLst/>
              <a:ahLst/>
              <a:cxnLst/>
              <a:rect l="l" t="t" r="r" b="b"/>
              <a:pathLst>
                <a:path w="442" h="510" extrusionOk="0">
                  <a:moveTo>
                    <a:pt x="0" y="0"/>
                  </a:moveTo>
                  <a:lnTo>
                    <a:pt x="0" y="510"/>
                  </a:lnTo>
                  <a:lnTo>
                    <a:pt x="442" y="254"/>
                  </a:lnTo>
                  <a:lnTo>
                    <a:pt x="0" y="0"/>
                  </a:lnTo>
                  <a:lnTo>
                    <a:pt x="0" y="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1" name="Google Shape;281;p192"/>
            <p:cNvSpPr/>
            <p:nvPr/>
          </p:nvSpPr>
          <p:spPr>
            <a:xfrm>
              <a:off x="701675" y="0"/>
              <a:ext cx="701675" cy="403225"/>
            </a:xfrm>
            <a:custGeom>
              <a:avLst/>
              <a:gdLst/>
              <a:ahLst/>
              <a:cxnLst/>
              <a:rect l="l" t="t" r="r" b="b"/>
              <a:pathLst>
                <a:path w="442" h="254" extrusionOk="0">
                  <a:moveTo>
                    <a:pt x="0" y="254"/>
                  </a:moveTo>
                  <a:lnTo>
                    <a:pt x="442" y="0"/>
                  </a:lnTo>
                  <a:lnTo>
                    <a:pt x="0" y="0"/>
                  </a:lnTo>
                  <a:lnTo>
                    <a:pt x="0"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2" name="Google Shape;282;p192"/>
            <p:cNvSpPr/>
            <p:nvPr/>
          </p:nvSpPr>
          <p:spPr>
            <a:xfrm>
              <a:off x="0" y="0"/>
              <a:ext cx="701675" cy="403225"/>
            </a:xfrm>
            <a:custGeom>
              <a:avLst/>
              <a:gdLst/>
              <a:ahLst/>
              <a:cxnLst/>
              <a:rect l="l" t="t" r="r" b="b"/>
              <a:pathLst>
                <a:path w="442" h="254" extrusionOk="0">
                  <a:moveTo>
                    <a:pt x="442" y="0"/>
                  </a:moveTo>
                  <a:lnTo>
                    <a:pt x="0" y="0"/>
                  </a:lnTo>
                  <a:lnTo>
                    <a:pt x="442" y="254"/>
                  </a:lnTo>
                  <a:lnTo>
                    <a:pt x="442" y="254"/>
                  </a:lnTo>
                  <a:lnTo>
                    <a:pt x="442" y="0"/>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283" name="Google Shape;283;p192"/>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4" name="Google Shape;284;p192"/>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5" name="Google Shape;285;p192"/>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86" name="Google Shape;286;p192"/>
          <p:cNvSpPr txBox="1">
            <a:spLocks noGrp="1"/>
          </p:cNvSpPr>
          <p:nvPr>
            <p:ph type="title"/>
          </p:nvPr>
        </p:nvSpPr>
        <p:spPr>
          <a:xfrm>
            <a:off x="6094412" y="3789040"/>
            <a:ext cx="5491606" cy="1362075"/>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accent3"/>
              </a:buClr>
              <a:buSzPts val="5300"/>
              <a:buFont typeface="Open Sans"/>
              <a:buNone/>
              <a:defRPr sz="5300" b="1" cap="none">
                <a:solidFill>
                  <a:schemeClr val="accent3"/>
                </a:solidFill>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7" name="Google Shape;287;p192"/>
          <p:cNvSpPr txBox="1">
            <a:spLocks noGrp="1"/>
          </p:cNvSpPr>
          <p:nvPr>
            <p:ph type="body" idx="1"/>
          </p:nvPr>
        </p:nvSpPr>
        <p:spPr>
          <a:xfrm>
            <a:off x="6094412" y="5319823"/>
            <a:ext cx="5521484" cy="828007"/>
          </a:xfrm>
          <a:prstGeom prst="rect">
            <a:avLst/>
          </a:prstGeom>
          <a:noFill/>
          <a:ln>
            <a:noFill/>
          </a:ln>
        </p:spPr>
        <p:txBody>
          <a:bodyPr spcFirstLastPara="1" wrap="square" lIns="121875" tIns="0" rIns="121875" bIns="0" anchor="t" anchorCtr="0">
            <a:normAutofit/>
          </a:bodyPr>
          <a:lstStyle>
            <a:lvl1pPr marL="457200" lvl="0" indent="-228600" algn="l">
              <a:spcBef>
                <a:spcPts val="320"/>
              </a:spcBef>
              <a:spcAft>
                <a:spcPts val="0"/>
              </a:spcAft>
              <a:buClr>
                <a:schemeClr val="accent3"/>
              </a:buClr>
              <a:buSzPts val="1600"/>
              <a:buNone/>
              <a:defRPr sz="1600">
                <a:solidFill>
                  <a:schemeClr val="accent3"/>
                </a:solidFill>
                <a:latin typeface="Open Sans"/>
                <a:ea typeface="Open Sans"/>
                <a:cs typeface="Open Sans"/>
                <a:sym typeface="Open Sans"/>
              </a:defRPr>
            </a:lvl1pPr>
            <a:lvl2pPr marL="914400" lvl="1" indent="-228600" algn="l">
              <a:spcBef>
                <a:spcPts val="480"/>
              </a:spcBef>
              <a:spcAft>
                <a:spcPts val="0"/>
              </a:spcAft>
              <a:buClr>
                <a:srgbClr val="888888"/>
              </a:buClr>
              <a:buSzPts val="2400"/>
              <a:buNone/>
              <a:defRPr sz="2400">
                <a:solidFill>
                  <a:srgbClr val="888888"/>
                </a:solidFill>
              </a:defRPr>
            </a:lvl2pPr>
            <a:lvl3pPr marL="1371600" lvl="2" indent="-228600" algn="l">
              <a:spcBef>
                <a:spcPts val="420"/>
              </a:spcBef>
              <a:spcAft>
                <a:spcPts val="0"/>
              </a:spcAft>
              <a:buClr>
                <a:srgbClr val="888888"/>
              </a:buClr>
              <a:buSzPts val="2100"/>
              <a:buNone/>
              <a:defRPr sz="2100">
                <a:solidFill>
                  <a:srgbClr val="888888"/>
                </a:solidFill>
              </a:defRPr>
            </a:lvl3pPr>
            <a:lvl4pPr marL="1828800" lvl="3" indent="-228600" algn="l">
              <a:spcBef>
                <a:spcPts val="380"/>
              </a:spcBef>
              <a:spcAft>
                <a:spcPts val="0"/>
              </a:spcAft>
              <a:buClr>
                <a:srgbClr val="888888"/>
              </a:buClr>
              <a:buSzPts val="1900"/>
              <a:buNone/>
              <a:defRPr sz="1900">
                <a:solidFill>
                  <a:srgbClr val="888888"/>
                </a:solidFill>
              </a:defRPr>
            </a:lvl4pPr>
            <a:lvl5pPr marL="2286000" lvl="4" indent="-228600" algn="l">
              <a:spcBef>
                <a:spcPts val="380"/>
              </a:spcBef>
              <a:spcAft>
                <a:spcPts val="0"/>
              </a:spcAft>
              <a:buClr>
                <a:srgbClr val="888888"/>
              </a:buClr>
              <a:buSzPts val="1900"/>
              <a:buNone/>
              <a:defRPr sz="1900">
                <a:solidFill>
                  <a:srgbClr val="888888"/>
                </a:solidFill>
              </a:defRPr>
            </a:lvl5pPr>
            <a:lvl6pPr marL="2743200" lvl="5" indent="-228600" algn="l">
              <a:spcBef>
                <a:spcPts val="380"/>
              </a:spcBef>
              <a:spcAft>
                <a:spcPts val="0"/>
              </a:spcAft>
              <a:buClr>
                <a:srgbClr val="888888"/>
              </a:buClr>
              <a:buSzPts val="1900"/>
              <a:buNone/>
              <a:defRPr sz="1900">
                <a:solidFill>
                  <a:srgbClr val="888888"/>
                </a:solidFill>
              </a:defRPr>
            </a:lvl6pPr>
            <a:lvl7pPr marL="3200400" lvl="6" indent="-228600" algn="l">
              <a:spcBef>
                <a:spcPts val="380"/>
              </a:spcBef>
              <a:spcAft>
                <a:spcPts val="0"/>
              </a:spcAft>
              <a:buClr>
                <a:srgbClr val="888888"/>
              </a:buClr>
              <a:buSzPts val="1900"/>
              <a:buNone/>
              <a:defRPr sz="1900">
                <a:solidFill>
                  <a:srgbClr val="888888"/>
                </a:solidFill>
              </a:defRPr>
            </a:lvl7pPr>
            <a:lvl8pPr marL="3657600" lvl="7" indent="-228600" algn="l">
              <a:spcBef>
                <a:spcPts val="380"/>
              </a:spcBef>
              <a:spcAft>
                <a:spcPts val="0"/>
              </a:spcAft>
              <a:buClr>
                <a:srgbClr val="888888"/>
              </a:buClr>
              <a:buSzPts val="1900"/>
              <a:buNone/>
              <a:defRPr sz="1900">
                <a:solidFill>
                  <a:srgbClr val="888888"/>
                </a:solidFill>
              </a:defRPr>
            </a:lvl8pPr>
            <a:lvl9pPr marL="4114800" lvl="8" indent="-228600" algn="l">
              <a:spcBef>
                <a:spcPts val="380"/>
              </a:spcBef>
              <a:spcAft>
                <a:spcPts val="0"/>
              </a:spcAft>
              <a:buClr>
                <a:srgbClr val="888888"/>
              </a:buClr>
              <a:buSzPts val="1900"/>
              <a:buNone/>
              <a:defRPr sz="1900">
                <a:solidFill>
                  <a:srgbClr val="888888"/>
                </a:solidFill>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Graph">
  <p:cSld name="Graph">
    <p:spTree>
      <p:nvGrpSpPr>
        <p:cNvPr id="1" name="Shape 288"/>
        <p:cNvGrpSpPr/>
        <p:nvPr/>
      </p:nvGrpSpPr>
      <p:grpSpPr>
        <a:xfrm>
          <a:off x="0" y="0"/>
          <a:ext cx="0" cy="0"/>
          <a:chOff x="0" y="0"/>
          <a:chExt cx="0" cy="0"/>
        </a:xfrm>
      </p:grpSpPr>
      <p:sp>
        <p:nvSpPr>
          <p:cNvPr id="289" name="Google Shape;289;p193"/>
          <p:cNvSpPr txBox="1">
            <a:spLocks noGrp="1"/>
          </p:cNvSpPr>
          <p:nvPr>
            <p:ph type="title"/>
          </p:nvPr>
        </p:nvSpPr>
        <p:spPr>
          <a:xfrm>
            <a:off x="609441" y="476672"/>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dk1"/>
              </a:buClr>
              <a:buSzPts val="3600"/>
              <a:buFont typeface="Open Sans"/>
              <a:buNone/>
              <a:defRPr sz="3600">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0" name="Google Shape;290;p193"/>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1" name="Google Shape;291;p193"/>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2" name="Google Shape;292;p193"/>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93"/>
        <p:cNvGrpSpPr/>
        <p:nvPr/>
      </p:nvGrpSpPr>
      <p:grpSpPr>
        <a:xfrm>
          <a:off x="0" y="0"/>
          <a:ext cx="0" cy="0"/>
          <a:chOff x="0" y="0"/>
          <a:chExt cx="0" cy="0"/>
        </a:xfrm>
      </p:grpSpPr>
      <p:sp>
        <p:nvSpPr>
          <p:cNvPr id="294" name="Google Shape;294;p194"/>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5" name="Google Shape;295;p194"/>
          <p:cNvSpPr txBox="1">
            <a:spLocks noGrp="1"/>
          </p:cNvSpPr>
          <p:nvPr>
            <p:ph type="body" idx="1"/>
          </p:nvPr>
        </p:nvSpPr>
        <p:spPr>
          <a:xfrm>
            <a:off x="609441" y="1138425"/>
            <a:ext cx="10969943" cy="4987739"/>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96" name="Google Shape;296;p194"/>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7" name="Google Shape;297;p194"/>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8" name="Google Shape;298;p194"/>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9"/>
        <p:cNvGrpSpPr/>
        <p:nvPr/>
      </p:nvGrpSpPr>
      <p:grpSpPr>
        <a:xfrm>
          <a:off x="0" y="0"/>
          <a:ext cx="0" cy="0"/>
          <a:chOff x="0" y="0"/>
          <a:chExt cx="0" cy="0"/>
        </a:xfrm>
      </p:grpSpPr>
      <p:sp>
        <p:nvSpPr>
          <p:cNvPr id="300" name="Google Shape;300;p195"/>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1" name="Google Shape;301;p195"/>
          <p:cNvSpPr txBox="1">
            <a:spLocks noGrp="1"/>
          </p:cNvSpPr>
          <p:nvPr>
            <p:ph type="body" idx="1"/>
          </p:nvPr>
        </p:nvSpPr>
        <p:spPr>
          <a:xfrm>
            <a:off x="609441" y="1600201"/>
            <a:ext cx="5383398" cy="4525963"/>
          </a:xfrm>
          <a:prstGeom prst="rect">
            <a:avLst/>
          </a:prstGeom>
          <a:noFill/>
          <a:ln>
            <a:noFill/>
          </a:ln>
        </p:spPr>
        <p:txBody>
          <a:bodyPr spcFirstLastPara="1" wrap="square" lIns="121875" tIns="60925" rIns="121875" bIns="60925" anchor="t" anchorCtr="0">
            <a:normAutofit/>
          </a:bodyPr>
          <a:lstStyle>
            <a:lvl1pPr marL="457200" lvl="0" indent="-463550" algn="l">
              <a:spcBef>
                <a:spcPts val="740"/>
              </a:spcBef>
              <a:spcAft>
                <a:spcPts val="0"/>
              </a:spcAft>
              <a:buClr>
                <a:schemeClr val="dk1"/>
              </a:buClr>
              <a:buSzPts val="3700"/>
              <a:buChar char="•"/>
              <a:defRPr sz="3700"/>
            </a:lvl1pPr>
            <a:lvl2pPr marL="914400" lvl="1" indent="-431800" algn="l">
              <a:spcBef>
                <a:spcPts val="640"/>
              </a:spcBef>
              <a:spcAft>
                <a:spcPts val="0"/>
              </a:spcAft>
              <a:buClr>
                <a:schemeClr val="dk1"/>
              </a:buClr>
              <a:buSzPts val="3200"/>
              <a:buChar char="–"/>
              <a:defRPr sz="3200"/>
            </a:lvl2pPr>
            <a:lvl3pPr marL="1371600" lvl="2" indent="-400050" algn="l">
              <a:spcBef>
                <a:spcPts val="540"/>
              </a:spcBef>
              <a:spcAft>
                <a:spcPts val="0"/>
              </a:spcAft>
              <a:buClr>
                <a:schemeClr val="dk1"/>
              </a:buClr>
              <a:buSzPts val="2700"/>
              <a:buChar char="•"/>
              <a:defRPr sz="2700"/>
            </a:lvl3pPr>
            <a:lvl4pPr marL="1828800" lvl="3" indent="-381000" algn="l">
              <a:spcBef>
                <a:spcPts val="480"/>
              </a:spcBef>
              <a:spcAft>
                <a:spcPts val="0"/>
              </a:spcAft>
              <a:buClr>
                <a:schemeClr val="dk1"/>
              </a:buClr>
              <a:buSzPts val="2400"/>
              <a:buChar char="–"/>
              <a:defRPr sz="2400"/>
            </a:lvl4pPr>
            <a:lvl5pPr marL="2286000" lvl="4" indent="-381000" algn="l">
              <a:spcBef>
                <a:spcPts val="480"/>
              </a:spcBef>
              <a:spcAft>
                <a:spcPts val="0"/>
              </a:spcAft>
              <a:buClr>
                <a:schemeClr val="dk1"/>
              </a:buClr>
              <a:buSzPts val="2400"/>
              <a:buChar char="»"/>
              <a:defRPr sz="24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
        <p:nvSpPr>
          <p:cNvPr id="302" name="Google Shape;302;p195"/>
          <p:cNvSpPr txBox="1">
            <a:spLocks noGrp="1"/>
          </p:cNvSpPr>
          <p:nvPr>
            <p:ph type="body" idx="2"/>
          </p:nvPr>
        </p:nvSpPr>
        <p:spPr>
          <a:xfrm>
            <a:off x="6195986" y="1600201"/>
            <a:ext cx="5383398" cy="4525963"/>
          </a:xfrm>
          <a:prstGeom prst="rect">
            <a:avLst/>
          </a:prstGeom>
          <a:noFill/>
          <a:ln>
            <a:noFill/>
          </a:ln>
        </p:spPr>
        <p:txBody>
          <a:bodyPr spcFirstLastPara="1" wrap="square" lIns="121875" tIns="60925" rIns="121875" bIns="60925" anchor="t" anchorCtr="0">
            <a:normAutofit/>
          </a:bodyPr>
          <a:lstStyle>
            <a:lvl1pPr marL="457200" lvl="0" indent="-463550" algn="l">
              <a:spcBef>
                <a:spcPts val="740"/>
              </a:spcBef>
              <a:spcAft>
                <a:spcPts val="0"/>
              </a:spcAft>
              <a:buClr>
                <a:schemeClr val="dk1"/>
              </a:buClr>
              <a:buSzPts val="3700"/>
              <a:buChar char="•"/>
              <a:defRPr sz="3700"/>
            </a:lvl1pPr>
            <a:lvl2pPr marL="914400" lvl="1" indent="-431800" algn="l">
              <a:spcBef>
                <a:spcPts val="640"/>
              </a:spcBef>
              <a:spcAft>
                <a:spcPts val="0"/>
              </a:spcAft>
              <a:buClr>
                <a:schemeClr val="dk1"/>
              </a:buClr>
              <a:buSzPts val="3200"/>
              <a:buChar char="–"/>
              <a:defRPr sz="3200"/>
            </a:lvl2pPr>
            <a:lvl3pPr marL="1371600" lvl="2" indent="-400050" algn="l">
              <a:spcBef>
                <a:spcPts val="540"/>
              </a:spcBef>
              <a:spcAft>
                <a:spcPts val="0"/>
              </a:spcAft>
              <a:buClr>
                <a:schemeClr val="dk1"/>
              </a:buClr>
              <a:buSzPts val="2700"/>
              <a:buChar char="•"/>
              <a:defRPr sz="2700"/>
            </a:lvl3pPr>
            <a:lvl4pPr marL="1828800" lvl="3" indent="-381000" algn="l">
              <a:spcBef>
                <a:spcPts val="480"/>
              </a:spcBef>
              <a:spcAft>
                <a:spcPts val="0"/>
              </a:spcAft>
              <a:buClr>
                <a:schemeClr val="dk1"/>
              </a:buClr>
              <a:buSzPts val="2400"/>
              <a:buChar char="–"/>
              <a:defRPr sz="2400"/>
            </a:lvl4pPr>
            <a:lvl5pPr marL="2286000" lvl="4" indent="-381000" algn="l">
              <a:spcBef>
                <a:spcPts val="480"/>
              </a:spcBef>
              <a:spcAft>
                <a:spcPts val="0"/>
              </a:spcAft>
              <a:buClr>
                <a:schemeClr val="dk1"/>
              </a:buClr>
              <a:buSzPts val="2400"/>
              <a:buChar char="»"/>
              <a:defRPr sz="24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
        <p:nvSpPr>
          <p:cNvPr id="303" name="Google Shape;303;p195"/>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4" name="Google Shape;304;p195"/>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5" name="Google Shape;305;p195"/>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06"/>
        <p:cNvGrpSpPr/>
        <p:nvPr/>
      </p:nvGrpSpPr>
      <p:grpSpPr>
        <a:xfrm>
          <a:off x="0" y="0"/>
          <a:ext cx="0" cy="0"/>
          <a:chOff x="0" y="0"/>
          <a:chExt cx="0" cy="0"/>
        </a:xfrm>
      </p:grpSpPr>
      <p:sp>
        <p:nvSpPr>
          <p:cNvPr id="307" name="Google Shape;307;p196"/>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36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8" name="Google Shape;308;p196"/>
          <p:cNvSpPr txBox="1">
            <a:spLocks noGrp="1"/>
          </p:cNvSpPr>
          <p:nvPr>
            <p:ph type="body" idx="1"/>
          </p:nvPr>
        </p:nvSpPr>
        <p:spPr>
          <a:xfrm>
            <a:off x="609441" y="1535113"/>
            <a:ext cx="5385514" cy="639763"/>
          </a:xfrm>
          <a:prstGeom prst="rect">
            <a:avLst/>
          </a:prstGeom>
          <a:noFill/>
          <a:ln>
            <a:noFill/>
          </a:ln>
        </p:spPr>
        <p:txBody>
          <a:bodyPr spcFirstLastPara="1" wrap="square" lIns="121875" tIns="60925" rIns="121875" bIns="60925" anchor="b" anchorCtr="0">
            <a:normAutofit/>
          </a:bodyPr>
          <a:lstStyle>
            <a:lvl1pPr marL="457200" lvl="0" indent="-228600" algn="l">
              <a:spcBef>
                <a:spcPts val="640"/>
              </a:spcBef>
              <a:spcAft>
                <a:spcPts val="0"/>
              </a:spcAft>
              <a:buClr>
                <a:schemeClr val="dk1"/>
              </a:buClr>
              <a:buSzPts val="3200"/>
              <a:buNone/>
              <a:defRPr sz="3200" b="1"/>
            </a:lvl1pPr>
            <a:lvl2pPr marL="914400" lvl="1" indent="-228600" algn="l">
              <a:spcBef>
                <a:spcPts val="540"/>
              </a:spcBef>
              <a:spcAft>
                <a:spcPts val="0"/>
              </a:spcAft>
              <a:buClr>
                <a:schemeClr val="dk1"/>
              </a:buClr>
              <a:buSzPts val="2700"/>
              <a:buNone/>
              <a:defRPr sz="2700" b="1"/>
            </a:lvl2pPr>
            <a:lvl3pPr marL="1371600" lvl="2" indent="-228600" algn="l">
              <a:spcBef>
                <a:spcPts val="480"/>
              </a:spcBef>
              <a:spcAft>
                <a:spcPts val="0"/>
              </a:spcAft>
              <a:buClr>
                <a:schemeClr val="dk1"/>
              </a:buClr>
              <a:buSzPts val="2400"/>
              <a:buNone/>
              <a:defRPr sz="2400" b="1"/>
            </a:lvl3pPr>
            <a:lvl4pPr marL="1828800" lvl="3" indent="-228600" algn="l">
              <a:spcBef>
                <a:spcPts val="420"/>
              </a:spcBef>
              <a:spcAft>
                <a:spcPts val="0"/>
              </a:spcAft>
              <a:buClr>
                <a:schemeClr val="dk1"/>
              </a:buClr>
              <a:buSzPts val="2100"/>
              <a:buNone/>
              <a:defRPr sz="2100" b="1"/>
            </a:lvl4pPr>
            <a:lvl5pPr marL="2286000" lvl="4" indent="-228600" algn="l">
              <a:spcBef>
                <a:spcPts val="420"/>
              </a:spcBef>
              <a:spcAft>
                <a:spcPts val="0"/>
              </a:spcAft>
              <a:buClr>
                <a:schemeClr val="dk1"/>
              </a:buClr>
              <a:buSzPts val="2100"/>
              <a:buNone/>
              <a:defRPr sz="2100" b="1"/>
            </a:lvl5pPr>
            <a:lvl6pPr marL="2743200" lvl="5" indent="-228600" algn="l">
              <a:spcBef>
                <a:spcPts val="420"/>
              </a:spcBef>
              <a:spcAft>
                <a:spcPts val="0"/>
              </a:spcAft>
              <a:buClr>
                <a:schemeClr val="dk1"/>
              </a:buClr>
              <a:buSzPts val="2100"/>
              <a:buNone/>
              <a:defRPr sz="2100" b="1"/>
            </a:lvl6pPr>
            <a:lvl7pPr marL="3200400" lvl="6" indent="-228600" algn="l">
              <a:spcBef>
                <a:spcPts val="420"/>
              </a:spcBef>
              <a:spcAft>
                <a:spcPts val="0"/>
              </a:spcAft>
              <a:buClr>
                <a:schemeClr val="dk1"/>
              </a:buClr>
              <a:buSzPts val="2100"/>
              <a:buNone/>
              <a:defRPr sz="2100" b="1"/>
            </a:lvl7pPr>
            <a:lvl8pPr marL="3657600" lvl="7" indent="-228600" algn="l">
              <a:spcBef>
                <a:spcPts val="420"/>
              </a:spcBef>
              <a:spcAft>
                <a:spcPts val="0"/>
              </a:spcAft>
              <a:buClr>
                <a:schemeClr val="dk1"/>
              </a:buClr>
              <a:buSzPts val="2100"/>
              <a:buNone/>
              <a:defRPr sz="2100" b="1"/>
            </a:lvl8pPr>
            <a:lvl9pPr marL="4114800" lvl="8" indent="-228600" algn="l">
              <a:spcBef>
                <a:spcPts val="420"/>
              </a:spcBef>
              <a:spcAft>
                <a:spcPts val="0"/>
              </a:spcAft>
              <a:buClr>
                <a:schemeClr val="dk1"/>
              </a:buClr>
              <a:buSzPts val="2100"/>
              <a:buNone/>
              <a:defRPr sz="2100" b="1"/>
            </a:lvl9pPr>
          </a:lstStyle>
          <a:p>
            <a:endParaRPr/>
          </a:p>
        </p:txBody>
      </p:sp>
      <p:sp>
        <p:nvSpPr>
          <p:cNvPr id="309" name="Google Shape;309;p196"/>
          <p:cNvSpPr txBox="1">
            <a:spLocks noGrp="1"/>
          </p:cNvSpPr>
          <p:nvPr>
            <p:ph type="body" idx="2"/>
          </p:nvPr>
        </p:nvSpPr>
        <p:spPr>
          <a:xfrm>
            <a:off x="609441" y="2174875"/>
            <a:ext cx="5385514" cy="3951288"/>
          </a:xfrm>
          <a:prstGeom prst="rect">
            <a:avLst/>
          </a:prstGeom>
          <a:noFill/>
          <a:ln>
            <a:noFill/>
          </a:ln>
        </p:spPr>
        <p:txBody>
          <a:bodyPr spcFirstLastPara="1" wrap="square" lIns="121875" tIns="60925" rIns="121875" bIns="60925" anchor="t" anchorCtr="0">
            <a:normAutofit/>
          </a:bodyPr>
          <a:lstStyle>
            <a:lvl1pPr marL="457200" lvl="0" indent="-431800" algn="l">
              <a:spcBef>
                <a:spcPts val="640"/>
              </a:spcBef>
              <a:spcAft>
                <a:spcPts val="0"/>
              </a:spcAft>
              <a:buClr>
                <a:schemeClr val="dk1"/>
              </a:buClr>
              <a:buSzPts val="3200"/>
              <a:buChar char="•"/>
              <a:defRPr sz="3200"/>
            </a:lvl1pPr>
            <a:lvl2pPr marL="914400" lvl="1" indent="-400050" algn="l">
              <a:spcBef>
                <a:spcPts val="540"/>
              </a:spcBef>
              <a:spcAft>
                <a:spcPts val="0"/>
              </a:spcAft>
              <a:buClr>
                <a:schemeClr val="dk1"/>
              </a:buClr>
              <a:buSzPts val="2700"/>
              <a:buChar char="–"/>
              <a:defRPr sz="2700"/>
            </a:lvl2pPr>
            <a:lvl3pPr marL="1371600" lvl="2" indent="-381000" algn="l">
              <a:spcBef>
                <a:spcPts val="480"/>
              </a:spcBef>
              <a:spcAft>
                <a:spcPts val="0"/>
              </a:spcAft>
              <a:buClr>
                <a:schemeClr val="dk1"/>
              </a:buClr>
              <a:buSzPts val="2400"/>
              <a:buChar char="•"/>
              <a:defRPr sz="2400"/>
            </a:lvl3pPr>
            <a:lvl4pPr marL="1828800" lvl="3" indent="-361950" algn="l">
              <a:spcBef>
                <a:spcPts val="420"/>
              </a:spcBef>
              <a:spcAft>
                <a:spcPts val="0"/>
              </a:spcAft>
              <a:buClr>
                <a:schemeClr val="dk1"/>
              </a:buClr>
              <a:buSzPts val="2100"/>
              <a:buChar char="–"/>
              <a:defRPr sz="2100"/>
            </a:lvl4pPr>
            <a:lvl5pPr marL="2286000" lvl="4" indent="-361950" algn="l">
              <a:spcBef>
                <a:spcPts val="420"/>
              </a:spcBef>
              <a:spcAft>
                <a:spcPts val="0"/>
              </a:spcAft>
              <a:buClr>
                <a:schemeClr val="dk1"/>
              </a:buClr>
              <a:buSzPts val="2100"/>
              <a:buChar char="»"/>
              <a:defRPr sz="2100"/>
            </a:lvl5pPr>
            <a:lvl6pPr marL="2743200" lvl="5" indent="-361950" algn="l">
              <a:spcBef>
                <a:spcPts val="420"/>
              </a:spcBef>
              <a:spcAft>
                <a:spcPts val="0"/>
              </a:spcAft>
              <a:buClr>
                <a:schemeClr val="dk1"/>
              </a:buClr>
              <a:buSzPts val="2100"/>
              <a:buChar char="•"/>
              <a:defRPr sz="2100"/>
            </a:lvl6pPr>
            <a:lvl7pPr marL="3200400" lvl="6" indent="-361950" algn="l">
              <a:spcBef>
                <a:spcPts val="420"/>
              </a:spcBef>
              <a:spcAft>
                <a:spcPts val="0"/>
              </a:spcAft>
              <a:buClr>
                <a:schemeClr val="dk1"/>
              </a:buClr>
              <a:buSzPts val="2100"/>
              <a:buChar char="•"/>
              <a:defRPr sz="2100"/>
            </a:lvl7pPr>
            <a:lvl8pPr marL="3657600" lvl="7" indent="-361950" algn="l">
              <a:spcBef>
                <a:spcPts val="420"/>
              </a:spcBef>
              <a:spcAft>
                <a:spcPts val="0"/>
              </a:spcAft>
              <a:buClr>
                <a:schemeClr val="dk1"/>
              </a:buClr>
              <a:buSzPts val="2100"/>
              <a:buChar char="•"/>
              <a:defRPr sz="2100"/>
            </a:lvl8pPr>
            <a:lvl9pPr marL="4114800" lvl="8" indent="-361950" algn="l">
              <a:spcBef>
                <a:spcPts val="420"/>
              </a:spcBef>
              <a:spcAft>
                <a:spcPts val="0"/>
              </a:spcAft>
              <a:buClr>
                <a:schemeClr val="dk1"/>
              </a:buClr>
              <a:buSzPts val="2100"/>
              <a:buChar char="•"/>
              <a:defRPr sz="2100"/>
            </a:lvl9pPr>
          </a:lstStyle>
          <a:p>
            <a:endParaRPr/>
          </a:p>
        </p:txBody>
      </p:sp>
      <p:sp>
        <p:nvSpPr>
          <p:cNvPr id="310" name="Google Shape;310;p196"/>
          <p:cNvSpPr txBox="1">
            <a:spLocks noGrp="1"/>
          </p:cNvSpPr>
          <p:nvPr>
            <p:ph type="body" idx="3"/>
          </p:nvPr>
        </p:nvSpPr>
        <p:spPr>
          <a:xfrm>
            <a:off x="6191756" y="1535113"/>
            <a:ext cx="5387630" cy="639763"/>
          </a:xfrm>
          <a:prstGeom prst="rect">
            <a:avLst/>
          </a:prstGeom>
          <a:noFill/>
          <a:ln>
            <a:noFill/>
          </a:ln>
        </p:spPr>
        <p:txBody>
          <a:bodyPr spcFirstLastPara="1" wrap="square" lIns="121875" tIns="60925" rIns="121875" bIns="60925" anchor="b" anchorCtr="0">
            <a:normAutofit/>
          </a:bodyPr>
          <a:lstStyle>
            <a:lvl1pPr marL="457200" lvl="0" indent="-228600" algn="l">
              <a:spcBef>
                <a:spcPts val="640"/>
              </a:spcBef>
              <a:spcAft>
                <a:spcPts val="0"/>
              </a:spcAft>
              <a:buClr>
                <a:schemeClr val="dk1"/>
              </a:buClr>
              <a:buSzPts val="3200"/>
              <a:buNone/>
              <a:defRPr sz="3200" b="1"/>
            </a:lvl1pPr>
            <a:lvl2pPr marL="914400" lvl="1" indent="-228600" algn="l">
              <a:spcBef>
                <a:spcPts val="540"/>
              </a:spcBef>
              <a:spcAft>
                <a:spcPts val="0"/>
              </a:spcAft>
              <a:buClr>
                <a:schemeClr val="dk1"/>
              </a:buClr>
              <a:buSzPts val="2700"/>
              <a:buNone/>
              <a:defRPr sz="2700" b="1"/>
            </a:lvl2pPr>
            <a:lvl3pPr marL="1371600" lvl="2" indent="-228600" algn="l">
              <a:spcBef>
                <a:spcPts val="480"/>
              </a:spcBef>
              <a:spcAft>
                <a:spcPts val="0"/>
              </a:spcAft>
              <a:buClr>
                <a:schemeClr val="dk1"/>
              </a:buClr>
              <a:buSzPts val="2400"/>
              <a:buNone/>
              <a:defRPr sz="2400" b="1"/>
            </a:lvl3pPr>
            <a:lvl4pPr marL="1828800" lvl="3" indent="-228600" algn="l">
              <a:spcBef>
                <a:spcPts val="420"/>
              </a:spcBef>
              <a:spcAft>
                <a:spcPts val="0"/>
              </a:spcAft>
              <a:buClr>
                <a:schemeClr val="dk1"/>
              </a:buClr>
              <a:buSzPts val="2100"/>
              <a:buNone/>
              <a:defRPr sz="2100" b="1"/>
            </a:lvl4pPr>
            <a:lvl5pPr marL="2286000" lvl="4" indent="-228600" algn="l">
              <a:spcBef>
                <a:spcPts val="420"/>
              </a:spcBef>
              <a:spcAft>
                <a:spcPts val="0"/>
              </a:spcAft>
              <a:buClr>
                <a:schemeClr val="dk1"/>
              </a:buClr>
              <a:buSzPts val="2100"/>
              <a:buNone/>
              <a:defRPr sz="2100" b="1"/>
            </a:lvl5pPr>
            <a:lvl6pPr marL="2743200" lvl="5" indent="-228600" algn="l">
              <a:spcBef>
                <a:spcPts val="420"/>
              </a:spcBef>
              <a:spcAft>
                <a:spcPts val="0"/>
              </a:spcAft>
              <a:buClr>
                <a:schemeClr val="dk1"/>
              </a:buClr>
              <a:buSzPts val="2100"/>
              <a:buNone/>
              <a:defRPr sz="2100" b="1"/>
            </a:lvl6pPr>
            <a:lvl7pPr marL="3200400" lvl="6" indent="-228600" algn="l">
              <a:spcBef>
                <a:spcPts val="420"/>
              </a:spcBef>
              <a:spcAft>
                <a:spcPts val="0"/>
              </a:spcAft>
              <a:buClr>
                <a:schemeClr val="dk1"/>
              </a:buClr>
              <a:buSzPts val="2100"/>
              <a:buNone/>
              <a:defRPr sz="2100" b="1"/>
            </a:lvl7pPr>
            <a:lvl8pPr marL="3657600" lvl="7" indent="-228600" algn="l">
              <a:spcBef>
                <a:spcPts val="420"/>
              </a:spcBef>
              <a:spcAft>
                <a:spcPts val="0"/>
              </a:spcAft>
              <a:buClr>
                <a:schemeClr val="dk1"/>
              </a:buClr>
              <a:buSzPts val="2100"/>
              <a:buNone/>
              <a:defRPr sz="2100" b="1"/>
            </a:lvl8pPr>
            <a:lvl9pPr marL="4114800" lvl="8" indent="-228600" algn="l">
              <a:spcBef>
                <a:spcPts val="420"/>
              </a:spcBef>
              <a:spcAft>
                <a:spcPts val="0"/>
              </a:spcAft>
              <a:buClr>
                <a:schemeClr val="dk1"/>
              </a:buClr>
              <a:buSzPts val="2100"/>
              <a:buNone/>
              <a:defRPr sz="2100" b="1"/>
            </a:lvl9pPr>
          </a:lstStyle>
          <a:p>
            <a:endParaRPr/>
          </a:p>
        </p:txBody>
      </p:sp>
      <p:sp>
        <p:nvSpPr>
          <p:cNvPr id="311" name="Google Shape;311;p196"/>
          <p:cNvSpPr txBox="1">
            <a:spLocks noGrp="1"/>
          </p:cNvSpPr>
          <p:nvPr>
            <p:ph type="body" idx="4"/>
          </p:nvPr>
        </p:nvSpPr>
        <p:spPr>
          <a:xfrm>
            <a:off x="6191756" y="2174875"/>
            <a:ext cx="5387630" cy="3951288"/>
          </a:xfrm>
          <a:prstGeom prst="rect">
            <a:avLst/>
          </a:prstGeom>
          <a:noFill/>
          <a:ln>
            <a:noFill/>
          </a:ln>
        </p:spPr>
        <p:txBody>
          <a:bodyPr spcFirstLastPara="1" wrap="square" lIns="121875" tIns="60925" rIns="121875" bIns="60925" anchor="t" anchorCtr="0">
            <a:normAutofit/>
          </a:bodyPr>
          <a:lstStyle>
            <a:lvl1pPr marL="457200" lvl="0" indent="-431800" algn="l">
              <a:spcBef>
                <a:spcPts val="640"/>
              </a:spcBef>
              <a:spcAft>
                <a:spcPts val="0"/>
              </a:spcAft>
              <a:buClr>
                <a:schemeClr val="dk1"/>
              </a:buClr>
              <a:buSzPts val="3200"/>
              <a:buChar char="•"/>
              <a:defRPr sz="3200"/>
            </a:lvl1pPr>
            <a:lvl2pPr marL="914400" lvl="1" indent="-400050" algn="l">
              <a:spcBef>
                <a:spcPts val="540"/>
              </a:spcBef>
              <a:spcAft>
                <a:spcPts val="0"/>
              </a:spcAft>
              <a:buClr>
                <a:schemeClr val="dk1"/>
              </a:buClr>
              <a:buSzPts val="2700"/>
              <a:buChar char="–"/>
              <a:defRPr sz="2700"/>
            </a:lvl2pPr>
            <a:lvl3pPr marL="1371600" lvl="2" indent="-381000" algn="l">
              <a:spcBef>
                <a:spcPts val="480"/>
              </a:spcBef>
              <a:spcAft>
                <a:spcPts val="0"/>
              </a:spcAft>
              <a:buClr>
                <a:schemeClr val="dk1"/>
              </a:buClr>
              <a:buSzPts val="2400"/>
              <a:buChar char="•"/>
              <a:defRPr sz="2400"/>
            </a:lvl3pPr>
            <a:lvl4pPr marL="1828800" lvl="3" indent="-361950" algn="l">
              <a:spcBef>
                <a:spcPts val="420"/>
              </a:spcBef>
              <a:spcAft>
                <a:spcPts val="0"/>
              </a:spcAft>
              <a:buClr>
                <a:schemeClr val="dk1"/>
              </a:buClr>
              <a:buSzPts val="2100"/>
              <a:buChar char="–"/>
              <a:defRPr sz="2100"/>
            </a:lvl4pPr>
            <a:lvl5pPr marL="2286000" lvl="4" indent="-361950" algn="l">
              <a:spcBef>
                <a:spcPts val="420"/>
              </a:spcBef>
              <a:spcAft>
                <a:spcPts val="0"/>
              </a:spcAft>
              <a:buClr>
                <a:schemeClr val="dk1"/>
              </a:buClr>
              <a:buSzPts val="2100"/>
              <a:buChar char="»"/>
              <a:defRPr sz="2100"/>
            </a:lvl5pPr>
            <a:lvl6pPr marL="2743200" lvl="5" indent="-361950" algn="l">
              <a:spcBef>
                <a:spcPts val="420"/>
              </a:spcBef>
              <a:spcAft>
                <a:spcPts val="0"/>
              </a:spcAft>
              <a:buClr>
                <a:schemeClr val="dk1"/>
              </a:buClr>
              <a:buSzPts val="2100"/>
              <a:buChar char="•"/>
              <a:defRPr sz="2100"/>
            </a:lvl6pPr>
            <a:lvl7pPr marL="3200400" lvl="6" indent="-361950" algn="l">
              <a:spcBef>
                <a:spcPts val="420"/>
              </a:spcBef>
              <a:spcAft>
                <a:spcPts val="0"/>
              </a:spcAft>
              <a:buClr>
                <a:schemeClr val="dk1"/>
              </a:buClr>
              <a:buSzPts val="2100"/>
              <a:buChar char="•"/>
              <a:defRPr sz="2100"/>
            </a:lvl7pPr>
            <a:lvl8pPr marL="3657600" lvl="7" indent="-361950" algn="l">
              <a:spcBef>
                <a:spcPts val="420"/>
              </a:spcBef>
              <a:spcAft>
                <a:spcPts val="0"/>
              </a:spcAft>
              <a:buClr>
                <a:schemeClr val="dk1"/>
              </a:buClr>
              <a:buSzPts val="2100"/>
              <a:buChar char="•"/>
              <a:defRPr sz="2100"/>
            </a:lvl8pPr>
            <a:lvl9pPr marL="4114800" lvl="8" indent="-361950" algn="l">
              <a:spcBef>
                <a:spcPts val="420"/>
              </a:spcBef>
              <a:spcAft>
                <a:spcPts val="0"/>
              </a:spcAft>
              <a:buClr>
                <a:schemeClr val="dk1"/>
              </a:buClr>
              <a:buSzPts val="2100"/>
              <a:buChar char="•"/>
              <a:defRPr sz="2100"/>
            </a:lvl9pPr>
          </a:lstStyle>
          <a:p>
            <a:endParaRPr/>
          </a:p>
        </p:txBody>
      </p:sp>
      <p:sp>
        <p:nvSpPr>
          <p:cNvPr id="312" name="Google Shape;312;p196"/>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3" name="Google Shape;313;p196"/>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4" name="Google Shape;314;p196"/>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15"/>
        <p:cNvGrpSpPr/>
        <p:nvPr/>
      </p:nvGrpSpPr>
      <p:grpSpPr>
        <a:xfrm>
          <a:off x="0" y="0"/>
          <a:ext cx="0" cy="0"/>
          <a:chOff x="0" y="0"/>
          <a:chExt cx="0" cy="0"/>
        </a:xfrm>
      </p:grpSpPr>
      <p:sp>
        <p:nvSpPr>
          <p:cNvPr id="316" name="Google Shape;316;p197"/>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7" name="Google Shape;317;p197"/>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8" name="Google Shape;318;p197"/>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19"/>
        <p:cNvGrpSpPr/>
        <p:nvPr/>
      </p:nvGrpSpPr>
      <p:grpSpPr>
        <a:xfrm>
          <a:off x="0" y="0"/>
          <a:ext cx="0" cy="0"/>
          <a:chOff x="0" y="0"/>
          <a:chExt cx="0" cy="0"/>
        </a:xfrm>
      </p:grpSpPr>
      <p:sp>
        <p:nvSpPr>
          <p:cNvPr id="320" name="Google Shape;320;p198"/>
          <p:cNvSpPr txBox="1">
            <a:spLocks noGrp="1"/>
          </p:cNvSpPr>
          <p:nvPr>
            <p:ph type="title"/>
          </p:nvPr>
        </p:nvSpPr>
        <p:spPr>
          <a:xfrm>
            <a:off x="609443" y="273049"/>
            <a:ext cx="4010039" cy="1162051"/>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dk1"/>
              </a:buClr>
              <a:buSzPts val="2700"/>
              <a:buFont typeface="Calibri"/>
              <a:buNone/>
              <a:defRPr sz="27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1" name="Google Shape;321;p198"/>
          <p:cNvSpPr txBox="1">
            <a:spLocks noGrp="1"/>
          </p:cNvSpPr>
          <p:nvPr>
            <p:ph type="body" idx="1"/>
          </p:nvPr>
        </p:nvSpPr>
        <p:spPr>
          <a:xfrm>
            <a:off x="4765492" y="273052"/>
            <a:ext cx="6813892" cy="5853113"/>
          </a:xfrm>
          <a:prstGeom prst="rect">
            <a:avLst/>
          </a:prstGeom>
          <a:noFill/>
          <a:ln>
            <a:noFill/>
          </a:ln>
        </p:spPr>
        <p:txBody>
          <a:bodyPr spcFirstLastPara="1" wrap="square" lIns="121875" tIns="60925" rIns="121875" bIns="60925" anchor="t" anchorCtr="0">
            <a:normAutofit/>
          </a:bodyPr>
          <a:lstStyle>
            <a:lvl1pPr marL="457200" lvl="0" indent="-501650" algn="l">
              <a:spcBef>
                <a:spcPts val="860"/>
              </a:spcBef>
              <a:spcAft>
                <a:spcPts val="0"/>
              </a:spcAft>
              <a:buClr>
                <a:schemeClr val="dk1"/>
              </a:buClr>
              <a:buSzPts val="4300"/>
              <a:buChar char="•"/>
              <a:defRPr sz="4300"/>
            </a:lvl1pPr>
            <a:lvl2pPr marL="914400" lvl="1" indent="-463550" algn="l">
              <a:spcBef>
                <a:spcPts val="740"/>
              </a:spcBef>
              <a:spcAft>
                <a:spcPts val="0"/>
              </a:spcAft>
              <a:buClr>
                <a:schemeClr val="dk1"/>
              </a:buClr>
              <a:buSzPts val="3700"/>
              <a:buChar char="–"/>
              <a:defRPr sz="3700"/>
            </a:lvl2pPr>
            <a:lvl3pPr marL="1371600" lvl="2" indent="-431800" algn="l">
              <a:spcBef>
                <a:spcPts val="640"/>
              </a:spcBef>
              <a:spcAft>
                <a:spcPts val="0"/>
              </a:spcAft>
              <a:buClr>
                <a:schemeClr val="dk1"/>
              </a:buClr>
              <a:buSzPts val="3200"/>
              <a:buChar char="•"/>
              <a:defRPr sz="3200"/>
            </a:lvl3pPr>
            <a:lvl4pPr marL="1828800" lvl="3" indent="-400050" algn="l">
              <a:spcBef>
                <a:spcPts val="540"/>
              </a:spcBef>
              <a:spcAft>
                <a:spcPts val="0"/>
              </a:spcAft>
              <a:buClr>
                <a:schemeClr val="dk1"/>
              </a:buClr>
              <a:buSzPts val="2700"/>
              <a:buChar char="–"/>
              <a:defRPr sz="2700"/>
            </a:lvl4pPr>
            <a:lvl5pPr marL="2286000" lvl="4" indent="-400050" algn="l">
              <a:spcBef>
                <a:spcPts val="540"/>
              </a:spcBef>
              <a:spcAft>
                <a:spcPts val="0"/>
              </a:spcAft>
              <a:buClr>
                <a:schemeClr val="dk1"/>
              </a:buClr>
              <a:buSzPts val="2700"/>
              <a:buChar char="»"/>
              <a:defRPr sz="2700"/>
            </a:lvl5pPr>
            <a:lvl6pPr marL="2743200" lvl="5" indent="-400050" algn="l">
              <a:spcBef>
                <a:spcPts val="540"/>
              </a:spcBef>
              <a:spcAft>
                <a:spcPts val="0"/>
              </a:spcAft>
              <a:buClr>
                <a:schemeClr val="dk1"/>
              </a:buClr>
              <a:buSzPts val="2700"/>
              <a:buChar char="•"/>
              <a:defRPr sz="2700"/>
            </a:lvl6pPr>
            <a:lvl7pPr marL="3200400" lvl="6" indent="-400050" algn="l">
              <a:spcBef>
                <a:spcPts val="540"/>
              </a:spcBef>
              <a:spcAft>
                <a:spcPts val="0"/>
              </a:spcAft>
              <a:buClr>
                <a:schemeClr val="dk1"/>
              </a:buClr>
              <a:buSzPts val="2700"/>
              <a:buChar char="•"/>
              <a:defRPr sz="2700"/>
            </a:lvl7pPr>
            <a:lvl8pPr marL="3657600" lvl="7" indent="-400050" algn="l">
              <a:spcBef>
                <a:spcPts val="540"/>
              </a:spcBef>
              <a:spcAft>
                <a:spcPts val="0"/>
              </a:spcAft>
              <a:buClr>
                <a:schemeClr val="dk1"/>
              </a:buClr>
              <a:buSzPts val="2700"/>
              <a:buChar char="•"/>
              <a:defRPr sz="2700"/>
            </a:lvl8pPr>
            <a:lvl9pPr marL="4114800" lvl="8" indent="-400050" algn="l">
              <a:spcBef>
                <a:spcPts val="540"/>
              </a:spcBef>
              <a:spcAft>
                <a:spcPts val="0"/>
              </a:spcAft>
              <a:buClr>
                <a:schemeClr val="dk1"/>
              </a:buClr>
              <a:buSzPts val="2700"/>
              <a:buChar char="•"/>
              <a:defRPr sz="2700"/>
            </a:lvl9pPr>
          </a:lstStyle>
          <a:p>
            <a:endParaRPr/>
          </a:p>
        </p:txBody>
      </p:sp>
      <p:sp>
        <p:nvSpPr>
          <p:cNvPr id="322" name="Google Shape;322;p198"/>
          <p:cNvSpPr txBox="1">
            <a:spLocks noGrp="1"/>
          </p:cNvSpPr>
          <p:nvPr>
            <p:ph type="body" idx="2"/>
          </p:nvPr>
        </p:nvSpPr>
        <p:spPr>
          <a:xfrm>
            <a:off x="609443" y="1435102"/>
            <a:ext cx="4010039" cy="4691063"/>
          </a:xfrm>
          <a:prstGeom prst="rect">
            <a:avLst/>
          </a:prstGeom>
          <a:noFill/>
          <a:ln>
            <a:noFill/>
          </a:ln>
        </p:spPr>
        <p:txBody>
          <a:bodyPr spcFirstLastPara="1" wrap="square" lIns="121875" tIns="60925" rIns="121875" bIns="60925" anchor="t" anchorCtr="0">
            <a:normAutofit/>
          </a:bodyPr>
          <a:lstStyle>
            <a:lvl1pPr marL="457200" lvl="0" indent="-228600" algn="l">
              <a:spcBef>
                <a:spcPts val="380"/>
              </a:spcBef>
              <a:spcAft>
                <a:spcPts val="0"/>
              </a:spcAft>
              <a:buClr>
                <a:schemeClr val="dk1"/>
              </a:buClr>
              <a:buSzPts val="1900"/>
              <a:buNone/>
              <a:defRPr sz="1900"/>
            </a:lvl1pPr>
            <a:lvl2pPr marL="914400" lvl="1" indent="-228600" algn="l">
              <a:spcBef>
                <a:spcPts val="320"/>
              </a:spcBef>
              <a:spcAft>
                <a:spcPts val="0"/>
              </a:spcAft>
              <a:buClr>
                <a:schemeClr val="dk1"/>
              </a:buClr>
              <a:buSzPts val="1600"/>
              <a:buNone/>
              <a:defRPr sz="1600"/>
            </a:lvl2pPr>
            <a:lvl3pPr marL="1371600" lvl="2" indent="-228600" algn="l">
              <a:spcBef>
                <a:spcPts val="260"/>
              </a:spcBef>
              <a:spcAft>
                <a:spcPts val="0"/>
              </a:spcAft>
              <a:buClr>
                <a:schemeClr val="dk1"/>
              </a:buClr>
              <a:buSzPts val="1300"/>
              <a:buNone/>
              <a:defRPr sz="1300"/>
            </a:lvl3pPr>
            <a:lvl4pPr marL="1828800" lvl="3" indent="-228600" algn="l">
              <a:spcBef>
                <a:spcPts val="240"/>
              </a:spcBef>
              <a:spcAft>
                <a:spcPts val="0"/>
              </a:spcAft>
              <a:buClr>
                <a:schemeClr val="dk1"/>
              </a:buClr>
              <a:buSzPts val="1200"/>
              <a:buNone/>
              <a:defRPr sz="1200"/>
            </a:lvl4pPr>
            <a:lvl5pPr marL="2286000" lvl="4" indent="-228600" algn="l">
              <a:spcBef>
                <a:spcPts val="240"/>
              </a:spcBef>
              <a:spcAft>
                <a:spcPts val="0"/>
              </a:spcAft>
              <a:buClr>
                <a:schemeClr val="dk1"/>
              </a:buClr>
              <a:buSzPts val="1200"/>
              <a:buNone/>
              <a:defRPr sz="1200"/>
            </a:lvl5pPr>
            <a:lvl6pPr marL="2743200" lvl="5" indent="-228600" algn="l">
              <a:spcBef>
                <a:spcPts val="240"/>
              </a:spcBef>
              <a:spcAft>
                <a:spcPts val="0"/>
              </a:spcAft>
              <a:buClr>
                <a:schemeClr val="dk1"/>
              </a:buClr>
              <a:buSzPts val="1200"/>
              <a:buNone/>
              <a:defRPr sz="1200"/>
            </a:lvl6pPr>
            <a:lvl7pPr marL="3200400" lvl="6" indent="-228600" algn="l">
              <a:spcBef>
                <a:spcPts val="240"/>
              </a:spcBef>
              <a:spcAft>
                <a:spcPts val="0"/>
              </a:spcAft>
              <a:buClr>
                <a:schemeClr val="dk1"/>
              </a:buClr>
              <a:buSzPts val="1200"/>
              <a:buNone/>
              <a:defRPr sz="1200"/>
            </a:lvl7pPr>
            <a:lvl8pPr marL="3657600" lvl="7" indent="-228600" algn="l">
              <a:spcBef>
                <a:spcPts val="240"/>
              </a:spcBef>
              <a:spcAft>
                <a:spcPts val="0"/>
              </a:spcAft>
              <a:buClr>
                <a:schemeClr val="dk1"/>
              </a:buClr>
              <a:buSzPts val="1200"/>
              <a:buNone/>
              <a:defRPr sz="1200"/>
            </a:lvl8pPr>
            <a:lvl9pPr marL="4114800" lvl="8" indent="-228600" algn="l">
              <a:spcBef>
                <a:spcPts val="240"/>
              </a:spcBef>
              <a:spcAft>
                <a:spcPts val="0"/>
              </a:spcAft>
              <a:buClr>
                <a:schemeClr val="dk1"/>
              </a:buClr>
              <a:buSzPts val="1200"/>
              <a:buNone/>
              <a:defRPr sz="1200"/>
            </a:lvl9pPr>
          </a:lstStyle>
          <a:p>
            <a:endParaRPr/>
          </a:p>
        </p:txBody>
      </p:sp>
      <p:sp>
        <p:nvSpPr>
          <p:cNvPr id="323" name="Google Shape;323;p198"/>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4" name="Google Shape;324;p198"/>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5" name="Google Shape;325;p198"/>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26"/>
        <p:cNvGrpSpPr/>
        <p:nvPr/>
      </p:nvGrpSpPr>
      <p:grpSpPr>
        <a:xfrm>
          <a:off x="0" y="0"/>
          <a:ext cx="0" cy="0"/>
          <a:chOff x="0" y="0"/>
          <a:chExt cx="0" cy="0"/>
        </a:xfrm>
      </p:grpSpPr>
      <p:sp>
        <p:nvSpPr>
          <p:cNvPr id="327" name="Google Shape;327;p199"/>
          <p:cNvSpPr txBox="1">
            <a:spLocks noGrp="1"/>
          </p:cNvSpPr>
          <p:nvPr>
            <p:ph type="title"/>
          </p:nvPr>
        </p:nvSpPr>
        <p:spPr>
          <a:xfrm>
            <a:off x="2389095" y="4800600"/>
            <a:ext cx="7313295" cy="566739"/>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dk1"/>
              </a:buClr>
              <a:buSzPts val="2700"/>
              <a:buFont typeface="Calibri"/>
              <a:buNone/>
              <a:defRPr sz="27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8" name="Google Shape;328;p199"/>
          <p:cNvSpPr>
            <a:spLocks noGrp="1"/>
          </p:cNvSpPr>
          <p:nvPr>
            <p:ph type="pic" idx="2"/>
          </p:nvPr>
        </p:nvSpPr>
        <p:spPr>
          <a:xfrm>
            <a:off x="2389095" y="612775"/>
            <a:ext cx="7313295" cy="4114800"/>
          </a:xfrm>
          <a:prstGeom prst="rect">
            <a:avLst/>
          </a:prstGeom>
          <a:noFill/>
          <a:ln>
            <a:noFill/>
          </a:ln>
        </p:spPr>
      </p:sp>
      <p:sp>
        <p:nvSpPr>
          <p:cNvPr id="329" name="Google Shape;329;p199"/>
          <p:cNvSpPr txBox="1">
            <a:spLocks noGrp="1"/>
          </p:cNvSpPr>
          <p:nvPr>
            <p:ph type="body" idx="1"/>
          </p:nvPr>
        </p:nvSpPr>
        <p:spPr>
          <a:xfrm>
            <a:off x="2389095" y="5367338"/>
            <a:ext cx="7313295" cy="804863"/>
          </a:xfrm>
          <a:prstGeom prst="rect">
            <a:avLst/>
          </a:prstGeom>
          <a:noFill/>
          <a:ln>
            <a:noFill/>
          </a:ln>
        </p:spPr>
        <p:txBody>
          <a:bodyPr spcFirstLastPara="1" wrap="square" lIns="121875" tIns="60925" rIns="121875" bIns="60925" anchor="t" anchorCtr="0">
            <a:normAutofit/>
          </a:bodyPr>
          <a:lstStyle>
            <a:lvl1pPr marL="457200" lvl="0" indent="-228600" algn="l">
              <a:spcBef>
                <a:spcPts val="380"/>
              </a:spcBef>
              <a:spcAft>
                <a:spcPts val="0"/>
              </a:spcAft>
              <a:buClr>
                <a:schemeClr val="dk1"/>
              </a:buClr>
              <a:buSzPts val="1900"/>
              <a:buNone/>
              <a:defRPr sz="1900"/>
            </a:lvl1pPr>
            <a:lvl2pPr marL="914400" lvl="1" indent="-228600" algn="l">
              <a:spcBef>
                <a:spcPts val="320"/>
              </a:spcBef>
              <a:spcAft>
                <a:spcPts val="0"/>
              </a:spcAft>
              <a:buClr>
                <a:schemeClr val="dk1"/>
              </a:buClr>
              <a:buSzPts val="1600"/>
              <a:buNone/>
              <a:defRPr sz="1600"/>
            </a:lvl2pPr>
            <a:lvl3pPr marL="1371600" lvl="2" indent="-228600" algn="l">
              <a:spcBef>
                <a:spcPts val="260"/>
              </a:spcBef>
              <a:spcAft>
                <a:spcPts val="0"/>
              </a:spcAft>
              <a:buClr>
                <a:schemeClr val="dk1"/>
              </a:buClr>
              <a:buSzPts val="1300"/>
              <a:buNone/>
              <a:defRPr sz="1300"/>
            </a:lvl3pPr>
            <a:lvl4pPr marL="1828800" lvl="3" indent="-228600" algn="l">
              <a:spcBef>
                <a:spcPts val="240"/>
              </a:spcBef>
              <a:spcAft>
                <a:spcPts val="0"/>
              </a:spcAft>
              <a:buClr>
                <a:schemeClr val="dk1"/>
              </a:buClr>
              <a:buSzPts val="1200"/>
              <a:buNone/>
              <a:defRPr sz="1200"/>
            </a:lvl4pPr>
            <a:lvl5pPr marL="2286000" lvl="4" indent="-228600" algn="l">
              <a:spcBef>
                <a:spcPts val="240"/>
              </a:spcBef>
              <a:spcAft>
                <a:spcPts val="0"/>
              </a:spcAft>
              <a:buClr>
                <a:schemeClr val="dk1"/>
              </a:buClr>
              <a:buSzPts val="1200"/>
              <a:buNone/>
              <a:defRPr sz="1200"/>
            </a:lvl5pPr>
            <a:lvl6pPr marL="2743200" lvl="5" indent="-228600" algn="l">
              <a:spcBef>
                <a:spcPts val="240"/>
              </a:spcBef>
              <a:spcAft>
                <a:spcPts val="0"/>
              </a:spcAft>
              <a:buClr>
                <a:schemeClr val="dk1"/>
              </a:buClr>
              <a:buSzPts val="1200"/>
              <a:buNone/>
              <a:defRPr sz="1200"/>
            </a:lvl6pPr>
            <a:lvl7pPr marL="3200400" lvl="6" indent="-228600" algn="l">
              <a:spcBef>
                <a:spcPts val="240"/>
              </a:spcBef>
              <a:spcAft>
                <a:spcPts val="0"/>
              </a:spcAft>
              <a:buClr>
                <a:schemeClr val="dk1"/>
              </a:buClr>
              <a:buSzPts val="1200"/>
              <a:buNone/>
              <a:defRPr sz="1200"/>
            </a:lvl7pPr>
            <a:lvl8pPr marL="3657600" lvl="7" indent="-228600" algn="l">
              <a:spcBef>
                <a:spcPts val="240"/>
              </a:spcBef>
              <a:spcAft>
                <a:spcPts val="0"/>
              </a:spcAft>
              <a:buClr>
                <a:schemeClr val="dk1"/>
              </a:buClr>
              <a:buSzPts val="1200"/>
              <a:buNone/>
              <a:defRPr sz="1200"/>
            </a:lvl8pPr>
            <a:lvl9pPr marL="4114800" lvl="8" indent="-228600" algn="l">
              <a:spcBef>
                <a:spcPts val="240"/>
              </a:spcBef>
              <a:spcAft>
                <a:spcPts val="0"/>
              </a:spcAft>
              <a:buClr>
                <a:schemeClr val="dk1"/>
              </a:buClr>
              <a:buSzPts val="1200"/>
              <a:buNone/>
              <a:defRPr sz="1200"/>
            </a:lvl9pPr>
          </a:lstStyle>
          <a:p>
            <a:endParaRPr/>
          </a:p>
        </p:txBody>
      </p:sp>
      <p:sp>
        <p:nvSpPr>
          <p:cNvPr id="330" name="Google Shape;330;p199"/>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1" name="Google Shape;331;p199"/>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2" name="Google Shape;332;p199"/>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333"/>
        <p:cNvGrpSpPr/>
        <p:nvPr/>
      </p:nvGrpSpPr>
      <p:grpSpPr>
        <a:xfrm>
          <a:off x="0" y="0"/>
          <a:ext cx="0" cy="0"/>
          <a:chOff x="0" y="0"/>
          <a:chExt cx="0" cy="0"/>
        </a:xfrm>
      </p:grpSpPr>
      <p:sp>
        <p:nvSpPr>
          <p:cNvPr id="334" name="Google Shape;334;p200"/>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5" name="Google Shape;335;p200"/>
          <p:cNvSpPr txBox="1">
            <a:spLocks noGrp="1"/>
          </p:cNvSpPr>
          <p:nvPr>
            <p:ph type="body" idx="1"/>
          </p:nvPr>
        </p:nvSpPr>
        <p:spPr>
          <a:xfrm rot="5400000">
            <a:off x="3600543" y="-1852677"/>
            <a:ext cx="4987739" cy="10969943"/>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36" name="Google Shape;336;p200"/>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7" name="Google Shape;337;p200"/>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8" name="Google Shape;338;p200"/>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339"/>
        <p:cNvGrpSpPr/>
        <p:nvPr/>
      </p:nvGrpSpPr>
      <p:grpSpPr>
        <a:xfrm>
          <a:off x="0" y="0"/>
          <a:ext cx="0" cy="0"/>
          <a:chOff x="0" y="0"/>
          <a:chExt cx="0" cy="0"/>
        </a:xfrm>
      </p:grpSpPr>
      <p:sp>
        <p:nvSpPr>
          <p:cNvPr id="340" name="Google Shape;340;p201"/>
          <p:cNvSpPr txBox="1">
            <a:spLocks noGrp="1"/>
          </p:cNvSpPr>
          <p:nvPr>
            <p:ph type="title"/>
          </p:nvPr>
        </p:nvSpPr>
        <p:spPr>
          <a:xfrm rot="5400000">
            <a:off x="7282379" y="1829159"/>
            <a:ext cx="5851525" cy="2742486"/>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1" name="Google Shape;341;p201"/>
          <p:cNvSpPr txBox="1">
            <a:spLocks noGrp="1"/>
          </p:cNvSpPr>
          <p:nvPr>
            <p:ph type="body" idx="1"/>
          </p:nvPr>
        </p:nvSpPr>
        <p:spPr>
          <a:xfrm rot="5400000">
            <a:off x="1695834" y="-811754"/>
            <a:ext cx="5851525" cy="8024310"/>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42" name="Google Shape;342;p201"/>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3" name="Google Shape;343;p201"/>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4" name="Google Shape;344;p201"/>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40_Full Blank">
  <p:cSld name="40_Full Blank">
    <p:spTree>
      <p:nvGrpSpPr>
        <p:cNvPr id="1" name="Shape 345"/>
        <p:cNvGrpSpPr/>
        <p:nvPr/>
      </p:nvGrpSpPr>
      <p:grpSpPr>
        <a:xfrm>
          <a:off x="0" y="0"/>
          <a:ext cx="0" cy="0"/>
          <a:chOff x="0" y="0"/>
          <a:chExt cx="0" cy="0"/>
        </a:xfrm>
      </p:grpSpPr>
      <p:sp>
        <p:nvSpPr>
          <p:cNvPr id="346" name="Google Shape;346;p202"/>
          <p:cNvSpPr/>
          <p:nvPr/>
        </p:nvSpPr>
        <p:spPr>
          <a:xfrm>
            <a:off x="0" y="-981"/>
            <a:ext cx="12188825" cy="6867857"/>
          </a:xfrm>
          <a:prstGeom prst="rect">
            <a:avLst/>
          </a:prstGeom>
          <a:solidFill>
            <a:srgbClr val="262626">
              <a:alpha val="96862"/>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47" name="Google Shape;347;p202"/>
          <p:cNvSpPr/>
          <p:nvPr/>
        </p:nvSpPr>
        <p:spPr>
          <a:xfrm>
            <a:off x="11501300" y="199247"/>
            <a:ext cx="422454" cy="422564"/>
          </a:xfrm>
          <a:prstGeom prst="flowChartDelay">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grpSp>
        <p:nvGrpSpPr>
          <p:cNvPr id="348" name="Google Shape;348;p202"/>
          <p:cNvGrpSpPr/>
          <p:nvPr/>
        </p:nvGrpSpPr>
        <p:grpSpPr>
          <a:xfrm>
            <a:off x="531756" y="6037713"/>
            <a:ext cx="495031" cy="493336"/>
            <a:chOff x="5489575" y="1343025"/>
            <a:chExt cx="1724025" cy="1717676"/>
          </a:xfrm>
        </p:grpSpPr>
        <p:sp>
          <p:nvSpPr>
            <p:cNvPr id="349" name="Google Shape;349;p202"/>
            <p:cNvSpPr/>
            <p:nvPr/>
          </p:nvSpPr>
          <p:spPr>
            <a:xfrm>
              <a:off x="6137275" y="1343025"/>
              <a:ext cx="1076325" cy="1074738"/>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sp>
          <p:nvSpPr>
            <p:cNvPr id="350" name="Google Shape;350;p202"/>
            <p:cNvSpPr/>
            <p:nvPr/>
          </p:nvSpPr>
          <p:spPr>
            <a:xfrm>
              <a:off x="5489575" y="2201863"/>
              <a:ext cx="754063" cy="754063"/>
            </a:xfrm>
            <a:custGeom>
              <a:avLst/>
              <a:gdLst/>
              <a:ahLst/>
              <a:cxnLst/>
              <a:rect l="l" t="t" r="r" b="b"/>
              <a:pathLst>
                <a:path w="199" h="199" extrusionOk="0">
                  <a:moveTo>
                    <a:pt x="100" y="0"/>
                  </a:moveTo>
                  <a:cubicBezTo>
                    <a:pt x="45" y="0"/>
                    <a:pt x="0" y="45"/>
                    <a:pt x="0" y="100"/>
                  </a:cubicBezTo>
                  <a:cubicBezTo>
                    <a:pt x="0" y="154"/>
                    <a:pt x="45" y="199"/>
                    <a:pt x="100" y="199"/>
                  </a:cubicBezTo>
                  <a:cubicBezTo>
                    <a:pt x="154" y="199"/>
                    <a:pt x="199" y="154"/>
                    <a:pt x="199" y="100"/>
                  </a:cubicBezTo>
                  <a:cubicBezTo>
                    <a:pt x="199" y="45"/>
                    <a:pt x="154" y="0"/>
                    <a:pt x="100" y="0"/>
                  </a:cubicBezTo>
                  <a:close/>
                  <a:moveTo>
                    <a:pt x="100" y="171"/>
                  </a:moveTo>
                  <a:cubicBezTo>
                    <a:pt x="60" y="171"/>
                    <a:pt x="29" y="139"/>
                    <a:pt x="29" y="100"/>
                  </a:cubicBezTo>
                  <a:cubicBezTo>
                    <a:pt x="29" y="60"/>
                    <a:pt x="60" y="28"/>
                    <a:pt x="100" y="28"/>
                  </a:cubicBezTo>
                  <a:cubicBezTo>
                    <a:pt x="139" y="28"/>
                    <a:pt x="171" y="60"/>
                    <a:pt x="171" y="100"/>
                  </a:cubicBezTo>
                  <a:cubicBezTo>
                    <a:pt x="171" y="139"/>
                    <a:pt x="139" y="171"/>
                    <a:pt x="100" y="171"/>
                  </a:cubicBezTo>
                  <a:close/>
                  <a:moveTo>
                    <a:pt x="100" y="171"/>
                  </a:moveTo>
                  <a:cubicBezTo>
                    <a:pt x="100" y="171"/>
                    <a:pt x="100" y="171"/>
                    <a:pt x="100" y="171"/>
                  </a:cubicBezTo>
                </a:path>
              </a:pathLst>
            </a:custGeom>
            <a:solidFill>
              <a:srgbClr val="D8D8D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sp>
          <p:nvSpPr>
            <p:cNvPr id="351" name="Google Shape;351;p202"/>
            <p:cNvSpPr/>
            <p:nvPr/>
          </p:nvSpPr>
          <p:spPr>
            <a:xfrm>
              <a:off x="6459538" y="2633663"/>
              <a:ext cx="431800" cy="427038"/>
            </a:xfrm>
            <a:custGeom>
              <a:avLst/>
              <a:gdLst/>
              <a:ahLst/>
              <a:cxnLst/>
              <a:rect l="l" t="t" r="r" b="b"/>
              <a:pathLst>
                <a:path w="114" h="113" extrusionOk="0">
                  <a:moveTo>
                    <a:pt x="57" y="0"/>
                  </a:moveTo>
                  <a:cubicBezTo>
                    <a:pt x="25" y="0"/>
                    <a:pt x="0" y="25"/>
                    <a:pt x="0" y="57"/>
                  </a:cubicBezTo>
                  <a:cubicBezTo>
                    <a:pt x="0" y="88"/>
                    <a:pt x="25" y="113"/>
                    <a:pt x="57" y="113"/>
                  </a:cubicBezTo>
                  <a:cubicBezTo>
                    <a:pt x="88" y="113"/>
                    <a:pt x="114" y="88"/>
                    <a:pt x="114" y="57"/>
                  </a:cubicBezTo>
                  <a:cubicBezTo>
                    <a:pt x="114" y="25"/>
                    <a:pt x="88" y="0"/>
                    <a:pt x="57" y="0"/>
                  </a:cubicBezTo>
                  <a:close/>
                  <a:moveTo>
                    <a:pt x="57" y="85"/>
                  </a:moveTo>
                  <a:cubicBezTo>
                    <a:pt x="41" y="85"/>
                    <a:pt x="28" y="72"/>
                    <a:pt x="28" y="57"/>
                  </a:cubicBezTo>
                  <a:cubicBezTo>
                    <a:pt x="28" y="41"/>
                    <a:pt x="41" y="28"/>
                    <a:pt x="57" y="28"/>
                  </a:cubicBezTo>
                  <a:cubicBezTo>
                    <a:pt x="73" y="28"/>
                    <a:pt x="85" y="41"/>
                    <a:pt x="85" y="57"/>
                  </a:cubicBezTo>
                  <a:cubicBezTo>
                    <a:pt x="85" y="72"/>
                    <a:pt x="73" y="85"/>
                    <a:pt x="57" y="85"/>
                  </a:cubicBezTo>
                  <a:close/>
                  <a:moveTo>
                    <a:pt x="57" y="85"/>
                  </a:moveTo>
                  <a:cubicBezTo>
                    <a:pt x="57" y="85"/>
                    <a:pt x="57" y="85"/>
                    <a:pt x="57" y="85"/>
                  </a:cubicBezTo>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grpSp>
      <p:sp>
        <p:nvSpPr>
          <p:cNvPr id="352" name="Google Shape;352;p202"/>
          <p:cNvSpPr>
            <a:spLocks noGrp="1"/>
          </p:cNvSpPr>
          <p:nvPr>
            <p:ph type="pic" idx="2"/>
          </p:nvPr>
        </p:nvSpPr>
        <p:spPr>
          <a:xfrm>
            <a:off x="4148224" y="1443883"/>
            <a:ext cx="1398803" cy="1564773"/>
          </a:xfrm>
          <a:prstGeom prst="rect">
            <a:avLst/>
          </a:prstGeom>
          <a:noFill/>
          <a:ln>
            <a:noFill/>
          </a:ln>
        </p:spPr>
      </p:sp>
      <p:sp>
        <p:nvSpPr>
          <p:cNvPr id="353" name="Google Shape;353;p202"/>
          <p:cNvSpPr>
            <a:spLocks noGrp="1"/>
          </p:cNvSpPr>
          <p:nvPr>
            <p:ph type="pic" idx="3"/>
          </p:nvPr>
        </p:nvSpPr>
        <p:spPr>
          <a:xfrm>
            <a:off x="941890" y="3346175"/>
            <a:ext cx="752211" cy="841303"/>
          </a:xfrm>
          <a:prstGeom prst="rect">
            <a:avLst/>
          </a:prstGeom>
          <a:noFill/>
          <a:ln>
            <a:noFill/>
          </a:ln>
        </p:spPr>
      </p:sp>
      <p:sp>
        <p:nvSpPr>
          <p:cNvPr id="354" name="Google Shape;354;p202"/>
          <p:cNvSpPr>
            <a:spLocks noGrp="1"/>
          </p:cNvSpPr>
          <p:nvPr>
            <p:ph type="pic" idx="4"/>
          </p:nvPr>
        </p:nvSpPr>
        <p:spPr>
          <a:xfrm>
            <a:off x="2116623" y="2548677"/>
            <a:ext cx="2843864" cy="3181350"/>
          </a:xfrm>
          <a:prstGeom prst="rect">
            <a:avLst/>
          </a:prstGeom>
          <a:noFill/>
          <a:ln>
            <a:noFill/>
          </a:ln>
        </p:spPr>
      </p:sp>
      <p:grpSp>
        <p:nvGrpSpPr>
          <p:cNvPr id="355" name="Google Shape;355;p202"/>
          <p:cNvGrpSpPr/>
          <p:nvPr/>
        </p:nvGrpSpPr>
        <p:grpSpPr>
          <a:xfrm>
            <a:off x="0" y="6658753"/>
            <a:ext cx="12188825" cy="208124"/>
            <a:chOff x="0" y="6606540"/>
            <a:chExt cx="11430000" cy="251459"/>
          </a:xfrm>
        </p:grpSpPr>
        <p:sp>
          <p:nvSpPr>
            <p:cNvPr id="356" name="Google Shape;356;p202"/>
            <p:cNvSpPr/>
            <p:nvPr/>
          </p:nvSpPr>
          <p:spPr>
            <a:xfrm>
              <a:off x="0" y="6606540"/>
              <a:ext cx="2286000" cy="251459"/>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7" name="Google Shape;357;p202"/>
            <p:cNvSpPr/>
            <p:nvPr/>
          </p:nvSpPr>
          <p:spPr>
            <a:xfrm>
              <a:off x="2286000" y="6606540"/>
              <a:ext cx="2286000" cy="251459"/>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8" name="Google Shape;358;p202"/>
            <p:cNvSpPr/>
            <p:nvPr/>
          </p:nvSpPr>
          <p:spPr>
            <a:xfrm>
              <a:off x="4572000" y="6606540"/>
              <a:ext cx="2286000" cy="251459"/>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9" name="Google Shape;359;p202"/>
            <p:cNvSpPr/>
            <p:nvPr/>
          </p:nvSpPr>
          <p:spPr>
            <a:xfrm>
              <a:off x="6858000" y="6606540"/>
              <a:ext cx="2286000" cy="25145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60" name="Google Shape;360;p202"/>
            <p:cNvSpPr/>
            <p:nvPr/>
          </p:nvSpPr>
          <p:spPr>
            <a:xfrm>
              <a:off x="9144000" y="6606540"/>
              <a:ext cx="2286000" cy="251459"/>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39_Full Blank">
  <p:cSld name="39_Full Blank">
    <p:spTree>
      <p:nvGrpSpPr>
        <p:cNvPr id="1" name="Shape 361"/>
        <p:cNvGrpSpPr/>
        <p:nvPr/>
      </p:nvGrpSpPr>
      <p:grpSpPr>
        <a:xfrm>
          <a:off x="0" y="0"/>
          <a:ext cx="0" cy="0"/>
          <a:chOff x="0" y="0"/>
          <a:chExt cx="0" cy="0"/>
        </a:xfrm>
      </p:grpSpPr>
      <p:sp>
        <p:nvSpPr>
          <p:cNvPr id="362" name="Google Shape;362;p203"/>
          <p:cNvSpPr/>
          <p:nvPr/>
        </p:nvSpPr>
        <p:spPr>
          <a:xfrm>
            <a:off x="11501300" y="199247"/>
            <a:ext cx="422454" cy="422564"/>
          </a:xfrm>
          <a:prstGeom prst="flowChartDelay">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chemeClr val="accent1"/>
        </a:solidFill>
        <a:effectLst/>
      </p:bgPr>
    </p:bg>
    <p:spTree>
      <p:nvGrpSpPr>
        <p:cNvPr id="1" name=""/>
        <p:cNvGrpSpPr/>
        <p:nvPr/>
      </p:nvGrpSpPr>
      <p:grpSpPr>
        <a:xfrm>
          <a:off x="0" y="0"/>
          <a:ext cx="0" cy="0"/>
          <a:chOff x="0" y="0"/>
          <a:chExt cx="0" cy="0"/>
        </a:xfrm>
      </p:grpSpPr>
      <p:grpSp>
        <p:nvGrpSpPr>
          <p:cNvPr id="523" name="Group 522">
            <a:extLst>
              <a:ext uri="{FF2B5EF4-FFF2-40B4-BE49-F238E27FC236}">
                <a16:creationId xmlns:a16="http://schemas.microsoft.com/office/drawing/2014/main" id="{2DB38A0F-0598-4BC1-A4B5-6E4C7D1AE1FD}"/>
              </a:ext>
            </a:extLst>
          </p:cNvPr>
          <p:cNvGrpSpPr/>
          <p:nvPr userDrawn="1"/>
        </p:nvGrpSpPr>
        <p:grpSpPr>
          <a:xfrm>
            <a:off x="354110" y="326571"/>
            <a:ext cx="11480605" cy="6204858"/>
            <a:chOff x="354110" y="326571"/>
            <a:chExt cx="11480605" cy="6204858"/>
          </a:xfrm>
          <a:solidFill>
            <a:schemeClr val="accent1">
              <a:lumMod val="90000"/>
              <a:lumOff val="10000"/>
            </a:schemeClr>
          </a:solidFill>
        </p:grpSpPr>
        <p:sp>
          <p:nvSpPr>
            <p:cNvPr id="524" name="Rectangle 5">
              <a:extLst>
                <a:ext uri="{FF2B5EF4-FFF2-40B4-BE49-F238E27FC236}">
                  <a16:creationId xmlns:a16="http://schemas.microsoft.com/office/drawing/2014/main" id="{D0391FF9-0338-4933-99EA-0BC7224F463E}"/>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6">
              <a:extLst>
                <a:ext uri="{FF2B5EF4-FFF2-40B4-BE49-F238E27FC236}">
                  <a16:creationId xmlns:a16="http://schemas.microsoft.com/office/drawing/2014/main" id="{68848005-FF97-4886-AB70-BEAC78E6AF03}"/>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7">
              <a:extLst>
                <a:ext uri="{FF2B5EF4-FFF2-40B4-BE49-F238E27FC236}">
                  <a16:creationId xmlns:a16="http://schemas.microsoft.com/office/drawing/2014/main" id="{A371799C-C91D-4388-B84A-3FB8314160BB}"/>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8">
              <a:extLst>
                <a:ext uri="{FF2B5EF4-FFF2-40B4-BE49-F238E27FC236}">
                  <a16:creationId xmlns:a16="http://schemas.microsoft.com/office/drawing/2014/main" id="{C722B8FD-8C0E-4B48-8849-E0D3A2C9EC70}"/>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9">
              <a:extLst>
                <a:ext uri="{FF2B5EF4-FFF2-40B4-BE49-F238E27FC236}">
                  <a16:creationId xmlns:a16="http://schemas.microsoft.com/office/drawing/2014/main" id="{F690EF81-637B-45E9-B2E4-F6466D3CEA03}"/>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10">
              <a:extLst>
                <a:ext uri="{FF2B5EF4-FFF2-40B4-BE49-F238E27FC236}">
                  <a16:creationId xmlns:a16="http://schemas.microsoft.com/office/drawing/2014/main" id="{93D434AE-D8E1-4B73-97E9-104904735F90}"/>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11">
              <a:extLst>
                <a:ext uri="{FF2B5EF4-FFF2-40B4-BE49-F238E27FC236}">
                  <a16:creationId xmlns:a16="http://schemas.microsoft.com/office/drawing/2014/main" id="{38DB79DD-18E2-4E0B-8C6B-B3170D9E63C6}"/>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12">
              <a:extLst>
                <a:ext uri="{FF2B5EF4-FFF2-40B4-BE49-F238E27FC236}">
                  <a16:creationId xmlns:a16="http://schemas.microsoft.com/office/drawing/2014/main" id="{AA24A7B5-1047-4ED2-8394-1F64840CDD0E}"/>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13">
              <a:extLst>
                <a:ext uri="{FF2B5EF4-FFF2-40B4-BE49-F238E27FC236}">
                  <a16:creationId xmlns:a16="http://schemas.microsoft.com/office/drawing/2014/main" id="{1BF3D7A2-914A-406C-85FE-78F492E20546}"/>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14">
              <a:extLst>
                <a:ext uri="{FF2B5EF4-FFF2-40B4-BE49-F238E27FC236}">
                  <a16:creationId xmlns:a16="http://schemas.microsoft.com/office/drawing/2014/main" id="{EFE4A65D-7D8E-481F-9FD2-EC0C8574248C}"/>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15">
              <a:extLst>
                <a:ext uri="{FF2B5EF4-FFF2-40B4-BE49-F238E27FC236}">
                  <a16:creationId xmlns:a16="http://schemas.microsoft.com/office/drawing/2014/main" id="{6D829585-3C10-4E29-9D87-5A5437E00BCE}"/>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16">
              <a:extLst>
                <a:ext uri="{FF2B5EF4-FFF2-40B4-BE49-F238E27FC236}">
                  <a16:creationId xmlns:a16="http://schemas.microsoft.com/office/drawing/2014/main" id="{2B70A9B8-A62A-4C92-8175-AAC487F5F934}"/>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17">
              <a:extLst>
                <a:ext uri="{FF2B5EF4-FFF2-40B4-BE49-F238E27FC236}">
                  <a16:creationId xmlns:a16="http://schemas.microsoft.com/office/drawing/2014/main" id="{62925939-9955-4AB6-8B7B-2F98C58A94BA}"/>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18">
              <a:extLst>
                <a:ext uri="{FF2B5EF4-FFF2-40B4-BE49-F238E27FC236}">
                  <a16:creationId xmlns:a16="http://schemas.microsoft.com/office/drawing/2014/main" id="{658B8514-8D6B-4F5F-AE70-55B9F4C5056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19">
              <a:extLst>
                <a:ext uri="{FF2B5EF4-FFF2-40B4-BE49-F238E27FC236}">
                  <a16:creationId xmlns:a16="http://schemas.microsoft.com/office/drawing/2014/main" id="{D6780382-758A-41C1-83C0-EB51E004EF9A}"/>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0">
              <a:extLst>
                <a:ext uri="{FF2B5EF4-FFF2-40B4-BE49-F238E27FC236}">
                  <a16:creationId xmlns:a16="http://schemas.microsoft.com/office/drawing/2014/main" id="{9357623D-6D19-46DA-B792-E1A2F32F8F0F}"/>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1">
              <a:extLst>
                <a:ext uri="{FF2B5EF4-FFF2-40B4-BE49-F238E27FC236}">
                  <a16:creationId xmlns:a16="http://schemas.microsoft.com/office/drawing/2014/main" id="{2F00DFB8-11D0-4DF8-A3AD-197C3F3071B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2">
              <a:extLst>
                <a:ext uri="{FF2B5EF4-FFF2-40B4-BE49-F238E27FC236}">
                  <a16:creationId xmlns:a16="http://schemas.microsoft.com/office/drawing/2014/main" id="{57F57754-D964-4CFA-BC83-9AFD46DA5646}"/>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3">
              <a:extLst>
                <a:ext uri="{FF2B5EF4-FFF2-40B4-BE49-F238E27FC236}">
                  <a16:creationId xmlns:a16="http://schemas.microsoft.com/office/drawing/2014/main" id="{CAC9FBA4-D9FC-44DC-9CBC-4AA56F87E83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4">
              <a:extLst>
                <a:ext uri="{FF2B5EF4-FFF2-40B4-BE49-F238E27FC236}">
                  <a16:creationId xmlns:a16="http://schemas.microsoft.com/office/drawing/2014/main" id="{6B5BF42C-E1FB-4B04-8861-8F6834EC8B77}"/>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5">
              <a:extLst>
                <a:ext uri="{FF2B5EF4-FFF2-40B4-BE49-F238E27FC236}">
                  <a16:creationId xmlns:a16="http://schemas.microsoft.com/office/drawing/2014/main" id="{BECAB5D5-0B99-4F52-BDEC-9DEE44451ECA}"/>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6">
              <a:extLst>
                <a:ext uri="{FF2B5EF4-FFF2-40B4-BE49-F238E27FC236}">
                  <a16:creationId xmlns:a16="http://schemas.microsoft.com/office/drawing/2014/main" id="{7F2A058E-DD90-4B9A-BCA3-AAB1E8805F6B}"/>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7">
              <a:extLst>
                <a:ext uri="{FF2B5EF4-FFF2-40B4-BE49-F238E27FC236}">
                  <a16:creationId xmlns:a16="http://schemas.microsoft.com/office/drawing/2014/main" id="{5A511A58-4543-4023-AD40-17185DD316D9}"/>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
              <a:extLst>
                <a:ext uri="{FF2B5EF4-FFF2-40B4-BE49-F238E27FC236}">
                  <a16:creationId xmlns:a16="http://schemas.microsoft.com/office/drawing/2014/main" id="{4FB2F5FA-9E29-4BF4-A565-01F562351925}"/>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9">
              <a:extLst>
                <a:ext uri="{FF2B5EF4-FFF2-40B4-BE49-F238E27FC236}">
                  <a16:creationId xmlns:a16="http://schemas.microsoft.com/office/drawing/2014/main" id="{79033138-2B37-4A7A-BB10-95ED1BC4CE8D}"/>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30">
              <a:extLst>
                <a:ext uri="{FF2B5EF4-FFF2-40B4-BE49-F238E27FC236}">
                  <a16:creationId xmlns:a16="http://schemas.microsoft.com/office/drawing/2014/main" id="{79753DF4-5F75-4419-909E-7C6C912431E9}"/>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32">
              <a:extLst>
                <a:ext uri="{FF2B5EF4-FFF2-40B4-BE49-F238E27FC236}">
                  <a16:creationId xmlns:a16="http://schemas.microsoft.com/office/drawing/2014/main" id="{855DF40C-B6BB-4565-917B-0D68E9A99568}"/>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33">
              <a:extLst>
                <a:ext uri="{FF2B5EF4-FFF2-40B4-BE49-F238E27FC236}">
                  <a16:creationId xmlns:a16="http://schemas.microsoft.com/office/drawing/2014/main" id="{4A966D73-83CF-49BC-B17D-814D08E7082D}"/>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34">
              <a:extLst>
                <a:ext uri="{FF2B5EF4-FFF2-40B4-BE49-F238E27FC236}">
                  <a16:creationId xmlns:a16="http://schemas.microsoft.com/office/drawing/2014/main" id="{C4D3FEF6-5168-4033-87C1-4DE8C0B10D44}"/>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35">
              <a:extLst>
                <a:ext uri="{FF2B5EF4-FFF2-40B4-BE49-F238E27FC236}">
                  <a16:creationId xmlns:a16="http://schemas.microsoft.com/office/drawing/2014/main" id="{8196550C-9075-450D-8381-757B57ACFE83}"/>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36">
              <a:extLst>
                <a:ext uri="{FF2B5EF4-FFF2-40B4-BE49-F238E27FC236}">
                  <a16:creationId xmlns:a16="http://schemas.microsoft.com/office/drawing/2014/main" id="{9DDF2589-A917-47E1-86F2-E9E9D031133F}"/>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37">
              <a:extLst>
                <a:ext uri="{FF2B5EF4-FFF2-40B4-BE49-F238E27FC236}">
                  <a16:creationId xmlns:a16="http://schemas.microsoft.com/office/drawing/2014/main" id="{19AA832E-82CD-495F-9759-311D5CF3C627}"/>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38">
              <a:extLst>
                <a:ext uri="{FF2B5EF4-FFF2-40B4-BE49-F238E27FC236}">
                  <a16:creationId xmlns:a16="http://schemas.microsoft.com/office/drawing/2014/main" id="{E321B9D6-F4D4-4E72-B642-4A20A028DE61}"/>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39">
              <a:extLst>
                <a:ext uri="{FF2B5EF4-FFF2-40B4-BE49-F238E27FC236}">
                  <a16:creationId xmlns:a16="http://schemas.microsoft.com/office/drawing/2014/main" id="{67D8E47E-A97F-495B-9D93-E77F5D991824}"/>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40">
              <a:extLst>
                <a:ext uri="{FF2B5EF4-FFF2-40B4-BE49-F238E27FC236}">
                  <a16:creationId xmlns:a16="http://schemas.microsoft.com/office/drawing/2014/main" id="{A3102978-9FB6-414A-87A2-7447231B782C}"/>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41">
              <a:extLst>
                <a:ext uri="{FF2B5EF4-FFF2-40B4-BE49-F238E27FC236}">
                  <a16:creationId xmlns:a16="http://schemas.microsoft.com/office/drawing/2014/main" id="{52AB6645-416B-4B1A-BDD5-25D20B3DDFF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42">
              <a:extLst>
                <a:ext uri="{FF2B5EF4-FFF2-40B4-BE49-F238E27FC236}">
                  <a16:creationId xmlns:a16="http://schemas.microsoft.com/office/drawing/2014/main" id="{6FC3BBB2-F5AD-4180-9804-3EA9F90C269D}"/>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43">
              <a:extLst>
                <a:ext uri="{FF2B5EF4-FFF2-40B4-BE49-F238E27FC236}">
                  <a16:creationId xmlns:a16="http://schemas.microsoft.com/office/drawing/2014/main" id="{422DB3ED-2BEF-4ED1-BC1B-08CB86C00F99}"/>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44">
              <a:extLst>
                <a:ext uri="{FF2B5EF4-FFF2-40B4-BE49-F238E27FC236}">
                  <a16:creationId xmlns:a16="http://schemas.microsoft.com/office/drawing/2014/main" id="{98D97055-E2FD-4FF0-90DB-E94B1920C4D3}"/>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45">
              <a:extLst>
                <a:ext uri="{FF2B5EF4-FFF2-40B4-BE49-F238E27FC236}">
                  <a16:creationId xmlns:a16="http://schemas.microsoft.com/office/drawing/2014/main" id="{DE4F8DEE-2AD7-48B0-86FE-2FB6CF6E0CC7}"/>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46">
              <a:extLst>
                <a:ext uri="{FF2B5EF4-FFF2-40B4-BE49-F238E27FC236}">
                  <a16:creationId xmlns:a16="http://schemas.microsoft.com/office/drawing/2014/main" id="{ABD952AD-A59A-4124-AAA4-9E35E9D1DAAA}"/>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47">
              <a:extLst>
                <a:ext uri="{FF2B5EF4-FFF2-40B4-BE49-F238E27FC236}">
                  <a16:creationId xmlns:a16="http://schemas.microsoft.com/office/drawing/2014/main" id="{09F53A53-235E-4905-B7A1-4C2487531478}"/>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48">
              <a:extLst>
                <a:ext uri="{FF2B5EF4-FFF2-40B4-BE49-F238E27FC236}">
                  <a16:creationId xmlns:a16="http://schemas.microsoft.com/office/drawing/2014/main" id="{E7B8F62B-F26F-4F16-83DE-DE88E2AC27DD}"/>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49">
              <a:extLst>
                <a:ext uri="{FF2B5EF4-FFF2-40B4-BE49-F238E27FC236}">
                  <a16:creationId xmlns:a16="http://schemas.microsoft.com/office/drawing/2014/main" id="{5A3F2E03-9197-4D87-AEBD-53681C71A0C3}"/>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50">
              <a:extLst>
                <a:ext uri="{FF2B5EF4-FFF2-40B4-BE49-F238E27FC236}">
                  <a16:creationId xmlns:a16="http://schemas.microsoft.com/office/drawing/2014/main" id="{AC48136C-038A-4E15-A432-82CDA3580ED7}"/>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51">
              <a:extLst>
                <a:ext uri="{FF2B5EF4-FFF2-40B4-BE49-F238E27FC236}">
                  <a16:creationId xmlns:a16="http://schemas.microsoft.com/office/drawing/2014/main" id="{A03DB8D5-6A83-4A84-AB18-2030609589D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52">
              <a:extLst>
                <a:ext uri="{FF2B5EF4-FFF2-40B4-BE49-F238E27FC236}">
                  <a16:creationId xmlns:a16="http://schemas.microsoft.com/office/drawing/2014/main" id="{CB4B691A-151E-4AA1-86FD-1DF590C8AD29}"/>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53">
              <a:extLst>
                <a:ext uri="{FF2B5EF4-FFF2-40B4-BE49-F238E27FC236}">
                  <a16:creationId xmlns:a16="http://schemas.microsoft.com/office/drawing/2014/main" id="{8DE17CF6-249D-4F7B-83E2-FD452FE7770B}"/>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54">
              <a:extLst>
                <a:ext uri="{FF2B5EF4-FFF2-40B4-BE49-F238E27FC236}">
                  <a16:creationId xmlns:a16="http://schemas.microsoft.com/office/drawing/2014/main" id="{8AFBC693-95B4-46BF-8458-36EE0C80554E}"/>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55">
              <a:extLst>
                <a:ext uri="{FF2B5EF4-FFF2-40B4-BE49-F238E27FC236}">
                  <a16:creationId xmlns:a16="http://schemas.microsoft.com/office/drawing/2014/main" id="{1B7936E4-C86A-4ECF-9DAA-DD45C61C9B40}"/>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56">
              <a:extLst>
                <a:ext uri="{FF2B5EF4-FFF2-40B4-BE49-F238E27FC236}">
                  <a16:creationId xmlns:a16="http://schemas.microsoft.com/office/drawing/2014/main" id="{07B705CC-7C23-4703-BFCD-DEBFDF5A7E5B}"/>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57">
              <a:extLst>
                <a:ext uri="{FF2B5EF4-FFF2-40B4-BE49-F238E27FC236}">
                  <a16:creationId xmlns:a16="http://schemas.microsoft.com/office/drawing/2014/main" id="{021EAEDF-4795-47A7-9CDF-29BDE7EB4647}"/>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59">
              <a:extLst>
                <a:ext uri="{FF2B5EF4-FFF2-40B4-BE49-F238E27FC236}">
                  <a16:creationId xmlns:a16="http://schemas.microsoft.com/office/drawing/2014/main" id="{C8E25685-5F7D-4F4C-ABCD-4A625A28DA84}"/>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60">
              <a:extLst>
                <a:ext uri="{FF2B5EF4-FFF2-40B4-BE49-F238E27FC236}">
                  <a16:creationId xmlns:a16="http://schemas.microsoft.com/office/drawing/2014/main" id="{F86C1915-F185-4F6E-BC9A-70ED68733204}"/>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61">
              <a:extLst>
                <a:ext uri="{FF2B5EF4-FFF2-40B4-BE49-F238E27FC236}">
                  <a16:creationId xmlns:a16="http://schemas.microsoft.com/office/drawing/2014/main" id="{0A676732-8A69-4B25-9573-F6F90E1CBE82}"/>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62">
              <a:extLst>
                <a:ext uri="{FF2B5EF4-FFF2-40B4-BE49-F238E27FC236}">
                  <a16:creationId xmlns:a16="http://schemas.microsoft.com/office/drawing/2014/main" id="{D4F1F03D-E1AA-4194-B592-BA6FFEF4B89A}"/>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63">
              <a:extLst>
                <a:ext uri="{FF2B5EF4-FFF2-40B4-BE49-F238E27FC236}">
                  <a16:creationId xmlns:a16="http://schemas.microsoft.com/office/drawing/2014/main" id="{3E19A2DA-16F0-4B64-9855-639F78BF95B6}"/>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64">
              <a:extLst>
                <a:ext uri="{FF2B5EF4-FFF2-40B4-BE49-F238E27FC236}">
                  <a16:creationId xmlns:a16="http://schemas.microsoft.com/office/drawing/2014/main" id="{21AA4D67-978D-46FA-9138-C5EF347A093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65">
              <a:extLst>
                <a:ext uri="{FF2B5EF4-FFF2-40B4-BE49-F238E27FC236}">
                  <a16:creationId xmlns:a16="http://schemas.microsoft.com/office/drawing/2014/main" id="{DF7FABC9-0AE5-498D-9DCD-2D0A69DD494F}"/>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66">
              <a:extLst>
                <a:ext uri="{FF2B5EF4-FFF2-40B4-BE49-F238E27FC236}">
                  <a16:creationId xmlns:a16="http://schemas.microsoft.com/office/drawing/2014/main" id="{3B4259AB-BB5C-471B-8BFD-2464967E06EC}"/>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67">
              <a:extLst>
                <a:ext uri="{FF2B5EF4-FFF2-40B4-BE49-F238E27FC236}">
                  <a16:creationId xmlns:a16="http://schemas.microsoft.com/office/drawing/2014/main" id="{4A71AFC4-8245-4F87-8986-BFA7163794AB}"/>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68">
              <a:extLst>
                <a:ext uri="{FF2B5EF4-FFF2-40B4-BE49-F238E27FC236}">
                  <a16:creationId xmlns:a16="http://schemas.microsoft.com/office/drawing/2014/main" id="{AA4DB81E-6CDA-4C15-A84C-6764CA845A64}"/>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69">
              <a:extLst>
                <a:ext uri="{FF2B5EF4-FFF2-40B4-BE49-F238E27FC236}">
                  <a16:creationId xmlns:a16="http://schemas.microsoft.com/office/drawing/2014/main" id="{E6B3071E-6076-4B7A-83B7-92D6A165342E}"/>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70">
              <a:extLst>
                <a:ext uri="{FF2B5EF4-FFF2-40B4-BE49-F238E27FC236}">
                  <a16:creationId xmlns:a16="http://schemas.microsoft.com/office/drawing/2014/main" id="{E8543DB1-652E-4988-9780-2A2133D41D4C}"/>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71">
              <a:extLst>
                <a:ext uri="{FF2B5EF4-FFF2-40B4-BE49-F238E27FC236}">
                  <a16:creationId xmlns:a16="http://schemas.microsoft.com/office/drawing/2014/main" id="{42F0AA6A-4C74-462E-8B1B-F39A0F70FF7A}"/>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72">
              <a:extLst>
                <a:ext uri="{FF2B5EF4-FFF2-40B4-BE49-F238E27FC236}">
                  <a16:creationId xmlns:a16="http://schemas.microsoft.com/office/drawing/2014/main" id="{B33C0D7F-04E1-4844-B90C-3FBE5EEF3A4D}"/>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73">
              <a:extLst>
                <a:ext uri="{FF2B5EF4-FFF2-40B4-BE49-F238E27FC236}">
                  <a16:creationId xmlns:a16="http://schemas.microsoft.com/office/drawing/2014/main" id="{F49B085D-B4DD-458A-826A-3DA24029B88E}"/>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74">
              <a:extLst>
                <a:ext uri="{FF2B5EF4-FFF2-40B4-BE49-F238E27FC236}">
                  <a16:creationId xmlns:a16="http://schemas.microsoft.com/office/drawing/2014/main" id="{A32F9E5F-5111-453D-A333-FB4E1A18673B}"/>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75">
              <a:extLst>
                <a:ext uri="{FF2B5EF4-FFF2-40B4-BE49-F238E27FC236}">
                  <a16:creationId xmlns:a16="http://schemas.microsoft.com/office/drawing/2014/main" id="{47E4D8BD-DEA3-4D27-98E4-F4E7016173D4}"/>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76">
              <a:extLst>
                <a:ext uri="{FF2B5EF4-FFF2-40B4-BE49-F238E27FC236}">
                  <a16:creationId xmlns:a16="http://schemas.microsoft.com/office/drawing/2014/main" id="{BBF03BDD-5E4F-4125-8BBA-793FC2C135B8}"/>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77">
              <a:extLst>
                <a:ext uri="{FF2B5EF4-FFF2-40B4-BE49-F238E27FC236}">
                  <a16:creationId xmlns:a16="http://schemas.microsoft.com/office/drawing/2014/main" id="{F3B4C098-EB45-4815-8269-996D7522ECC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78">
              <a:extLst>
                <a:ext uri="{FF2B5EF4-FFF2-40B4-BE49-F238E27FC236}">
                  <a16:creationId xmlns:a16="http://schemas.microsoft.com/office/drawing/2014/main" id="{B59927F3-4B4B-42A6-8B08-08A49631DE99}"/>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79">
              <a:extLst>
                <a:ext uri="{FF2B5EF4-FFF2-40B4-BE49-F238E27FC236}">
                  <a16:creationId xmlns:a16="http://schemas.microsoft.com/office/drawing/2014/main" id="{A3EF2292-28DC-48A4-AF27-649B5C4586D6}"/>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80">
              <a:extLst>
                <a:ext uri="{FF2B5EF4-FFF2-40B4-BE49-F238E27FC236}">
                  <a16:creationId xmlns:a16="http://schemas.microsoft.com/office/drawing/2014/main" id="{248C3F59-9E32-45A2-A3CC-2CB702255A32}"/>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81">
              <a:extLst>
                <a:ext uri="{FF2B5EF4-FFF2-40B4-BE49-F238E27FC236}">
                  <a16:creationId xmlns:a16="http://schemas.microsoft.com/office/drawing/2014/main" id="{8E4ACB8A-43E4-4093-AE56-AA241704B0B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82">
              <a:extLst>
                <a:ext uri="{FF2B5EF4-FFF2-40B4-BE49-F238E27FC236}">
                  <a16:creationId xmlns:a16="http://schemas.microsoft.com/office/drawing/2014/main" id="{D14F99BB-28D1-464F-BB16-2F2623BBC5A4}"/>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83">
              <a:extLst>
                <a:ext uri="{FF2B5EF4-FFF2-40B4-BE49-F238E27FC236}">
                  <a16:creationId xmlns:a16="http://schemas.microsoft.com/office/drawing/2014/main" id="{A95FA675-3755-4391-B726-68B8FF23ADB3}"/>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84">
              <a:extLst>
                <a:ext uri="{FF2B5EF4-FFF2-40B4-BE49-F238E27FC236}">
                  <a16:creationId xmlns:a16="http://schemas.microsoft.com/office/drawing/2014/main" id="{49925855-02BD-4CA2-9D33-00CA85C3A971}"/>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86">
              <a:extLst>
                <a:ext uri="{FF2B5EF4-FFF2-40B4-BE49-F238E27FC236}">
                  <a16:creationId xmlns:a16="http://schemas.microsoft.com/office/drawing/2014/main" id="{29A0B59B-FDB1-4852-BA6C-06E6417E8DE5}"/>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87">
              <a:extLst>
                <a:ext uri="{FF2B5EF4-FFF2-40B4-BE49-F238E27FC236}">
                  <a16:creationId xmlns:a16="http://schemas.microsoft.com/office/drawing/2014/main" id="{F2291FF5-CA54-458E-8BD1-99B816F40E55}"/>
                </a:ext>
              </a:extLst>
            </p:cNvPr>
            <p:cNvSpPr>
              <a:spLocks noChangeArrowheads="1"/>
            </p:cNvSpPr>
            <p:nvPr/>
          </p:nvSpPr>
          <p:spPr bwMode="auto">
            <a:xfrm>
              <a:off x="80954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88">
              <a:extLst>
                <a:ext uri="{FF2B5EF4-FFF2-40B4-BE49-F238E27FC236}">
                  <a16:creationId xmlns:a16="http://schemas.microsoft.com/office/drawing/2014/main" id="{97EB7D42-19E8-41E2-B5B0-791AA24B51C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89">
              <a:extLst>
                <a:ext uri="{FF2B5EF4-FFF2-40B4-BE49-F238E27FC236}">
                  <a16:creationId xmlns:a16="http://schemas.microsoft.com/office/drawing/2014/main" id="{F11528A1-D5A5-47C3-A78A-BDF885ECD0F6}"/>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90">
              <a:extLst>
                <a:ext uri="{FF2B5EF4-FFF2-40B4-BE49-F238E27FC236}">
                  <a16:creationId xmlns:a16="http://schemas.microsoft.com/office/drawing/2014/main" id="{382D90AE-FED6-4FCA-B477-13F5EC154EA9}"/>
                </a:ext>
              </a:extLst>
            </p:cNvPr>
            <p:cNvSpPr>
              <a:spLocks noChangeArrowheads="1"/>
            </p:cNvSpPr>
            <p:nvPr/>
          </p:nvSpPr>
          <p:spPr bwMode="auto">
            <a:xfrm>
              <a:off x="2173502"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91">
              <a:extLst>
                <a:ext uri="{FF2B5EF4-FFF2-40B4-BE49-F238E27FC236}">
                  <a16:creationId xmlns:a16="http://schemas.microsoft.com/office/drawing/2014/main" id="{32C9B838-AD97-41C2-B167-E2ED06D301D2}"/>
                </a:ext>
              </a:extLst>
            </p:cNvPr>
            <p:cNvSpPr>
              <a:spLocks noChangeArrowheads="1"/>
            </p:cNvSpPr>
            <p:nvPr/>
          </p:nvSpPr>
          <p:spPr bwMode="auto">
            <a:xfrm>
              <a:off x="2628934"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92">
              <a:extLst>
                <a:ext uri="{FF2B5EF4-FFF2-40B4-BE49-F238E27FC236}">
                  <a16:creationId xmlns:a16="http://schemas.microsoft.com/office/drawing/2014/main" id="{17A1E437-F28C-4912-A416-147E734D2A46}"/>
                </a:ext>
              </a:extLst>
            </p:cNvPr>
            <p:cNvSpPr>
              <a:spLocks noChangeArrowheads="1"/>
            </p:cNvSpPr>
            <p:nvPr/>
          </p:nvSpPr>
          <p:spPr bwMode="auto">
            <a:xfrm>
              <a:off x="3083197"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105">
              <a:extLst>
                <a:ext uri="{FF2B5EF4-FFF2-40B4-BE49-F238E27FC236}">
                  <a16:creationId xmlns:a16="http://schemas.microsoft.com/office/drawing/2014/main" id="{DEAE7685-4A38-4785-9605-B19161F69E26}"/>
                </a:ext>
              </a:extLst>
            </p:cNvPr>
            <p:cNvSpPr>
              <a:spLocks noChangeArrowheads="1"/>
            </p:cNvSpPr>
            <p:nvPr/>
          </p:nvSpPr>
          <p:spPr bwMode="auto">
            <a:xfrm>
              <a:off x="8996805"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106">
              <a:extLst>
                <a:ext uri="{FF2B5EF4-FFF2-40B4-BE49-F238E27FC236}">
                  <a16:creationId xmlns:a16="http://schemas.microsoft.com/office/drawing/2014/main" id="{D8D5236E-C6F3-4C15-B112-50979E39B652}"/>
                </a:ext>
              </a:extLst>
            </p:cNvPr>
            <p:cNvSpPr>
              <a:spLocks noChangeArrowheads="1"/>
            </p:cNvSpPr>
            <p:nvPr/>
          </p:nvSpPr>
          <p:spPr bwMode="auto">
            <a:xfrm>
              <a:off x="9451068"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107">
              <a:extLst>
                <a:ext uri="{FF2B5EF4-FFF2-40B4-BE49-F238E27FC236}">
                  <a16:creationId xmlns:a16="http://schemas.microsoft.com/office/drawing/2014/main" id="{EAC78FE3-C094-437A-B445-4F783780233D}"/>
                </a:ext>
              </a:extLst>
            </p:cNvPr>
            <p:cNvSpPr>
              <a:spLocks noChangeArrowheads="1"/>
            </p:cNvSpPr>
            <p:nvPr/>
          </p:nvSpPr>
          <p:spPr bwMode="auto">
            <a:xfrm>
              <a:off x="9906501"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108">
              <a:extLst>
                <a:ext uri="{FF2B5EF4-FFF2-40B4-BE49-F238E27FC236}">
                  <a16:creationId xmlns:a16="http://schemas.microsoft.com/office/drawing/2014/main" id="{E515352F-F56E-4A5E-A366-80D13565A14A}"/>
                </a:ext>
              </a:extLst>
            </p:cNvPr>
            <p:cNvSpPr>
              <a:spLocks noChangeArrowheads="1"/>
            </p:cNvSpPr>
            <p:nvPr/>
          </p:nvSpPr>
          <p:spPr bwMode="auto">
            <a:xfrm>
              <a:off x="10360763"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109">
              <a:extLst>
                <a:ext uri="{FF2B5EF4-FFF2-40B4-BE49-F238E27FC236}">
                  <a16:creationId xmlns:a16="http://schemas.microsoft.com/office/drawing/2014/main" id="{082593FC-9A99-4046-9873-3F17F576F5F2}"/>
                </a:ext>
              </a:extLst>
            </p:cNvPr>
            <p:cNvSpPr>
              <a:spLocks noChangeArrowheads="1"/>
            </p:cNvSpPr>
            <p:nvPr/>
          </p:nvSpPr>
          <p:spPr bwMode="auto">
            <a:xfrm>
              <a:off x="10816197"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110">
              <a:extLst>
                <a:ext uri="{FF2B5EF4-FFF2-40B4-BE49-F238E27FC236}">
                  <a16:creationId xmlns:a16="http://schemas.microsoft.com/office/drawing/2014/main" id="{7BE87C29-956D-4731-9DEF-2472E21D89AD}"/>
                </a:ext>
              </a:extLst>
            </p:cNvPr>
            <p:cNvSpPr>
              <a:spLocks noChangeArrowheads="1"/>
            </p:cNvSpPr>
            <p:nvPr/>
          </p:nvSpPr>
          <p:spPr bwMode="auto">
            <a:xfrm>
              <a:off x="11270460"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111">
              <a:extLst>
                <a:ext uri="{FF2B5EF4-FFF2-40B4-BE49-F238E27FC236}">
                  <a16:creationId xmlns:a16="http://schemas.microsoft.com/office/drawing/2014/main" id="{A3B07365-8B76-4AFB-ABA7-8DD8B6C91F90}"/>
                </a:ext>
              </a:extLst>
            </p:cNvPr>
            <p:cNvSpPr>
              <a:spLocks noChangeArrowheads="1"/>
            </p:cNvSpPr>
            <p:nvPr/>
          </p:nvSpPr>
          <p:spPr bwMode="auto">
            <a:xfrm>
              <a:off x="1172589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113">
              <a:extLst>
                <a:ext uri="{FF2B5EF4-FFF2-40B4-BE49-F238E27FC236}">
                  <a16:creationId xmlns:a16="http://schemas.microsoft.com/office/drawing/2014/main" id="{DC607E7A-BE56-4471-A732-571BF19EBC8C}"/>
                </a:ext>
              </a:extLst>
            </p:cNvPr>
            <p:cNvSpPr>
              <a:spLocks noChangeArrowheads="1"/>
            </p:cNvSpPr>
            <p:nvPr/>
          </p:nvSpPr>
          <p:spPr bwMode="auto">
            <a:xfrm>
              <a:off x="35411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114">
              <a:extLst>
                <a:ext uri="{FF2B5EF4-FFF2-40B4-BE49-F238E27FC236}">
                  <a16:creationId xmlns:a16="http://schemas.microsoft.com/office/drawing/2014/main" id="{AC622CDC-661A-4504-B509-39988A37961B}"/>
                </a:ext>
              </a:extLst>
            </p:cNvPr>
            <p:cNvSpPr>
              <a:spLocks noChangeArrowheads="1"/>
            </p:cNvSpPr>
            <p:nvPr/>
          </p:nvSpPr>
          <p:spPr bwMode="auto">
            <a:xfrm>
              <a:off x="80954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115">
              <a:extLst>
                <a:ext uri="{FF2B5EF4-FFF2-40B4-BE49-F238E27FC236}">
                  <a16:creationId xmlns:a16="http://schemas.microsoft.com/office/drawing/2014/main" id="{62946A9D-9192-4CAD-8F76-974C5FE277D5}"/>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116">
              <a:extLst>
                <a:ext uri="{FF2B5EF4-FFF2-40B4-BE49-F238E27FC236}">
                  <a16:creationId xmlns:a16="http://schemas.microsoft.com/office/drawing/2014/main" id="{98A87D74-26D6-44DE-B8E3-3F1228E833DD}"/>
                </a:ext>
              </a:extLst>
            </p:cNvPr>
            <p:cNvSpPr>
              <a:spLocks noChangeArrowheads="1"/>
            </p:cNvSpPr>
            <p:nvPr/>
          </p:nvSpPr>
          <p:spPr bwMode="auto">
            <a:xfrm>
              <a:off x="1719239"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7">
              <a:extLst>
                <a:ext uri="{FF2B5EF4-FFF2-40B4-BE49-F238E27FC236}">
                  <a16:creationId xmlns:a16="http://schemas.microsoft.com/office/drawing/2014/main" id="{305F2911-EBBC-4A1F-9F27-F5A4D6683343}"/>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8">
              <a:extLst>
                <a:ext uri="{FF2B5EF4-FFF2-40B4-BE49-F238E27FC236}">
                  <a16:creationId xmlns:a16="http://schemas.microsoft.com/office/drawing/2014/main" id="{E3017ED1-C3DB-468D-917A-7D055013E8AA}"/>
                </a:ext>
              </a:extLst>
            </p:cNvPr>
            <p:cNvSpPr>
              <a:spLocks noChangeArrowheads="1"/>
            </p:cNvSpPr>
            <p:nvPr/>
          </p:nvSpPr>
          <p:spPr bwMode="auto">
            <a:xfrm>
              <a:off x="2628934"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19">
              <a:extLst>
                <a:ext uri="{FF2B5EF4-FFF2-40B4-BE49-F238E27FC236}">
                  <a16:creationId xmlns:a16="http://schemas.microsoft.com/office/drawing/2014/main" id="{364A9FBD-1DB7-46D2-80AE-1EF6158FE9A7}"/>
                </a:ext>
              </a:extLst>
            </p:cNvPr>
            <p:cNvSpPr>
              <a:spLocks noChangeArrowheads="1"/>
            </p:cNvSpPr>
            <p:nvPr/>
          </p:nvSpPr>
          <p:spPr bwMode="auto">
            <a:xfrm>
              <a:off x="3083197"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32">
              <a:extLst>
                <a:ext uri="{FF2B5EF4-FFF2-40B4-BE49-F238E27FC236}">
                  <a16:creationId xmlns:a16="http://schemas.microsoft.com/office/drawing/2014/main" id="{5B8F5DA7-A3AB-48C2-A0AA-06DFF2510EBF}"/>
                </a:ext>
              </a:extLst>
            </p:cNvPr>
            <p:cNvSpPr>
              <a:spLocks noChangeArrowheads="1"/>
            </p:cNvSpPr>
            <p:nvPr/>
          </p:nvSpPr>
          <p:spPr bwMode="auto">
            <a:xfrm>
              <a:off x="8996805"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33">
              <a:extLst>
                <a:ext uri="{FF2B5EF4-FFF2-40B4-BE49-F238E27FC236}">
                  <a16:creationId xmlns:a16="http://schemas.microsoft.com/office/drawing/2014/main" id="{B4EEDB8D-D8C1-42F7-816B-88E1F6AC5AF0}"/>
                </a:ext>
              </a:extLst>
            </p:cNvPr>
            <p:cNvSpPr>
              <a:spLocks noChangeArrowheads="1"/>
            </p:cNvSpPr>
            <p:nvPr/>
          </p:nvSpPr>
          <p:spPr bwMode="auto">
            <a:xfrm>
              <a:off x="9451068"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34">
              <a:extLst>
                <a:ext uri="{FF2B5EF4-FFF2-40B4-BE49-F238E27FC236}">
                  <a16:creationId xmlns:a16="http://schemas.microsoft.com/office/drawing/2014/main" id="{E15F1A2D-8731-4042-A5CD-84E3C2F4462A}"/>
                </a:ext>
              </a:extLst>
            </p:cNvPr>
            <p:cNvSpPr>
              <a:spLocks noChangeArrowheads="1"/>
            </p:cNvSpPr>
            <p:nvPr/>
          </p:nvSpPr>
          <p:spPr bwMode="auto">
            <a:xfrm>
              <a:off x="9906501"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35">
              <a:extLst>
                <a:ext uri="{FF2B5EF4-FFF2-40B4-BE49-F238E27FC236}">
                  <a16:creationId xmlns:a16="http://schemas.microsoft.com/office/drawing/2014/main" id="{866AE8F6-A982-4075-88C6-096E183A6392}"/>
                </a:ext>
              </a:extLst>
            </p:cNvPr>
            <p:cNvSpPr>
              <a:spLocks noChangeArrowheads="1"/>
            </p:cNvSpPr>
            <p:nvPr/>
          </p:nvSpPr>
          <p:spPr bwMode="auto">
            <a:xfrm>
              <a:off x="10360763"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136">
              <a:extLst>
                <a:ext uri="{FF2B5EF4-FFF2-40B4-BE49-F238E27FC236}">
                  <a16:creationId xmlns:a16="http://schemas.microsoft.com/office/drawing/2014/main" id="{4E9E8D66-CB5B-45DA-86A6-55504897135B}"/>
                </a:ext>
              </a:extLst>
            </p:cNvPr>
            <p:cNvSpPr>
              <a:spLocks noChangeArrowheads="1"/>
            </p:cNvSpPr>
            <p:nvPr/>
          </p:nvSpPr>
          <p:spPr bwMode="auto">
            <a:xfrm>
              <a:off x="10816197"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137">
              <a:extLst>
                <a:ext uri="{FF2B5EF4-FFF2-40B4-BE49-F238E27FC236}">
                  <a16:creationId xmlns:a16="http://schemas.microsoft.com/office/drawing/2014/main" id="{A22DE3BE-D7D7-4570-BD5B-578C0D546A4B}"/>
                </a:ext>
              </a:extLst>
            </p:cNvPr>
            <p:cNvSpPr>
              <a:spLocks noChangeArrowheads="1"/>
            </p:cNvSpPr>
            <p:nvPr/>
          </p:nvSpPr>
          <p:spPr bwMode="auto">
            <a:xfrm>
              <a:off x="1127046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138">
              <a:extLst>
                <a:ext uri="{FF2B5EF4-FFF2-40B4-BE49-F238E27FC236}">
                  <a16:creationId xmlns:a16="http://schemas.microsoft.com/office/drawing/2014/main" id="{7A6BABE8-DBE8-441A-87BB-BA336C02DC7D}"/>
                </a:ext>
              </a:extLst>
            </p:cNvPr>
            <p:cNvSpPr>
              <a:spLocks noChangeArrowheads="1"/>
            </p:cNvSpPr>
            <p:nvPr/>
          </p:nvSpPr>
          <p:spPr bwMode="auto">
            <a:xfrm>
              <a:off x="1172589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140">
              <a:extLst>
                <a:ext uri="{FF2B5EF4-FFF2-40B4-BE49-F238E27FC236}">
                  <a16:creationId xmlns:a16="http://schemas.microsoft.com/office/drawing/2014/main" id="{E3D2014F-A2E0-433E-904B-8B6961F86454}"/>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141">
              <a:extLst>
                <a:ext uri="{FF2B5EF4-FFF2-40B4-BE49-F238E27FC236}">
                  <a16:creationId xmlns:a16="http://schemas.microsoft.com/office/drawing/2014/main" id="{69E93948-9F67-4652-940D-D296937F99EA}"/>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142">
              <a:extLst>
                <a:ext uri="{FF2B5EF4-FFF2-40B4-BE49-F238E27FC236}">
                  <a16:creationId xmlns:a16="http://schemas.microsoft.com/office/drawing/2014/main" id="{DF77B519-E891-4382-8E18-46FCB0F8C711}"/>
                </a:ext>
              </a:extLst>
            </p:cNvPr>
            <p:cNvSpPr>
              <a:spLocks noChangeArrowheads="1"/>
            </p:cNvSpPr>
            <p:nvPr/>
          </p:nvSpPr>
          <p:spPr bwMode="auto">
            <a:xfrm>
              <a:off x="1263805"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143">
              <a:extLst>
                <a:ext uri="{FF2B5EF4-FFF2-40B4-BE49-F238E27FC236}">
                  <a16:creationId xmlns:a16="http://schemas.microsoft.com/office/drawing/2014/main" id="{D5D17266-EBAA-471D-8E73-01469C4714ED}"/>
                </a:ext>
              </a:extLst>
            </p:cNvPr>
            <p:cNvSpPr>
              <a:spLocks noChangeArrowheads="1"/>
            </p:cNvSpPr>
            <p:nvPr/>
          </p:nvSpPr>
          <p:spPr bwMode="auto">
            <a:xfrm>
              <a:off x="1719239"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44">
              <a:extLst>
                <a:ext uri="{FF2B5EF4-FFF2-40B4-BE49-F238E27FC236}">
                  <a16:creationId xmlns:a16="http://schemas.microsoft.com/office/drawing/2014/main" id="{D44C52C9-4A4D-4A1A-8A29-69726A6A3047}"/>
                </a:ext>
              </a:extLst>
            </p:cNvPr>
            <p:cNvSpPr>
              <a:spLocks noChangeArrowheads="1"/>
            </p:cNvSpPr>
            <p:nvPr/>
          </p:nvSpPr>
          <p:spPr bwMode="auto">
            <a:xfrm>
              <a:off x="2173502"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45">
              <a:extLst>
                <a:ext uri="{FF2B5EF4-FFF2-40B4-BE49-F238E27FC236}">
                  <a16:creationId xmlns:a16="http://schemas.microsoft.com/office/drawing/2014/main" id="{FA87CB27-8CDF-4677-9DF5-DFB94C701152}"/>
                </a:ext>
              </a:extLst>
            </p:cNvPr>
            <p:cNvSpPr>
              <a:spLocks noChangeArrowheads="1"/>
            </p:cNvSpPr>
            <p:nvPr/>
          </p:nvSpPr>
          <p:spPr bwMode="auto">
            <a:xfrm>
              <a:off x="2628934"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6">
              <a:extLst>
                <a:ext uri="{FF2B5EF4-FFF2-40B4-BE49-F238E27FC236}">
                  <a16:creationId xmlns:a16="http://schemas.microsoft.com/office/drawing/2014/main" id="{4AADF530-084D-4ABD-9074-C7575F810C5D}"/>
                </a:ext>
              </a:extLst>
            </p:cNvPr>
            <p:cNvSpPr>
              <a:spLocks noChangeArrowheads="1"/>
            </p:cNvSpPr>
            <p:nvPr/>
          </p:nvSpPr>
          <p:spPr bwMode="auto">
            <a:xfrm>
              <a:off x="3083197"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59">
              <a:extLst>
                <a:ext uri="{FF2B5EF4-FFF2-40B4-BE49-F238E27FC236}">
                  <a16:creationId xmlns:a16="http://schemas.microsoft.com/office/drawing/2014/main" id="{C322B879-3988-4E94-A06A-2E2974CE59CC}"/>
                </a:ext>
              </a:extLst>
            </p:cNvPr>
            <p:cNvSpPr>
              <a:spLocks noChangeArrowheads="1"/>
            </p:cNvSpPr>
            <p:nvPr/>
          </p:nvSpPr>
          <p:spPr bwMode="auto">
            <a:xfrm>
              <a:off x="8996805"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60">
              <a:extLst>
                <a:ext uri="{FF2B5EF4-FFF2-40B4-BE49-F238E27FC236}">
                  <a16:creationId xmlns:a16="http://schemas.microsoft.com/office/drawing/2014/main" id="{1FB2D558-1E2B-4728-B37A-424934B7ADAF}"/>
                </a:ext>
              </a:extLst>
            </p:cNvPr>
            <p:cNvSpPr>
              <a:spLocks noChangeArrowheads="1"/>
            </p:cNvSpPr>
            <p:nvPr/>
          </p:nvSpPr>
          <p:spPr bwMode="auto">
            <a:xfrm>
              <a:off x="9451068"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61">
              <a:extLst>
                <a:ext uri="{FF2B5EF4-FFF2-40B4-BE49-F238E27FC236}">
                  <a16:creationId xmlns:a16="http://schemas.microsoft.com/office/drawing/2014/main" id="{0A804D08-6835-454A-A817-80AFAFA274F8}"/>
                </a:ext>
              </a:extLst>
            </p:cNvPr>
            <p:cNvSpPr>
              <a:spLocks noChangeArrowheads="1"/>
            </p:cNvSpPr>
            <p:nvPr/>
          </p:nvSpPr>
          <p:spPr bwMode="auto">
            <a:xfrm>
              <a:off x="9906501"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62">
              <a:extLst>
                <a:ext uri="{FF2B5EF4-FFF2-40B4-BE49-F238E27FC236}">
                  <a16:creationId xmlns:a16="http://schemas.microsoft.com/office/drawing/2014/main" id="{088B375A-8C1A-4982-9F8E-9B47B9FDCA26}"/>
                </a:ext>
              </a:extLst>
            </p:cNvPr>
            <p:cNvSpPr>
              <a:spLocks noChangeArrowheads="1"/>
            </p:cNvSpPr>
            <p:nvPr/>
          </p:nvSpPr>
          <p:spPr bwMode="auto">
            <a:xfrm>
              <a:off x="10360763"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163">
              <a:extLst>
                <a:ext uri="{FF2B5EF4-FFF2-40B4-BE49-F238E27FC236}">
                  <a16:creationId xmlns:a16="http://schemas.microsoft.com/office/drawing/2014/main" id="{7FDDF96D-95E0-4634-92CA-2BD5749E0D2E}"/>
                </a:ext>
              </a:extLst>
            </p:cNvPr>
            <p:cNvSpPr>
              <a:spLocks noChangeArrowheads="1"/>
            </p:cNvSpPr>
            <p:nvPr/>
          </p:nvSpPr>
          <p:spPr bwMode="auto">
            <a:xfrm>
              <a:off x="10816197"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164">
              <a:extLst>
                <a:ext uri="{FF2B5EF4-FFF2-40B4-BE49-F238E27FC236}">
                  <a16:creationId xmlns:a16="http://schemas.microsoft.com/office/drawing/2014/main" id="{FFAB5B60-AC73-4661-9026-4738F218AA02}"/>
                </a:ext>
              </a:extLst>
            </p:cNvPr>
            <p:cNvSpPr>
              <a:spLocks noChangeArrowheads="1"/>
            </p:cNvSpPr>
            <p:nvPr/>
          </p:nvSpPr>
          <p:spPr bwMode="auto">
            <a:xfrm>
              <a:off x="11270460"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165">
              <a:extLst>
                <a:ext uri="{FF2B5EF4-FFF2-40B4-BE49-F238E27FC236}">
                  <a16:creationId xmlns:a16="http://schemas.microsoft.com/office/drawing/2014/main" id="{55977D1F-AEBB-4C53-9386-D84525085BA2}"/>
                </a:ext>
              </a:extLst>
            </p:cNvPr>
            <p:cNvSpPr>
              <a:spLocks noChangeArrowheads="1"/>
            </p:cNvSpPr>
            <p:nvPr/>
          </p:nvSpPr>
          <p:spPr bwMode="auto">
            <a:xfrm>
              <a:off x="11725892"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167">
              <a:extLst>
                <a:ext uri="{FF2B5EF4-FFF2-40B4-BE49-F238E27FC236}">
                  <a16:creationId xmlns:a16="http://schemas.microsoft.com/office/drawing/2014/main" id="{1DC84208-E766-4580-A861-C3CFC0E372B3}"/>
                </a:ext>
              </a:extLst>
            </p:cNvPr>
            <p:cNvSpPr>
              <a:spLocks noChangeArrowheads="1"/>
            </p:cNvSpPr>
            <p:nvPr/>
          </p:nvSpPr>
          <p:spPr bwMode="auto">
            <a:xfrm>
              <a:off x="35411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168">
              <a:extLst>
                <a:ext uri="{FF2B5EF4-FFF2-40B4-BE49-F238E27FC236}">
                  <a16:creationId xmlns:a16="http://schemas.microsoft.com/office/drawing/2014/main" id="{2325F7E8-2FD3-4BEC-A7B6-AD4FD4B1F52B}"/>
                </a:ext>
              </a:extLst>
            </p:cNvPr>
            <p:cNvSpPr>
              <a:spLocks noChangeArrowheads="1"/>
            </p:cNvSpPr>
            <p:nvPr/>
          </p:nvSpPr>
          <p:spPr bwMode="auto">
            <a:xfrm>
              <a:off x="809542"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169">
              <a:extLst>
                <a:ext uri="{FF2B5EF4-FFF2-40B4-BE49-F238E27FC236}">
                  <a16:creationId xmlns:a16="http://schemas.microsoft.com/office/drawing/2014/main" id="{E25EE725-3FFE-489B-90BB-54AF71067972}"/>
                </a:ext>
              </a:extLst>
            </p:cNvPr>
            <p:cNvSpPr>
              <a:spLocks noChangeArrowheads="1"/>
            </p:cNvSpPr>
            <p:nvPr/>
          </p:nvSpPr>
          <p:spPr bwMode="auto">
            <a:xfrm>
              <a:off x="1263805"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170">
              <a:extLst>
                <a:ext uri="{FF2B5EF4-FFF2-40B4-BE49-F238E27FC236}">
                  <a16:creationId xmlns:a16="http://schemas.microsoft.com/office/drawing/2014/main" id="{5FF69CBE-D1C4-47E2-B021-1A16583B8650}"/>
                </a:ext>
              </a:extLst>
            </p:cNvPr>
            <p:cNvSpPr>
              <a:spLocks noChangeArrowheads="1"/>
            </p:cNvSpPr>
            <p:nvPr/>
          </p:nvSpPr>
          <p:spPr bwMode="auto">
            <a:xfrm>
              <a:off x="1719239"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71">
              <a:extLst>
                <a:ext uri="{FF2B5EF4-FFF2-40B4-BE49-F238E27FC236}">
                  <a16:creationId xmlns:a16="http://schemas.microsoft.com/office/drawing/2014/main" id="{2FD7DC93-4697-49F2-9683-A519993F3DBD}"/>
                </a:ext>
              </a:extLst>
            </p:cNvPr>
            <p:cNvSpPr>
              <a:spLocks noChangeArrowheads="1"/>
            </p:cNvSpPr>
            <p:nvPr/>
          </p:nvSpPr>
          <p:spPr bwMode="auto">
            <a:xfrm>
              <a:off x="2173502"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72">
              <a:extLst>
                <a:ext uri="{FF2B5EF4-FFF2-40B4-BE49-F238E27FC236}">
                  <a16:creationId xmlns:a16="http://schemas.microsoft.com/office/drawing/2014/main" id="{F078C2FC-1AFA-4F34-AEB1-722384C0DD75}"/>
                </a:ext>
              </a:extLst>
            </p:cNvPr>
            <p:cNvSpPr>
              <a:spLocks noChangeArrowheads="1"/>
            </p:cNvSpPr>
            <p:nvPr/>
          </p:nvSpPr>
          <p:spPr bwMode="auto">
            <a:xfrm>
              <a:off x="2628934"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73">
              <a:extLst>
                <a:ext uri="{FF2B5EF4-FFF2-40B4-BE49-F238E27FC236}">
                  <a16:creationId xmlns:a16="http://schemas.microsoft.com/office/drawing/2014/main" id="{B4CD4DEB-6026-4ACE-9EF8-D5BB38BCDBC2}"/>
                </a:ext>
              </a:extLst>
            </p:cNvPr>
            <p:cNvSpPr>
              <a:spLocks noChangeArrowheads="1"/>
            </p:cNvSpPr>
            <p:nvPr/>
          </p:nvSpPr>
          <p:spPr bwMode="auto">
            <a:xfrm>
              <a:off x="3083197"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86">
              <a:extLst>
                <a:ext uri="{FF2B5EF4-FFF2-40B4-BE49-F238E27FC236}">
                  <a16:creationId xmlns:a16="http://schemas.microsoft.com/office/drawing/2014/main" id="{7BFD734A-1348-4955-827A-416C4FCDC6C5}"/>
                </a:ext>
              </a:extLst>
            </p:cNvPr>
            <p:cNvSpPr>
              <a:spLocks noChangeArrowheads="1"/>
            </p:cNvSpPr>
            <p:nvPr/>
          </p:nvSpPr>
          <p:spPr bwMode="auto">
            <a:xfrm>
              <a:off x="8996805"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87">
              <a:extLst>
                <a:ext uri="{FF2B5EF4-FFF2-40B4-BE49-F238E27FC236}">
                  <a16:creationId xmlns:a16="http://schemas.microsoft.com/office/drawing/2014/main" id="{639C0A45-AA0E-4799-9B48-D56FD46E76CB}"/>
                </a:ext>
              </a:extLst>
            </p:cNvPr>
            <p:cNvSpPr>
              <a:spLocks noChangeArrowheads="1"/>
            </p:cNvSpPr>
            <p:nvPr/>
          </p:nvSpPr>
          <p:spPr bwMode="auto">
            <a:xfrm>
              <a:off x="9451068"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88">
              <a:extLst>
                <a:ext uri="{FF2B5EF4-FFF2-40B4-BE49-F238E27FC236}">
                  <a16:creationId xmlns:a16="http://schemas.microsoft.com/office/drawing/2014/main" id="{27B6305A-BDDA-4961-B3ED-4CDE68C9BE7C}"/>
                </a:ext>
              </a:extLst>
            </p:cNvPr>
            <p:cNvSpPr>
              <a:spLocks noChangeArrowheads="1"/>
            </p:cNvSpPr>
            <p:nvPr/>
          </p:nvSpPr>
          <p:spPr bwMode="auto">
            <a:xfrm>
              <a:off x="9906501"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89">
              <a:extLst>
                <a:ext uri="{FF2B5EF4-FFF2-40B4-BE49-F238E27FC236}">
                  <a16:creationId xmlns:a16="http://schemas.microsoft.com/office/drawing/2014/main" id="{DD6CA54E-582F-4C37-9D3A-BFA3E45D2528}"/>
                </a:ext>
              </a:extLst>
            </p:cNvPr>
            <p:cNvSpPr>
              <a:spLocks noChangeArrowheads="1"/>
            </p:cNvSpPr>
            <p:nvPr/>
          </p:nvSpPr>
          <p:spPr bwMode="auto">
            <a:xfrm>
              <a:off x="10360763"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190">
              <a:extLst>
                <a:ext uri="{FF2B5EF4-FFF2-40B4-BE49-F238E27FC236}">
                  <a16:creationId xmlns:a16="http://schemas.microsoft.com/office/drawing/2014/main" id="{14E6965D-E230-4479-A391-3BCD5A2BBBDE}"/>
                </a:ext>
              </a:extLst>
            </p:cNvPr>
            <p:cNvSpPr>
              <a:spLocks noChangeArrowheads="1"/>
            </p:cNvSpPr>
            <p:nvPr/>
          </p:nvSpPr>
          <p:spPr bwMode="auto">
            <a:xfrm>
              <a:off x="10816197"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191">
              <a:extLst>
                <a:ext uri="{FF2B5EF4-FFF2-40B4-BE49-F238E27FC236}">
                  <a16:creationId xmlns:a16="http://schemas.microsoft.com/office/drawing/2014/main" id="{363FE856-8F60-49E3-9E59-695D571F0311}"/>
                </a:ext>
              </a:extLst>
            </p:cNvPr>
            <p:cNvSpPr>
              <a:spLocks noChangeArrowheads="1"/>
            </p:cNvSpPr>
            <p:nvPr/>
          </p:nvSpPr>
          <p:spPr bwMode="auto">
            <a:xfrm>
              <a:off x="1127046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192">
              <a:extLst>
                <a:ext uri="{FF2B5EF4-FFF2-40B4-BE49-F238E27FC236}">
                  <a16:creationId xmlns:a16="http://schemas.microsoft.com/office/drawing/2014/main" id="{2FB0342C-B7FA-47B4-B1FF-6954791FDF74}"/>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194">
              <a:extLst>
                <a:ext uri="{FF2B5EF4-FFF2-40B4-BE49-F238E27FC236}">
                  <a16:creationId xmlns:a16="http://schemas.microsoft.com/office/drawing/2014/main" id="{1122B8B2-F8E5-4A2E-A416-E53AAE197ABA}"/>
                </a:ext>
              </a:extLst>
            </p:cNvPr>
            <p:cNvSpPr>
              <a:spLocks noChangeArrowheads="1"/>
            </p:cNvSpPr>
            <p:nvPr/>
          </p:nvSpPr>
          <p:spPr bwMode="auto">
            <a:xfrm>
              <a:off x="354110"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195">
              <a:extLst>
                <a:ext uri="{FF2B5EF4-FFF2-40B4-BE49-F238E27FC236}">
                  <a16:creationId xmlns:a16="http://schemas.microsoft.com/office/drawing/2014/main" id="{4B87FC86-0D1F-4F15-9C22-AA0B2E2E129C}"/>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196">
              <a:extLst>
                <a:ext uri="{FF2B5EF4-FFF2-40B4-BE49-F238E27FC236}">
                  <a16:creationId xmlns:a16="http://schemas.microsoft.com/office/drawing/2014/main" id="{F8DDBB36-03C4-472F-9030-50E6B3212B8F}"/>
                </a:ext>
              </a:extLst>
            </p:cNvPr>
            <p:cNvSpPr>
              <a:spLocks noChangeArrowheads="1"/>
            </p:cNvSpPr>
            <p:nvPr/>
          </p:nvSpPr>
          <p:spPr bwMode="auto">
            <a:xfrm>
              <a:off x="1263805"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197">
              <a:extLst>
                <a:ext uri="{FF2B5EF4-FFF2-40B4-BE49-F238E27FC236}">
                  <a16:creationId xmlns:a16="http://schemas.microsoft.com/office/drawing/2014/main" id="{E84F816D-E7F7-4FC6-9198-C7A278EDBFC6}"/>
                </a:ext>
              </a:extLst>
            </p:cNvPr>
            <p:cNvSpPr>
              <a:spLocks noChangeArrowheads="1"/>
            </p:cNvSpPr>
            <p:nvPr/>
          </p:nvSpPr>
          <p:spPr bwMode="auto">
            <a:xfrm>
              <a:off x="1719239"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98">
              <a:extLst>
                <a:ext uri="{FF2B5EF4-FFF2-40B4-BE49-F238E27FC236}">
                  <a16:creationId xmlns:a16="http://schemas.microsoft.com/office/drawing/2014/main" id="{8C5E4DCC-4206-42A4-BE08-8E415FF60FB7}"/>
                </a:ext>
              </a:extLst>
            </p:cNvPr>
            <p:cNvSpPr>
              <a:spLocks noChangeArrowheads="1"/>
            </p:cNvSpPr>
            <p:nvPr/>
          </p:nvSpPr>
          <p:spPr bwMode="auto">
            <a:xfrm>
              <a:off x="2173502"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99">
              <a:extLst>
                <a:ext uri="{FF2B5EF4-FFF2-40B4-BE49-F238E27FC236}">
                  <a16:creationId xmlns:a16="http://schemas.microsoft.com/office/drawing/2014/main" id="{3EE8B95F-3C8D-4F9E-84E8-BEA481060C20}"/>
                </a:ext>
              </a:extLst>
            </p:cNvPr>
            <p:cNvSpPr>
              <a:spLocks noChangeArrowheads="1"/>
            </p:cNvSpPr>
            <p:nvPr/>
          </p:nvSpPr>
          <p:spPr bwMode="auto">
            <a:xfrm>
              <a:off x="2628934"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200">
              <a:extLst>
                <a:ext uri="{FF2B5EF4-FFF2-40B4-BE49-F238E27FC236}">
                  <a16:creationId xmlns:a16="http://schemas.microsoft.com/office/drawing/2014/main" id="{5E59882C-157C-443F-9111-16EC7661D405}"/>
                </a:ext>
              </a:extLst>
            </p:cNvPr>
            <p:cNvSpPr>
              <a:spLocks noChangeArrowheads="1"/>
            </p:cNvSpPr>
            <p:nvPr/>
          </p:nvSpPr>
          <p:spPr bwMode="auto">
            <a:xfrm>
              <a:off x="3083197"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214">
              <a:extLst>
                <a:ext uri="{FF2B5EF4-FFF2-40B4-BE49-F238E27FC236}">
                  <a16:creationId xmlns:a16="http://schemas.microsoft.com/office/drawing/2014/main" id="{779BE661-91DF-4B4E-8AF9-45D24F4AD61F}"/>
                </a:ext>
              </a:extLst>
            </p:cNvPr>
            <p:cNvSpPr>
              <a:spLocks noChangeArrowheads="1"/>
            </p:cNvSpPr>
            <p:nvPr/>
          </p:nvSpPr>
          <p:spPr bwMode="auto">
            <a:xfrm>
              <a:off x="8996805"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215">
              <a:extLst>
                <a:ext uri="{FF2B5EF4-FFF2-40B4-BE49-F238E27FC236}">
                  <a16:creationId xmlns:a16="http://schemas.microsoft.com/office/drawing/2014/main" id="{91810401-B6D2-4EA1-B203-697A04323630}"/>
                </a:ext>
              </a:extLst>
            </p:cNvPr>
            <p:cNvSpPr>
              <a:spLocks noChangeArrowheads="1"/>
            </p:cNvSpPr>
            <p:nvPr/>
          </p:nvSpPr>
          <p:spPr bwMode="auto">
            <a:xfrm>
              <a:off x="9451068"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216">
              <a:extLst>
                <a:ext uri="{FF2B5EF4-FFF2-40B4-BE49-F238E27FC236}">
                  <a16:creationId xmlns:a16="http://schemas.microsoft.com/office/drawing/2014/main" id="{CC3BED62-8CA0-4375-AB0A-72617711B089}"/>
                </a:ext>
              </a:extLst>
            </p:cNvPr>
            <p:cNvSpPr>
              <a:spLocks noChangeArrowheads="1"/>
            </p:cNvSpPr>
            <p:nvPr/>
          </p:nvSpPr>
          <p:spPr bwMode="auto">
            <a:xfrm>
              <a:off x="9906502"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217">
              <a:extLst>
                <a:ext uri="{FF2B5EF4-FFF2-40B4-BE49-F238E27FC236}">
                  <a16:creationId xmlns:a16="http://schemas.microsoft.com/office/drawing/2014/main" id="{64B31A64-91AE-4DF4-8D81-94752C7872B7}"/>
                </a:ext>
              </a:extLst>
            </p:cNvPr>
            <p:cNvSpPr>
              <a:spLocks noChangeArrowheads="1"/>
            </p:cNvSpPr>
            <p:nvPr/>
          </p:nvSpPr>
          <p:spPr bwMode="auto">
            <a:xfrm>
              <a:off x="10360764"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18">
              <a:extLst>
                <a:ext uri="{FF2B5EF4-FFF2-40B4-BE49-F238E27FC236}">
                  <a16:creationId xmlns:a16="http://schemas.microsoft.com/office/drawing/2014/main" id="{9ECDDCA8-99C7-4E2C-A3DA-6A39A54613B9}"/>
                </a:ext>
              </a:extLst>
            </p:cNvPr>
            <p:cNvSpPr>
              <a:spLocks noChangeArrowheads="1"/>
            </p:cNvSpPr>
            <p:nvPr/>
          </p:nvSpPr>
          <p:spPr bwMode="auto">
            <a:xfrm>
              <a:off x="10816197"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19">
              <a:extLst>
                <a:ext uri="{FF2B5EF4-FFF2-40B4-BE49-F238E27FC236}">
                  <a16:creationId xmlns:a16="http://schemas.microsoft.com/office/drawing/2014/main" id="{9E610FA0-F583-4C87-9186-97DA3A3F507B}"/>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0">
              <a:extLst>
                <a:ext uri="{FF2B5EF4-FFF2-40B4-BE49-F238E27FC236}">
                  <a16:creationId xmlns:a16="http://schemas.microsoft.com/office/drawing/2014/main" id="{C0181C2A-AC28-493E-9832-9D5782282822}"/>
                </a:ext>
              </a:extLst>
            </p:cNvPr>
            <p:cNvSpPr>
              <a:spLocks noChangeArrowheads="1"/>
            </p:cNvSpPr>
            <p:nvPr/>
          </p:nvSpPr>
          <p:spPr bwMode="auto">
            <a:xfrm>
              <a:off x="11725893"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22">
              <a:extLst>
                <a:ext uri="{FF2B5EF4-FFF2-40B4-BE49-F238E27FC236}">
                  <a16:creationId xmlns:a16="http://schemas.microsoft.com/office/drawing/2014/main" id="{3A65CCD8-DA6B-47D9-BE08-9831358B7F2E}"/>
                </a:ext>
              </a:extLst>
            </p:cNvPr>
            <p:cNvSpPr>
              <a:spLocks noChangeArrowheads="1"/>
            </p:cNvSpPr>
            <p:nvPr/>
          </p:nvSpPr>
          <p:spPr bwMode="auto">
            <a:xfrm>
              <a:off x="35411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23">
              <a:extLst>
                <a:ext uri="{FF2B5EF4-FFF2-40B4-BE49-F238E27FC236}">
                  <a16:creationId xmlns:a16="http://schemas.microsoft.com/office/drawing/2014/main" id="{432DF8DB-2535-4604-A56C-4F411A13AB16}"/>
                </a:ext>
              </a:extLst>
            </p:cNvPr>
            <p:cNvSpPr>
              <a:spLocks noChangeArrowheads="1"/>
            </p:cNvSpPr>
            <p:nvPr/>
          </p:nvSpPr>
          <p:spPr bwMode="auto">
            <a:xfrm>
              <a:off x="80954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224">
              <a:extLst>
                <a:ext uri="{FF2B5EF4-FFF2-40B4-BE49-F238E27FC236}">
                  <a16:creationId xmlns:a16="http://schemas.microsoft.com/office/drawing/2014/main" id="{B585B91F-5190-4F14-B1D1-F49E48A0D846}"/>
                </a:ext>
              </a:extLst>
            </p:cNvPr>
            <p:cNvSpPr>
              <a:spLocks noChangeArrowheads="1"/>
            </p:cNvSpPr>
            <p:nvPr/>
          </p:nvSpPr>
          <p:spPr bwMode="auto">
            <a:xfrm>
              <a:off x="1263806"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225">
              <a:extLst>
                <a:ext uri="{FF2B5EF4-FFF2-40B4-BE49-F238E27FC236}">
                  <a16:creationId xmlns:a16="http://schemas.microsoft.com/office/drawing/2014/main" id="{49F28844-8AC8-4173-B5BB-9FF425A50C64}"/>
                </a:ext>
              </a:extLst>
            </p:cNvPr>
            <p:cNvSpPr>
              <a:spLocks noChangeArrowheads="1"/>
            </p:cNvSpPr>
            <p:nvPr/>
          </p:nvSpPr>
          <p:spPr bwMode="auto">
            <a:xfrm>
              <a:off x="1719239"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226">
              <a:extLst>
                <a:ext uri="{FF2B5EF4-FFF2-40B4-BE49-F238E27FC236}">
                  <a16:creationId xmlns:a16="http://schemas.microsoft.com/office/drawing/2014/main" id="{E750B745-BCDB-4D34-BBB4-107F549419DC}"/>
                </a:ext>
              </a:extLst>
            </p:cNvPr>
            <p:cNvSpPr>
              <a:spLocks noChangeArrowheads="1"/>
            </p:cNvSpPr>
            <p:nvPr/>
          </p:nvSpPr>
          <p:spPr bwMode="auto">
            <a:xfrm>
              <a:off x="2173502"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227">
              <a:extLst>
                <a:ext uri="{FF2B5EF4-FFF2-40B4-BE49-F238E27FC236}">
                  <a16:creationId xmlns:a16="http://schemas.microsoft.com/office/drawing/2014/main" id="{CB843387-A206-4CDB-845C-87952DF4F7C0}"/>
                </a:ext>
              </a:extLst>
            </p:cNvPr>
            <p:cNvSpPr>
              <a:spLocks noChangeArrowheads="1"/>
            </p:cNvSpPr>
            <p:nvPr/>
          </p:nvSpPr>
          <p:spPr bwMode="auto">
            <a:xfrm>
              <a:off x="262893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228">
              <a:extLst>
                <a:ext uri="{FF2B5EF4-FFF2-40B4-BE49-F238E27FC236}">
                  <a16:creationId xmlns:a16="http://schemas.microsoft.com/office/drawing/2014/main" id="{F7012F48-14EA-4A10-B23B-D2DD376FDAFE}"/>
                </a:ext>
              </a:extLst>
            </p:cNvPr>
            <p:cNvSpPr>
              <a:spLocks noChangeArrowheads="1"/>
            </p:cNvSpPr>
            <p:nvPr/>
          </p:nvSpPr>
          <p:spPr bwMode="auto">
            <a:xfrm>
              <a:off x="308319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241">
              <a:extLst>
                <a:ext uri="{FF2B5EF4-FFF2-40B4-BE49-F238E27FC236}">
                  <a16:creationId xmlns:a16="http://schemas.microsoft.com/office/drawing/2014/main" id="{9071865C-5264-4C64-86F2-5F136CDB3D1A}"/>
                </a:ext>
              </a:extLst>
            </p:cNvPr>
            <p:cNvSpPr>
              <a:spLocks noChangeArrowheads="1"/>
            </p:cNvSpPr>
            <p:nvPr/>
          </p:nvSpPr>
          <p:spPr bwMode="auto">
            <a:xfrm>
              <a:off x="899680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242">
              <a:extLst>
                <a:ext uri="{FF2B5EF4-FFF2-40B4-BE49-F238E27FC236}">
                  <a16:creationId xmlns:a16="http://schemas.microsoft.com/office/drawing/2014/main" id="{5FC89895-3E12-4B31-8AC4-F2C571271BAC}"/>
                </a:ext>
              </a:extLst>
            </p:cNvPr>
            <p:cNvSpPr>
              <a:spLocks noChangeArrowheads="1"/>
            </p:cNvSpPr>
            <p:nvPr/>
          </p:nvSpPr>
          <p:spPr bwMode="auto">
            <a:xfrm>
              <a:off x="945106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243">
              <a:extLst>
                <a:ext uri="{FF2B5EF4-FFF2-40B4-BE49-F238E27FC236}">
                  <a16:creationId xmlns:a16="http://schemas.microsoft.com/office/drawing/2014/main" id="{822714A3-365A-4F69-84FD-C7A6C113C1B7}"/>
                </a:ext>
              </a:extLst>
            </p:cNvPr>
            <p:cNvSpPr>
              <a:spLocks noChangeArrowheads="1"/>
            </p:cNvSpPr>
            <p:nvPr/>
          </p:nvSpPr>
          <p:spPr bwMode="auto">
            <a:xfrm>
              <a:off x="9906502"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244">
              <a:extLst>
                <a:ext uri="{FF2B5EF4-FFF2-40B4-BE49-F238E27FC236}">
                  <a16:creationId xmlns:a16="http://schemas.microsoft.com/office/drawing/2014/main" id="{E831580F-B4FA-4FC0-94FF-AD9DB2B2F955}"/>
                </a:ext>
              </a:extLst>
            </p:cNvPr>
            <p:cNvSpPr>
              <a:spLocks noChangeArrowheads="1"/>
            </p:cNvSpPr>
            <p:nvPr/>
          </p:nvSpPr>
          <p:spPr bwMode="auto">
            <a:xfrm>
              <a:off x="10360764"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45">
              <a:extLst>
                <a:ext uri="{FF2B5EF4-FFF2-40B4-BE49-F238E27FC236}">
                  <a16:creationId xmlns:a16="http://schemas.microsoft.com/office/drawing/2014/main" id="{6FC45DDA-F270-4338-BB79-E4F603065B23}"/>
                </a:ext>
              </a:extLst>
            </p:cNvPr>
            <p:cNvSpPr>
              <a:spLocks noChangeArrowheads="1"/>
            </p:cNvSpPr>
            <p:nvPr/>
          </p:nvSpPr>
          <p:spPr bwMode="auto">
            <a:xfrm>
              <a:off x="10816197"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46">
              <a:extLst>
                <a:ext uri="{FF2B5EF4-FFF2-40B4-BE49-F238E27FC236}">
                  <a16:creationId xmlns:a16="http://schemas.microsoft.com/office/drawing/2014/main" id="{DF6A400A-8A10-49DE-A315-385C4794AAFE}"/>
                </a:ext>
              </a:extLst>
            </p:cNvPr>
            <p:cNvSpPr>
              <a:spLocks noChangeArrowheads="1"/>
            </p:cNvSpPr>
            <p:nvPr/>
          </p:nvSpPr>
          <p:spPr bwMode="auto">
            <a:xfrm>
              <a:off x="1127046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47">
              <a:extLst>
                <a:ext uri="{FF2B5EF4-FFF2-40B4-BE49-F238E27FC236}">
                  <a16:creationId xmlns:a16="http://schemas.microsoft.com/office/drawing/2014/main" id="{2EA6C4C3-FE6D-4C45-9F6E-327D1D5637C5}"/>
                </a:ext>
              </a:extLst>
            </p:cNvPr>
            <p:cNvSpPr>
              <a:spLocks noChangeArrowheads="1"/>
            </p:cNvSpPr>
            <p:nvPr/>
          </p:nvSpPr>
          <p:spPr bwMode="auto">
            <a:xfrm>
              <a:off x="1172589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49">
              <a:extLst>
                <a:ext uri="{FF2B5EF4-FFF2-40B4-BE49-F238E27FC236}">
                  <a16:creationId xmlns:a16="http://schemas.microsoft.com/office/drawing/2014/main" id="{9164A3A4-A0CB-4566-AFBE-563D91A10FBA}"/>
                </a:ext>
              </a:extLst>
            </p:cNvPr>
            <p:cNvSpPr>
              <a:spLocks noChangeArrowheads="1"/>
            </p:cNvSpPr>
            <p:nvPr/>
          </p:nvSpPr>
          <p:spPr bwMode="auto">
            <a:xfrm>
              <a:off x="354110"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0">
              <a:extLst>
                <a:ext uri="{FF2B5EF4-FFF2-40B4-BE49-F238E27FC236}">
                  <a16:creationId xmlns:a16="http://schemas.microsoft.com/office/drawing/2014/main" id="{FC689E73-96C3-4DFF-ABAC-A63C4BB15CE7}"/>
                </a:ext>
              </a:extLst>
            </p:cNvPr>
            <p:cNvSpPr>
              <a:spLocks noChangeArrowheads="1"/>
            </p:cNvSpPr>
            <p:nvPr/>
          </p:nvSpPr>
          <p:spPr bwMode="auto">
            <a:xfrm>
              <a:off x="809543"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8" name="Rectangle 251">
              <a:extLst>
                <a:ext uri="{FF2B5EF4-FFF2-40B4-BE49-F238E27FC236}">
                  <a16:creationId xmlns:a16="http://schemas.microsoft.com/office/drawing/2014/main" id="{49DC827D-FB7B-4DC2-A762-F5F17F148510}"/>
                </a:ext>
              </a:extLst>
            </p:cNvPr>
            <p:cNvSpPr>
              <a:spLocks noChangeArrowheads="1"/>
            </p:cNvSpPr>
            <p:nvPr/>
          </p:nvSpPr>
          <p:spPr bwMode="auto">
            <a:xfrm>
              <a:off x="1263806"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9" name="Rectangle 252">
              <a:extLst>
                <a:ext uri="{FF2B5EF4-FFF2-40B4-BE49-F238E27FC236}">
                  <a16:creationId xmlns:a16="http://schemas.microsoft.com/office/drawing/2014/main" id="{C228A320-DB20-438B-A918-A580ACBFC819}"/>
                </a:ext>
              </a:extLst>
            </p:cNvPr>
            <p:cNvSpPr>
              <a:spLocks noChangeArrowheads="1"/>
            </p:cNvSpPr>
            <p:nvPr/>
          </p:nvSpPr>
          <p:spPr bwMode="auto">
            <a:xfrm>
              <a:off x="1719239"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0" name="Rectangle 253">
              <a:extLst>
                <a:ext uri="{FF2B5EF4-FFF2-40B4-BE49-F238E27FC236}">
                  <a16:creationId xmlns:a16="http://schemas.microsoft.com/office/drawing/2014/main" id="{9897219B-EBD5-4581-8A2F-89939367A697}"/>
                </a:ext>
              </a:extLst>
            </p:cNvPr>
            <p:cNvSpPr>
              <a:spLocks noChangeArrowheads="1"/>
            </p:cNvSpPr>
            <p:nvPr/>
          </p:nvSpPr>
          <p:spPr bwMode="auto">
            <a:xfrm>
              <a:off x="2173502"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1" name="Rectangle 254">
              <a:extLst>
                <a:ext uri="{FF2B5EF4-FFF2-40B4-BE49-F238E27FC236}">
                  <a16:creationId xmlns:a16="http://schemas.microsoft.com/office/drawing/2014/main" id="{B8DDB46C-98EC-4AA3-8DC6-3C1937629765}"/>
                </a:ext>
              </a:extLst>
            </p:cNvPr>
            <p:cNvSpPr>
              <a:spLocks noChangeArrowheads="1"/>
            </p:cNvSpPr>
            <p:nvPr/>
          </p:nvSpPr>
          <p:spPr bwMode="auto">
            <a:xfrm>
              <a:off x="262893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2" name="Rectangle 255">
              <a:extLst>
                <a:ext uri="{FF2B5EF4-FFF2-40B4-BE49-F238E27FC236}">
                  <a16:creationId xmlns:a16="http://schemas.microsoft.com/office/drawing/2014/main" id="{808B3D4B-87CC-405D-9F91-FF03DD240C00}"/>
                </a:ext>
              </a:extLst>
            </p:cNvPr>
            <p:cNvSpPr>
              <a:spLocks noChangeArrowheads="1"/>
            </p:cNvSpPr>
            <p:nvPr/>
          </p:nvSpPr>
          <p:spPr bwMode="auto">
            <a:xfrm>
              <a:off x="308319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3" name="Rectangle 268">
              <a:extLst>
                <a:ext uri="{FF2B5EF4-FFF2-40B4-BE49-F238E27FC236}">
                  <a16:creationId xmlns:a16="http://schemas.microsoft.com/office/drawing/2014/main" id="{368C3B92-A8BF-48DA-A49B-DEEB8B156B24}"/>
                </a:ext>
              </a:extLst>
            </p:cNvPr>
            <p:cNvSpPr>
              <a:spLocks noChangeArrowheads="1"/>
            </p:cNvSpPr>
            <p:nvPr/>
          </p:nvSpPr>
          <p:spPr bwMode="auto">
            <a:xfrm>
              <a:off x="899680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4" name="Rectangle 269">
              <a:extLst>
                <a:ext uri="{FF2B5EF4-FFF2-40B4-BE49-F238E27FC236}">
                  <a16:creationId xmlns:a16="http://schemas.microsoft.com/office/drawing/2014/main" id="{C6AE408F-F0A6-4B28-9BE9-0FACFB243E81}"/>
                </a:ext>
              </a:extLst>
            </p:cNvPr>
            <p:cNvSpPr>
              <a:spLocks noChangeArrowheads="1"/>
            </p:cNvSpPr>
            <p:nvPr/>
          </p:nvSpPr>
          <p:spPr bwMode="auto">
            <a:xfrm>
              <a:off x="945106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270">
              <a:extLst>
                <a:ext uri="{FF2B5EF4-FFF2-40B4-BE49-F238E27FC236}">
                  <a16:creationId xmlns:a16="http://schemas.microsoft.com/office/drawing/2014/main" id="{78937A9C-A111-49DA-A588-1C93AD60FC74}"/>
                </a:ext>
              </a:extLst>
            </p:cNvPr>
            <p:cNvSpPr>
              <a:spLocks noChangeArrowheads="1"/>
            </p:cNvSpPr>
            <p:nvPr/>
          </p:nvSpPr>
          <p:spPr bwMode="auto">
            <a:xfrm>
              <a:off x="9906502"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271">
              <a:extLst>
                <a:ext uri="{FF2B5EF4-FFF2-40B4-BE49-F238E27FC236}">
                  <a16:creationId xmlns:a16="http://schemas.microsoft.com/office/drawing/2014/main" id="{89501F7C-3060-4F40-952B-8BEDDCE50CFE}"/>
                </a:ext>
              </a:extLst>
            </p:cNvPr>
            <p:cNvSpPr>
              <a:spLocks noChangeArrowheads="1"/>
            </p:cNvSpPr>
            <p:nvPr/>
          </p:nvSpPr>
          <p:spPr bwMode="auto">
            <a:xfrm>
              <a:off x="10360764"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272">
              <a:extLst>
                <a:ext uri="{FF2B5EF4-FFF2-40B4-BE49-F238E27FC236}">
                  <a16:creationId xmlns:a16="http://schemas.microsoft.com/office/drawing/2014/main" id="{C12674AC-F8DE-4BF0-B819-9E2A2AF2FE50}"/>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273">
              <a:extLst>
                <a:ext uri="{FF2B5EF4-FFF2-40B4-BE49-F238E27FC236}">
                  <a16:creationId xmlns:a16="http://schemas.microsoft.com/office/drawing/2014/main" id="{B7785334-7690-4CF7-9269-7772426EDD7F}"/>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274">
              <a:extLst>
                <a:ext uri="{FF2B5EF4-FFF2-40B4-BE49-F238E27FC236}">
                  <a16:creationId xmlns:a16="http://schemas.microsoft.com/office/drawing/2014/main" id="{1D74AEA1-716D-444E-9FA0-111672E596C6}"/>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276">
              <a:extLst>
                <a:ext uri="{FF2B5EF4-FFF2-40B4-BE49-F238E27FC236}">
                  <a16:creationId xmlns:a16="http://schemas.microsoft.com/office/drawing/2014/main" id="{3438C147-B1A7-4B1E-AE39-DA7715FBB4D4}"/>
                </a:ext>
              </a:extLst>
            </p:cNvPr>
            <p:cNvSpPr>
              <a:spLocks noChangeArrowheads="1"/>
            </p:cNvSpPr>
            <p:nvPr/>
          </p:nvSpPr>
          <p:spPr bwMode="auto">
            <a:xfrm>
              <a:off x="35411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277">
              <a:extLst>
                <a:ext uri="{FF2B5EF4-FFF2-40B4-BE49-F238E27FC236}">
                  <a16:creationId xmlns:a16="http://schemas.microsoft.com/office/drawing/2014/main" id="{84AA6B27-1DF9-4C1A-8EB8-285EAD7752BB}"/>
                </a:ext>
              </a:extLst>
            </p:cNvPr>
            <p:cNvSpPr>
              <a:spLocks noChangeArrowheads="1"/>
            </p:cNvSpPr>
            <p:nvPr/>
          </p:nvSpPr>
          <p:spPr bwMode="auto">
            <a:xfrm>
              <a:off x="80954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278">
              <a:extLst>
                <a:ext uri="{FF2B5EF4-FFF2-40B4-BE49-F238E27FC236}">
                  <a16:creationId xmlns:a16="http://schemas.microsoft.com/office/drawing/2014/main" id="{EC4CD7F9-CEBB-45D2-BC0F-696E95FC1ED0}"/>
                </a:ext>
              </a:extLst>
            </p:cNvPr>
            <p:cNvSpPr>
              <a:spLocks noChangeArrowheads="1"/>
            </p:cNvSpPr>
            <p:nvPr/>
          </p:nvSpPr>
          <p:spPr bwMode="auto">
            <a:xfrm>
              <a:off x="126380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279">
              <a:extLst>
                <a:ext uri="{FF2B5EF4-FFF2-40B4-BE49-F238E27FC236}">
                  <a16:creationId xmlns:a16="http://schemas.microsoft.com/office/drawing/2014/main" id="{25CE44E3-3ADD-478D-A105-8FBE0876C3E3}"/>
                </a:ext>
              </a:extLst>
            </p:cNvPr>
            <p:cNvSpPr>
              <a:spLocks noChangeArrowheads="1"/>
            </p:cNvSpPr>
            <p:nvPr/>
          </p:nvSpPr>
          <p:spPr bwMode="auto">
            <a:xfrm>
              <a:off x="1719239"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80">
              <a:extLst>
                <a:ext uri="{FF2B5EF4-FFF2-40B4-BE49-F238E27FC236}">
                  <a16:creationId xmlns:a16="http://schemas.microsoft.com/office/drawing/2014/main" id="{A8F0BFFE-3D79-4101-821A-4AF5607ECB15}"/>
                </a:ext>
              </a:extLst>
            </p:cNvPr>
            <p:cNvSpPr>
              <a:spLocks noChangeArrowheads="1"/>
            </p:cNvSpPr>
            <p:nvPr/>
          </p:nvSpPr>
          <p:spPr bwMode="auto">
            <a:xfrm>
              <a:off x="2173502"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81">
              <a:extLst>
                <a:ext uri="{FF2B5EF4-FFF2-40B4-BE49-F238E27FC236}">
                  <a16:creationId xmlns:a16="http://schemas.microsoft.com/office/drawing/2014/main" id="{84D419AF-8225-41B8-86F5-75B9A63B28CE}"/>
                </a:ext>
              </a:extLst>
            </p:cNvPr>
            <p:cNvSpPr>
              <a:spLocks noChangeArrowheads="1"/>
            </p:cNvSpPr>
            <p:nvPr/>
          </p:nvSpPr>
          <p:spPr bwMode="auto">
            <a:xfrm>
              <a:off x="262893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82">
              <a:extLst>
                <a:ext uri="{FF2B5EF4-FFF2-40B4-BE49-F238E27FC236}">
                  <a16:creationId xmlns:a16="http://schemas.microsoft.com/office/drawing/2014/main" id="{4E58BD16-2A71-4755-BC85-16C8F3739257}"/>
                </a:ext>
              </a:extLst>
            </p:cNvPr>
            <p:cNvSpPr>
              <a:spLocks noChangeArrowheads="1"/>
            </p:cNvSpPr>
            <p:nvPr/>
          </p:nvSpPr>
          <p:spPr bwMode="auto">
            <a:xfrm>
              <a:off x="308319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83">
              <a:extLst>
                <a:ext uri="{FF2B5EF4-FFF2-40B4-BE49-F238E27FC236}">
                  <a16:creationId xmlns:a16="http://schemas.microsoft.com/office/drawing/2014/main" id="{F56B1EBF-9ACC-4EEA-9794-00E325DCA5C8}"/>
                </a:ext>
              </a:extLst>
            </p:cNvPr>
            <p:cNvSpPr>
              <a:spLocks noChangeArrowheads="1"/>
            </p:cNvSpPr>
            <p:nvPr/>
          </p:nvSpPr>
          <p:spPr bwMode="auto">
            <a:xfrm>
              <a:off x="353863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84">
              <a:extLst>
                <a:ext uri="{FF2B5EF4-FFF2-40B4-BE49-F238E27FC236}">
                  <a16:creationId xmlns:a16="http://schemas.microsoft.com/office/drawing/2014/main" id="{CCFE505E-DEE7-4620-81F5-36AFA872F47C}"/>
                </a:ext>
              </a:extLst>
            </p:cNvPr>
            <p:cNvSpPr>
              <a:spLocks noChangeArrowheads="1"/>
            </p:cNvSpPr>
            <p:nvPr/>
          </p:nvSpPr>
          <p:spPr bwMode="auto">
            <a:xfrm>
              <a:off x="399289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9" name="Rectangle 285">
              <a:extLst>
                <a:ext uri="{FF2B5EF4-FFF2-40B4-BE49-F238E27FC236}">
                  <a16:creationId xmlns:a16="http://schemas.microsoft.com/office/drawing/2014/main" id="{30C4E4C1-9D8B-44EC-8D99-2E618636E26D}"/>
                </a:ext>
              </a:extLst>
            </p:cNvPr>
            <p:cNvSpPr>
              <a:spLocks noChangeArrowheads="1"/>
            </p:cNvSpPr>
            <p:nvPr/>
          </p:nvSpPr>
          <p:spPr bwMode="auto">
            <a:xfrm>
              <a:off x="4448327"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0" name="Rectangle 286">
              <a:extLst>
                <a:ext uri="{FF2B5EF4-FFF2-40B4-BE49-F238E27FC236}">
                  <a16:creationId xmlns:a16="http://schemas.microsoft.com/office/drawing/2014/main" id="{775CBB56-B210-43F2-87E2-DE5A0CA40D46}"/>
                </a:ext>
              </a:extLst>
            </p:cNvPr>
            <p:cNvSpPr>
              <a:spLocks noChangeArrowheads="1"/>
            </p:cNvSpPr>
            <p:nvPr/>
          </p:nvSpPr>
          <p:spPr bwMode="auto">
            <a:xfrm>
              <a:off x="490259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1" name="Rectangle 287">
              <a:extLst>
                <a:ext uri="{FF2B5EF4-FFF2-40B4-BE49-F238E27FC236}">
                  <a16:creationId xmlns:a16="http://schemas.microsoft.com/office/drawing/2014/main" id="{6667B41B-9A3E-4667-A1C7-B7369F01012C}"/>
                </a:ext>
              </a:extLst>
            </p:cNvPr>
            <p:cNvSpPr>
              <a:spLocks noChangeArrowheads="1"/>
            </p:cNvSpPr>
            <p:nvPr/>
          </p:nvSpPr>
          <p:spPr bwMode="auto">
            <a:xfrm>
              <a:off x="5358022"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2" name="Rectangle 288">
              <a:extLst>
                <a:ext uri="{FF2B5EF4-FFF2-40B4-BE49-F238E27FC236}">
                  <a16:creationId xmlns:a16="http://schemas.microsoft.com/office/drawing/2014/main" id="{796F6F02-6043-46B6-ACB2-F0D85A8658E6}"/>
                </a:ext>
              </a:extLst>
            </p:cNvPr>
            <p:cNvSpPr>
              <a:spLocks noChangeArrowheads="1"/>
            </p:cNvSpPr>
            <p:nvPr/>
          </p:nvSpPr>
          <p:spPr bwMode="auto">
            <a:xfrm>
              <a:off x="5812285"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3" name="Rectangle 289">
              <a:extLst>
                <a:ext uri="{FF2B5EF4-FFF2-40B4-BE49-F238E27FC236}">
                  <a16:creationId xmlns:a16="http://schemas.microsoft.com/office/drawing/2014/main" id="{929725D4-ED31-40E2-8AB3-47D0FD5DE573}"/>
                </a:ext>
              </a:extLst>
            </p:cNvPr>
            <p:cNvSpPr>
              <a:spLocks noChangeArrowheads="1"/>
            </p:cNvSpPr>
            <p:nvPr/>
          </p:nvSpPr>
          <p:spPr bwMode="auto">
            <a:xfrm>
              <a:off x="6267718"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4" name="Rectangle 290">
              <a:extLst>
                <a:ext uri="{FF2B5EF4-FFF2-40B4-BE49-F238E27FC236}">
                  <a16:creationId xmlns:a16="http://schemas.microsoft.com/office/drawing/2014/main" id="{6E0AE0BD-ECE4-468E-A5C9-0DE456154DD2}"/>
                </a:ext>
              </a:extLst>
            </p:cNvPr>
            <p:cNvSpPr>
              <a:spLocks noChangeArrowheads="1"/>
            </p:cNvSpPr>
            <p:nvPr/>
          </p:nvSpPr>
          <p:spPr bwMode="auto">
            <a:xfrm>
              <a:off x="6721981"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5" name="Rectangle 291">
              <a:extLst>
                <a:ext uri="{FF2B5EF4-FFF2-40B4-BE49-F238E27FC236}">
                  <a16:creationId xmlns:a16="http://schemas.microsoft.com/office/drawing/2014/main" id="{4400955C-33E1-4C75-9F63-728D8665A91F}"/>
                </a:ext>
              </a:extLst>
            </p:cNvPr>
            <p:cNvSpPr>
              <a:spLocks noChangeArrowheads="1"/>
            </p:cNvSpPr>
            <p:nvPr/>
          </p:nvSpPr>
          <p:spPr bwMode="auto">
            <a:xfrm>
              <a:off x="7177414"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6" name="Rectangle 292">
              <a:extLst>
                <a:ext uri="{FF2B5EF4-FFF2-40B4-BE49-F238E27FC236}">
                  <a16:creationId xmlns:a16="http://schemas.microsoft.com/office/drawing/2014/main" id="{D961C0B6-3B1B-4839-857B-114099F3F192}"/>
                </a:ext>
              </a:extLst>
            </p:cNvPr>
            <p:cNvSpPr>
              <a:spLocks noChangeArrowheads="1"/>
            </p:cNvSpPr>
            <p:nvPr/>
          </p:nvSpPr>
          <p:spPr bwMode="auto">
            <a:xfrm>
              <a:off x="763167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7" name="Rectangle 293">
              <a:extLst>
                <a:ext uri="{FF2B5EF4-FFF2-40B4-BE49-F238E27FC236}">
                  <a16:creationId xmlns:a16="http://schemas.microsoft.com/office/drawing/2014/main" id="{DF5F8018-F3F9-4B6A-961C-FDE42B1ACFD9}"/>
                </a:ext>
              </a:extLst>
            </p:cNvPr>
            <p:cNvSpPr>
              <a:spLocks noChangeArrowheads="1"/>
            </p:cNvSpPr>
            <p:nvPr/>
          </p:nvSpPr>
          <p:spPr bwMode="auto">
            <a:xfrm>
              <a:off x="808711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8" name="Rectangle 294">
              <a:extLst>
                <a:ext uri="{FF2B5EF4-FFF2-40B4-BE49-F238E27FC236}">
                  <a16:creationId xmlns:a16="http://schemas.microsoft.com/office/drawing/2014/main" id="{F9B0F8D9-7724-4ACF-BA7F-110AA4FF0CD6}"/>
                </a:ext>
              </a:extLst>
            </p:cNvPr>
            <p:cNvSpPr>
              <a:spLocks noChangeArrowheads="1"/>
            </p:cNvSpPr>
            <p:nvPr/>
          </p:nvSpPr>
          <p:spPr bwMode="auto">
            <a:xfrm>
              <a:off x="854137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9" name="Rectangle 295">
              <a:extLst>
                <a:ext uri="{FF2B5EF4-FFF2-40B4-BE49-F238E27FC236}">
                  <a16:creationId xmlns:a16="http://schemas.microsoft.com/office/drawing/2014/main" id="{1D3659AF-0565-450F-85E1-3D9707E72F53}"/>
                </a:ext>
              </a:extLst>
            </p:cNvPr>
            <p:cNvSpPr>
              <a:spLocks noChangeArrowheads="1"/>
            </p:cNvSpPr>
            <p:nvPr/>
          </p:nvSpPr>
          <p:spPr bwMode="auto">
            <a:xfrm>
              <a:off x="899680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0" name="Rectangle 296">
              <a:extLst>
                <a:ext uri="{FF2B5EF4-FFF2-40B4-BE49-F238E27FC236}">
                  <a16:creationId xmlns:a16="http://schemas.microsoft.com/office/drawing/2014/main" id="{5FE90139-0B55-4644-A3B5-120193B9A581}"/>
                </a:ext>
              </a:extLst>
            </p:cNvPr>
            <p:cNvSpPr>
              <a:spLocks noChangeArrowheads="1"/>
            </p:cNvSpPr>
            <p:nvPr/>
          </p:nvSpPr>
          <p:spPr bwMode="auto">
            <a:xfrm>
              <a:off x="945106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1" name="Rectangle 297">
              <a:extLst>
                <a:ext uri="{FF2B5EF4-FFF2-40B4-BE49-F238E27FC236}">
                  <a16:creationId xmlns:a16="http://schemas.microsoft.com/office/drawing/2014/main" id="{5C52DEE4-F75A-448E-AC22-D4A8424D605A}"/>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2" name="Rectangle 298">
              <a:extLst>
                <a:ext uri="{FF2B5EF4-FFF2-40B4-BE49-F238E27FC236}">
                  <a16:creationId xmlns:a16="http://schemas.microsoft.com/office/drawing/2014/main" id="{0FAA6019-458E-49C0-82BF-4DA9376EF5EF}"/>
                </a:ext>
              </a:extLst>
            </p:cNvPr>
            <p:cNvSpPr>
              <a:spLocks noChangeArrowheads="1"/>
            </p:cNvSpPr>
            <p:nvPr/>
          </p:nvSpPr>
          <p:spPr bwMode="auto">
            <a:xfrm>
              <a:off x="10360764"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3" name="Rectangle 299">
              <a:extLst>
                <a:ext uri="{FF2B5EF4-FFF2-40B4-BE49-F238E27FC236}">
                  <a16:creationId xmlns:a16="http://schemas.microsoft.com/office/drawing/2014/main" id="{A10BEF18-4D65-4ECD-AD29-9B429488E510}"/>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4" name="Rectangle 300">
              <a:extLst>
                <a:ext uri="{FF2B5EF4-FFF2-40B4-BE49-F238E27FC236}">
                  <a16:creationId xmlns:a16="http://schemas.microsoft.com/office/drawing/2014/main" id="{B5150899-574E-4361-8BD8-908931E2F979}"/>
                </a:ext>
              </a:extLst>
            </p:cNvPr>
            <p:cNvSpPr>
              <a:spLocks noChangeArrowheads="1"/>
            </p:cNvSpPr>
            <p:nvPr/>
          </p:nvSpPr>
          <p:spPr bwMode="auto">
            <a:xfrm>
              <a:off x="1127046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5" name="Rectangle 301">
              <a:extLst>
                <a:ext uri="{FF2B5EF4-FFF2-40B4-BE49-F238E27FC236}">
                  <a16:creationId xmlns:a16="http://schemas.microsoft.com/office/drawing/2014/main" id="{BEA711FE-B1AF-4B37-81CB-C560FA27C379}"/>
                </a:ext>
              </a:extLst>
            </p:cNvPr>
            <p:cNvSpPr>
              <a:spLocks noChangeArrowheads="1"/>
            </p:cNvSpPr>
            <p:nvPr/>
          </p:nvSpPr>
          <p:spPr bwMode="auto">
            <a:xfrm>
              <a:off x="1172589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6" name="Rectangle 303">
              <a:extLst>
                <a:ext uri="{FF2B5EF4-FFF2-40B4-BE49-F238E27FC236}">
                  <a16:creationId xmlns:a16="http://schemas.microsoft.com/office/drawing/2014/main" id="{80E4ED87-41E6-49B3-91BA-686B2B81BE5B}"/>
                </a:ext>
              </a:extLst>
            </p:cNvPr>
            <p:cNvSpPr>
              <a:spLocks noChangeArrowheads="1"/>
            </p:cNvSpPr>
            <p:nvPr/>
          </p:nvSpPr>
          <p:spPr bwMode="auto">
            <a:xfrm>
              <a:off x="35411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7" name="Rectangle 304">
              <a:extLst>
                <a:ext uri="{FF2B5EF4-FFF2-40B4-BE49-F238E27FC236}">
                  <a16:creationId xmlns:a16="http://schemas.microsoft.com/office/drawing/2014/main" id="{4E9BE40A-EE42-4123-8BA0-FF7F0385F340}"/>
                </a:ext>
              </a:extLst>
            </p:cNvPr>
            <p:cNvSpPr>
              <a:spLocks noChangeArrowheads="1"/>
            </p:cNvSpPr>
            <p:nvPr/>
          </p:nvSpPr>
          <p:spPr bwMode="auto">
            <a:xfrm>
              <a:off x="809543"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8" name="Rectangle 305">
              <a:extLst>
                <a:ext uri="{FF2B5EF4-FFF2-40B4-BE49-F238E27FC236}">
                  <a16:creationId xmlns:a16="http://schemas.microsoft.com/office/drawing/2014/main" id="{B611F1C1-8FC2-46A0-9BD2-C302F7B52C75}"/>
                </a:ext>
              </a:extLst>
            </p:cNvPr>
            <p:cNvSpPr>
              <a:spLocks noChangeArrowheads="1"/>
            </p:cNvSpPr>
            <p:nvPr/>
          </p:nvSpPr>
          <p:spPr bwMode="auto">
            <a:xfrm>
              <a:off x="126380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9" name="Rectangle 306">
              <a:extLst>
                <a:ext uri="{FF2B5EF4-FFF2-40B4-BE49-F238E27FC236}">
                  <a16:creationId xmlns:a16="http://schemas.microsoft.com/office/drawing/2014/main" id="{930B6D85-2884-41AB-BDBA-4E324F36B453}"/>
                </a:ext>
              </a:extLst>
            </p:cNvPr>
            <p:cNvSpPr>
              <a:spLocks noChangeArrowheads="1"/>
            </p:cNvSpPr>
            <p:nvPr/>
          </p:nvSpPr>
          <p:spPr bwMode="auto">
            <a:xfrm>
              <a:off x="1719239"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0" name="Rectangle 307">
              <a:extLst>
                <a:ext uri="{FF2B5EF4-FFF2-40B4-BE49-F238E27FC236}">
                  <a16:creationId xmlns:a16="http://schemas.microsoft.com/office/drawing/2014/main" id="{7F9C1F3D-FD52-424C-9FF6-C48477A4981B}"/>
                </a:ext>
              </a:extLst>
            </p:cNvPr>
            <p:cNvSpPr>
              <a:spLocks noChangeArrowheads="1"/>
            </p:cNvSpPr>
            <p:nvPr/>
          </p:nvSpPr>
          <p:spPr bwMode="auto">
            <a:xfrm>
              <a:off x="2173502"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1" name="Rectangle 308">
              <a:extLst>
                <a:ext uri="{FF2B5EF4-FFF2-40B4-BE49-F238E27FC236}">
                  <a16:creationId xmlns:a16="http://schemas.microsoft.com/office/drawing/2014/main" id="{E7486E9D-3A69-4A97-AA5C-AF76EF8F51C6}"/>
                </a:ext>
              </a:extLst>
            </p:cNvPr>
            <p:cNvSpPr>
              <a:spLocks noChangeArrowheads="1"/>
            </p:cNvSpPr>
            <p:nvPr/>
          </p:nvSpPr>
          <p:spPr bwMode="auto">
            <a:xfrm>
              <a:off x="262893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2" name="Rectangle 309">
              <a:extLst>
                <a:ext uri="{FF2B5EF4-FFF2-40B4-BE49-F238E27FC236}">
                  <a16:creationId xmlns:a16="http://schemas.microsoft.com/office/drawing/2014/main" id="{0AA7E796-96DA-498C-93D9-136DDFB2FCF2}"/>
                </a:ext>
              </a:extLst>
            </p:cNvPr>
            <p:cNvSpPr>
              <a:spLocks noChangeArrowheads="1"/>
            </p:cNvSpPr>
            <p:nvPr/>
          </p:nvSpPr>
          <p:spPr bwMode="auto">
            <a:xfrm>
              <a:off x="308319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3" name="Rectangle 310">
              <a:extLst>
                <a:ext uri="{FF2B5EF4-FFF2-40B4-BE49-F238E27FC236}">
                  <a16:creationId xmlns:a16="http://schemas.microsoft.com/office/drawing/2014/main" id="{A66B0CB8-31EE-439B-AC73-841AF9BC5F30}"/>
                </a:ext>
              </a:extLst>
            </p:cNvPr>
            <p:cNvSpPr>
              <a:spLocks noChangeArrowheads="1"/>
            </p:cNvSpPr>
            <p:nvPr/>
          </p:nvSpPr>
          <p:spPr bwMode="auto">
            <a:xfrm>
              <a:off x="353863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4" name="Rectangle 311">
              <a:extLst>
                <a:ext uri="{FF2B5EF4-FFF2-40B4-BE49-F238E27FC236}">
                  <a16:creationId xmlns:a16="http://schemas.microsoft.com/office/drawing/2014/main" id="{3369CA06-5E6E-4F9E-A1F5-CDE8295570AF}"/>
                </a:ext>
              </a:extLst>
            </p:cNvPr>
            <p:cNvSpPr>
              <a:spLocks noChangeArrowheads="1"/>
            </p:cNvSpPr>
            <p:nvPr/>
          </p:nvSpPr>
          <p:spPr bwMode="auto">
            <a:xfrm>
              <a:off x="399289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5" name="Rectangle 312">
              <a:extLst>
                <a:ext uri="{FF2B5EF4-FFF2-40B4-BE49-F238E27FC236}">
                  <a16:creationId xmlns:a16="http://schemas.microsoft.com/office/drawing/2014/main" id="{E99CE921-0DE8-4AB7-AC5C-1424E0C194CF}"/>
                </a:ext>
              </a:extLst>
            </p:cNvPr>
            <p:cNvSpPr>
              <a:spLocks noChangeArrowheads="1"/>
            </p:cNvSpPr>
            <p:nvPr/>
          </p:nvSpPr>
          <p:spPr bwMode="auto">
            <a:xfrm>
              <a:off x="444832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6" name="Rectangle 313">
              <a:extLst>
                <a:ext uri="{FF2B5EF4-FFF2-40B4-BE49-F238E27FC236}">
                  <a16:creationId xmlns:a16="http://schemas.microsoft.com/office/drawing/2014/main" id="{44B0D7FC-1229-4D80-AFFC-1892AC41BCE3}"/>
                </a:ext>
              </a:extLst>
            </p:cNvPr>
            <p:cNvSpPr>
              <a:spLocks noChangeArrowheads="1"/>
            </p:cNvSpPr>
            <p:nvPr/>
          </p:nvSpPr>
          <p:spPr bwMode="auto">
            <a:xfrm>
              <a:off x="490259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7" name="Rectangle 314">
              <a:extLst>
                <a:ext uri="{FF2B5EF4-FFF2-40B4-BE49-F238E27FC236}">
                  <a16:creationId xmlns:a16="http://schemas.microsoft.com/office/drawing/2014/main" id="{9CC127BC-9564-47FC-B62B-448598DBAB57}"/>
                </a:ext>
              </a:extLst>
            </p:cNvPr>
            <p:cNvSpPr>
              <a:spLocks noChangeArrowheads="1"/>
            </p:cNvSpPr>
            <p:nvPr/>
          </p:nvSpPr>
          <p:spPr bwMode="auto">
            <a:xfrm>
              <a:off x="535802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8" name="Rectangle 315">
              <a:extLst>
                <a:ext uri="{FF2B5EF4-FFF2-40B4-BE49-F238E27FC236}">
                  <a16:creationId xmlns:a16="http://schemas.microsoft.com/office/drawing/2014/main" id="{B9AB1F98-2ED9-4FA8-B563-43ABB5173B26}"/>
                </a:ext>
              </a:extLst>
            </p:cNvPr>
            <p:cNvSpPr>
              <a:spLocks noChangeArrowheads="1"/>
            </p:cNvSpPr>
            <p:nvPr/>
          </p:nvSpPr>
          <p:spPr bwMode="auto">
            <a:xfrm>
              <a:off x="5812285"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9" name="Rectangle 316">
              <a:extLst>
                <a:ext uri="{FF2B5EF4-FFF2-40B4-BE49-F238E27FC236}">
                  <a16:creationId xmlns:a16="http://schemas.microsoft.com/office/drawing/2014/main" id="{A6DA074F-063A-4813-AE3D-039A5CEC3F77}"/>
                </a:ext>
              </a:extLst>
            </p:cNvPr>
            <p:cNvSpPr>
              <a:spLocks noChangeArrowheads="1"/>
            </p:cNvSpPr>
            <p:nvPr/>
          </p:nvSpPr>
          <p:spPr bwMode="auto">
            <a:xfrm>
              <a:off x="6267718"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0" name="Rectangle 317">
              <a:extLst>
                <a:ext uri="{FF2B5EF4-FFF2-40B4-BE49-F238E27FC236}">
                  <a16:creationId xmlns:a16="http://schemas.microsoft.com/office/drawing/2014/main" id="{E2D48949-643D-4CD5-94F2-5B81BCC4A407}"/>
                </a:ext>
              </a:extLst>
            </p:cNvPr>
            <p:cNvSpPr>
              <a:spLocks noChangeArrowheads="1"/>
            </p:cNvSpPr>
            <p:nvPr/>
          </p:nvSpPr>
          <p:spPr bwMode="auto">
            <a:xfrm>
              <a:off x="6721981"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1" name="Rectangle 318">
              <a:extLst>
                <a:ext uri="{FF2B5EF4-FFF2-40B4-BE49-F238E27FC236}">
                  <a16:creationId xmlns:a16="http://schemas.microsoft.com/office/drawing/2014/main" id="{00728DC9-776B-49FA-ABFC-CE0772CDA2EE}"/>
                </a:ext>
              </a:extLst>
            </p:cNvPr>
            <p:cNvSpPr>
              <a:spLocks noChangeArrowheads="1"/>
            </p:cNvSpPr>
            <p:nvPr/>
          </p:nvSpPr>
          <p:spPr bwMode="auto">
            <a:xfrm>
              <a:off x="7177414"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2" name="Rectangle 319">
              <a:extLst>
                <a:ext uri="{FF2B5EF4-FFF2-40B4-BE49-F238E27FC236}">
                  <a16:creationId xmlns:a16="http://schemas.microsoft.com/office/drawing/2014/main" id="{F940E1FC-5AC7-4790-9F31-160A60507111}"/>
                </a:ext>
              </a:extLst>
            </p:cNvPr>
            <p:cNvSpPr>
              <a:spLocks noChangeArrowheads="1"/>
            </p:cNvSpPr>
            <p:nvPr/>
          </p:nvSpPr>
          <p:spPr bwMode="auto">
            <a:xfrm>
              <a:off x="763167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3" name="Rectangle 320">
              <a:extLst>
                <a:ext uri="{FF2B5EF4-FFF2-40B4-BE49-F238E27FC236}">
                  <a16:creationId xmlns:a16="http://schemas.microsoft.com/office/drawing/2014/main" id="{9A9BC016-C68C-4EA0-9BAE-277C05D16E62}"/>
                </a:ext>
              </a:extLst>
            </p:cNvPr>
            <p:cNvSpPr>
              <a:spLocks noChangeArrowheads="1"/>
            </p:cNvSpPr>
            <p:nvPr/>
          </p:nvSpPr>
          <p:spPr bwMode="auto">
            <a:xfrm>
              <a:off x="808711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4" name="Rectangle 321">
              <a:extLst>
                <a:ext uri="{FF2B5EF4-FFF2-40B4-BE49-F238E27FC236}">
                  <a16:creationId xmlns:a16="http://schemas.microsoft.com/office/drawing/2014/main" id="{85D72911-CD6D-4223-B9B7-AF8B7667D669}"/>
                </a:ext>
              </a:extLst>
            </p:cNvPr>
            <p:cNvSpPr>
              <a:spLocks noChangeArrowheads="1"/>
            </p:cNvSpPr>
            <p:nvPr/>
          </p:nvSpPr>
          <p:spPr bwMode="auto">
            <a:xfrm>
              <a:off x="854137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5" name="Rectangle 322">
              <a:extLst>
                <a:ext uri="{FF2B5EF4-FFF2-40B4-BE49-F238E27FC236}">
                  <a16:creationId xmlns:a16="http://schemas.microsoft.com/office/drawing/2014/main" id="{44F55F88-B6F7-42F9-A7A0-92FA35616202}"/>
                </a:ext>
              </a:extLst>
            </p:cNvPr>
            <p:cNvSpPr>
              <a:spLocks noChangeArrowheads="1"/>
            </p:cNvSpPr>
            <p:nvPr/>
          </p:nvSpPr>
          <p:spPr bwMode="auto">
            <a:xfrm>
              <a:off x="899680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6" name="Rectangle 323">
              <a:extLst>
                <a:ext uri="{FF2B5EF4-FFF2-40B4-BE49-F238E27FC236}">
                  <a16:creationId xmlns:a16="http://schemas.microsoft.com/office/drawing/2014/main" id="{1FAEF597-1324-4785-A2F5-812B9B7E3CCF}"/>
                </a:ext>
              </a:extLst>
            </p:cNvPr>
            <p:cNvSpPr>
              <a:spLocks noChangeArrowheads="1"/>
            </p:cNvSpPr>
            <p:nvPr/>
          </p:nvSpPr>
          <p:spPr bwMode="auto">
            <a:xfrm>
              <a:off x="945106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7" name="Rectangle 324">
              <a:extLst>
                <a:ext uri="{FF2B5EF4-FFF2-40B4-BE49-F238E27FC236}">
                  <a16:creationId xmlns:a16="http://schemas.microsoft.com/office/drawing/2014/main" id="{547E500B-89FF-4790-A774-7467AA539E03}"/>
                </a:ext>
              </a:extLst>
            </p:cNvPr>
            <p:cNvSpPr>
              <a:spLocks noChangeArrowheads="1"/>
            </p:cNvSpPr>
            <p:nvPr/>
          </p:nvSpPr>
          <p:spPr bwMode="auto">
            <a:xfrm>
              <a:off x="990650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8" name="Rectangle 325">
              <a:extLst>
                <a:ext uri="{FF2B5EF4-FFF2-40B4-BE49-F238E27FC236}">
                  <a16:creationId xmlns:a16="http://schemas.microsoft.com/office/drawing/2014/main" id="{BDE832F9-2CD6-4DA9-8C6D-29D6EF4A68C3}"/>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9" name="Rectangle 326">
              <a:extLst>
                <a:ext uri="{FF2B5EF4-FFF2-40B4-BE49-F238E27FC236}">
                  <a16:creationId xmlns:a16="http://schemas.microsoft.com/office/drawing/2014/main" id="{8F14BE8F-17A2-48D9-99B9-13D9B36CFF51}"/>
                </a:ext>
              </a:extLst>
            </p:cNvPr>
            <p:cNvSpPr>
              <a:spLocks noChangeArrowheads="1"/>
            </p:cNvSpPr>
            <p:nvPr/>
          </p:nvSpPr>
          <p:spPr bwMode="auto">
            <a:xfrm>
              <a:off x="1081619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0" name="Rectangle 327">
              <a:extLst>
                <a:ext uri="{FF2B5EF4-FFF2-40B4-BE49-F238E27FC236}">
                  <a16:creationId xmlns:a16="http://schemas.microsoft.com/office/drawing/2014/main" id="{2CA28AB2-A869-47B1-9798-9E8733980AC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1" name="Rectangle 328">
              <a:extLst>
                <a:ext uri="{FF2B5EF4-FFF2-40B4-BE49-F238E27FC236}">
                  <a16:creationId xmlns:a16="http://schemas.microsoft.com/office/drawing/2014/main" id="{FA45DCC4-369F-4348-B31A-DDD34207D995}"/>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2" name="Rectangle 303">
              <a:extLst>
                <a:ext uri="{FF2B5EF4-FFF2-40B4-BE49-F238E27FC236}">
                  <a16:creationId xmlns:a16="http://schemas.microsoft.com/office/drawing/2014/main" id="{5246F475-6CE9-44EF-B241-5C98A3993F47}"/>
                </a:ext>
              </a:extLst>
            </p:cNvPr>
            <p:cNvSpPr>
              <a:spLocks noChangeArrowheads="1"/>
            </p:cNvSpPr>
            <p:nvPr/>
          </p:nvSpPr>
          <p:spPr bwMode="auto">
            <a:xfrm>
              <a:off x="35411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3" name="Rectangle 304">
              <a:extLst>
                <a:ext uri="{FF2B5EF4-FFF2-40B4-BE49-F238E27FC236}">
                  <a16:creationId xmlns:a16="http://schemas.microsoft.com/office/drawing/2014/main" id="{0212C143-6DDE-4AC2-94C2-CCD6202BFFBB}"/>
                </a:ext>
              </a:extLst>
            </p:cNvPr>
            <p:cNvSpPr>
              <a:spLocks noChangeArrowheads="1"/>
            </p:cNvSpPr>
            <p:nvPr/>
          </p:nvSpPr>
          <p:spPr bwMode="auto">
            <a:xfrm>
              <a:off x="80954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4" name="Rectangle 305">
              <a:extLst>
                <a:ext uri="{FF2B5EF4-FFF2-40B4-BE49-F238E27FC236}">
                  <a16:creationId xmlns:a16="http://schemas.microsoft.com/office/drawing/2014/main" id="{DC9D434B-9E3A-4EBA-8C92-28B96B398B1A}"/>
                </a:ext>
              </a:extLst>
            </p:cNvPr>
            <p:cNvSpPr>
              <a:spLocks noChangeArrowheads="1"/>
            </p:cNvSpPr>
            <p:nvPr/>
          </p:nvSpPr>
          <p:spPr bwMode="auto">
            <a:xfrm>
              <a:off x="126380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5" name="Rectangle 306">
              <a:extLst>
                <a:ext uri="{FF2B5EF4-FFF2-40B4-BE49-F238E27FC236}">
                  <a16:creationId xmlns:a16="http://schemas.microsoft.com/office/drawing/2014/main" id="{C336F0B6-E934-4035-96C1-1890FAB7FC59}"/>
                </a:ext>
              </a:extLst>
            </p:cNvPr>
            <p:cNvSpPr>
              <a:spLocks noChangeArrowheads="1"/>
            </p:cNvSpPr>
            <p:nvPr/>
          </p:nvSpPr>
          <p:spPr bwMode="auto">
            <a:xfrm>
              <a:off x="1719239"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6" name="Rectangle 307">
              <a:extLst>
                <a:ext uri="{FF2B5EF4-FFF2-40B4-BE49-F238E27FC236}">
                  <a16:creationId xmlns:a16="http://schemas.microsoft.com/office/drawing/2014/main" id="{449858E0-3129-497A-A76F-A7B8CCC41D2C}"/>
                </a:ext>
              </a:extLst>
            </p:cNvPr>
            <p:cNvSpPr>
              <a:spLocks noChangeArrowheads="1"/>
            </p:cNvSpPr>
            <p:nvPr/>
          </p:nvSpPr>
          <p:spPr bwMode="auto">
            <a:xfrm>
              <a:off x="2173502"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7" name="Rectangle 308">
              <a:extLst>
                <a:ext uri="{FF2B5EF4-FFF2-40B4-BE49-F238E27FC236}">
                  <a16:creationId xmlns:a16="http://schemas.microsoft.com/office/drawing/2014/main" id="{5E5A0525-E0F7-473B-BF1D-921297C341BA}"/>
                </a:ext>
              </a:extLst>
            </p:cNvPr>
            <p:cNvSpPr>
              <a:spLocks noChangeArrowheads="1"/>
            </p:cNvSpPr>
            <p:nvPr/>
          </p:nvSpPr>
          <p:spPr bwMode="auto">
            <a:xfrm>
              <a:off x="262893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8" name="Rectangle 309">
              <a:extLst>
                <a:ext uri="{FF2B5EF4-FFF2-40B4-BE49-F238E27FC236}">
                  <a16:creationId xmlns:a16="http://schemas.microsoft.com/office/drawing/2014/main" id="{40BA3401-B130-4070-8812-6D1E64DFCA8B}"/>
                </a:ext>
              </a:extLst>
            </p:cNvPr>
            <p:cNvSpPr>
              <a:spLocks noChangeArrowheads="1"/>
            </p:cNvSpPr>
            <p:nvPr/>
          </p:nvSpPr>
          <p:spPr bwMode="auto">
            <a:xfrm>
              <a:off x="3083198"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9" name="Rectangle 310">
              <a:extLst>
                <a:ext uri="{FF2B5EF4-FFF2-40B4-BE49-F238E27FC236}">
                  <a16:creationId xmlns:a16="http://schemas.microsoft.com/office/drawing/2014/main" id="{43428A0F-0399-49CB-B65B-308D799020F2}"/>
                </a:ext>
              </a:extLst>
            </p:cNvPr>
            <p:cNvSpPr>
              <a:spLocks noChangeArrowheads="1"/>
            </p:cNvSpPr>
            <p:nvPr/>
          </p:nvSpPr>
          <p:spPr bwMode="auto">
            <a:xfrm>
              <a:off x="353863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0" name="Rectangle 311">
              <a:extLst>
                <a:ext uri="{FF2B5EF4-FFF2-40B4-BE49-F238E27FC236}">
                  <a16:creationId xmlns:a16="http://schemas.microsoft.com/office/drawing/2014/main" id="{03BCC0FA-5699-431F-8C8A-B7CFDACB8F0D}"/>
                </a:ext>
              </a:extLst>
            </p:cNvPr>
            <p:cNvSpPr>
              <a:spLocks noChangeArrowheads="1"/>
            </p:cNvSpPr>
            <p:nvPr/>
          </p:nvSpPr>
          <p:spPr bwMode="auto">
            <a:xfrm>
              <a:off x="399289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1" name="Rectangle 312">
              <a:extLst>
                <a:ext uri="{FF2B5EF4-FFF2-40B4-BE49-F238E27FC236}">
                  <a16:creationId xmlns:a16="http://schemas.microsoft.com/office/drawing/2014/main" id="{556516AA-1DCD-4F78-A473-1DD49BC9A983}"/>
                </a:ext>
              </a:extLst>
            </p:cNvPr>
            <p:cNvSpPr>
              <a:spLocks noChangeArrowheads="1"/>
            </p:cNvSpPr>
            <p:nvPr/>
          </p:nvSpPr>
          <p:spPr bwMode="auto">
            <a:xfrm>
              <a:off x="4448327"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2" name="Rectangle 313">
              <a:extLst>
                <a:ext uri="{FF2B5EF4-FFF2-40B4-BE49-F238E27FC236}">
                  <a16:creationId xmlns:a16="http://schemas.microsoft.com/office/drawing/2014/main" id="{CA00595A-8F2B-4D73-846B-3B7A9C584FFE}"/>
                </a:ext>
              </a:extLst>
            </p:cNvPr>
            <p:cNvSpPr>
              <a:spLocks noChangeArrowheads="1"/>
            </p:cNvSpPr>
            <p:nvPr/>
          </p:nvSpPr>
          <p:spPr bwMode="auto">
            <a:xfrm>
              <a:off x="490259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3" name="Rectangle 314">
              <a:extLst>
                <a:ext uri="{FF2B5EF4-FFF2-40B4-BE49-F238E27FC236}">
                  <a16:creationId xmlns:a16="http://schemas.microsoft.com/office/drawing/2014/main" id="{76207ABA-2173-41C4-88F3-C94E5346CD7D}"/>
                </a:ext>
              </a:extLst>
            </p:cNvPr>
            <p:cNvSpPr>
              <a:spLocks noChangeArrowheads="1"/>
            </p:cNvSpPr>
            <p:nvPr/>
          </p:nvSpPr>
          <p:spPr bwMode="auto">
            <a:xfrm>
              <a:off x="535802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4" name="Rectangle 315">
              <a:extLst>
                <a:ext uri="{FF2B5EF4-FFF2-40B4-BE49-F238E27FC236}">
                  <a16:creationId xmlns:a16="http://schemas.microsoft.com/office/drawing/2014/main" id="{22D2EBC9-8BFC-4568-9B2E-77642424867E}"/>
                </a:ext>
              </a:extLst>
            </p:cNvPr>
            <p:cNvSpPr>
              <a:spLocks noChangeArrowheads="1"/>
            </p:cNvSpPr>
            <p:nvPr/>
          </p:nvSpPr>
          <p:spPr bwMode="auto">
            <a:xfrm>
              <a:off x="5812285"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5" name="Rectangle 316">
              <a:extLst>
                <a:ext uri="{FF2B5EF4-FFF2-40B4-BE49-F238E27FC236}">
                  <a16:creationId xmlns:a16="http://schemas.microsoft.com/office/drawing/2014/main" id="{BCF3A8ED-BBBB-4991-AF9D-6BECE831C115}"/>
                </a:ext>
              </a:extLst>
            </p:cNvPr>
            <p:cNvSpPr>
              <a:spLocks noChangeArrowheads="1"/>
            </p:cNvSpPr>
            <p:nvPr/>
          </p:nvSpPr>
          <p:spPr bwMode="auto">
            <a:xfrm>
              <a:off x="6267718"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6" name="Rectangle 317">
              <a:extLst>
                <a:ext uri="{FF2B5EF4-FFF2-40B4-BE49-F238E27FC236}">
                  <a16:creationId xmlns:a16="http://schemas.microsoft.com/office/drawing/2014/main" id="{2C735C09-F863-40CC-B903-4E8394118D09}"/>
                </a:ext>
              </a:extLst>
            </p:cNvPr>
            <p:cNvSpPr>
              <a:spLocks noChangeArrowheads="1"/>
            </p:cNvSpPr>
            <p:nvPr/>
          </p:nvSpPr>
          <p:spPr bwMode="auto">
            <a:xfrm>
              <a:off x="6721981"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7" name="Rectangle 318">
              <a:extLst>
                <a:ext uri="{FF2B5EF4-FFF2-40B4-BE49-F238E27FC236}">
                  <a16:creationId xmlns:a16="http://schemas.microsoft.com/office/drawing/2014/main" id="{5B9A0F98-970C-4A0E-A6C7-B55BCE0CEDB0}"/>
                </a:ext>
              </a:extLst>
            </p:cNvPr>
            <p:cNvSpPr>
              <a:spLocks noChangeArrowheads="1"/>
            </p:cNvSpPr>
            <p:nvPr/>
          </p:nvSpPr>
          <p:spPr bwMode="auto">
            <a:xfrm>
              <a:off x="7177414"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8" name="Rectangle 319">
              <a:extLst>
                <a:ext uri="{FF2B5EF4-FFF2-40B4-BE49-F238E27FC236}">
                  <a16:creationId xmlns:a16="http://schemas.microsoft.com/office/drawing/2014/main" id="{19BA8D7A-9A73-4E82-8C3D-2920BAD2FB88}"/>
                </a:ext>
              </a:extLst>
            </p:cNvPr>
            <p:cNvSpPr>
              <a:spLocks noChangeArrowheads="1"/>
            </p:cNvSpPr>
            <p:nvPr/>
          </p:nvSpPr>
          <p:spPr bwMode="auto">
            <a:xfrm>
              <a:off x="763167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9" name="Rectangle 320">
              <a:extLst>
                <a:ext uri="{FF2B5EF4-FFF2-40B4-BE49-F238E27FC236}">
                  <a16:creationId xmlns:a16="http://schemas.microsoft.com/office/drawing/2014/main" id="{15718E9B-0168-4026-9DA9-25FB77F48789}"/>
                </a:ext>
              </a:extLst>
            </p:cNvPr>
            <p:cNvSpPr>
              <a:spLocks noChangeArrowheads="1"/>
            </p:cNvSpPr>
            <p:nvPr/>
          </p:nvSpPr>
          <p:spPr bwMode="auto">
            <a:xfrm>
              <a:off x="808711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0" name="Rectangle 321">
              <a:extLst>
                <a:ext uri="{FF2B5EF4-FFF2-40B4-BE49-F238E27FC236}">
                  <a16:creationId xmlns:a16="http://schemas.microsoft.com/office/drawing/2014/main" id="{66E782F6-03F2-4976-9939-4FFC8A6D9B6C}"/>
                </a:ext>
              </a:extLst>
            </p:cNvPr>
            <p:cNvSpPr>
              <a:spLocks noChangeArrowheads="1"/>
            </p:cNvSpPr>
            <p:nvPr/>
          </p:nvSpPr>
          <p:spPr bwMode="auto">
            <a:xfrm>
              <a:off x="854137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1" name="Rectangle 322">
              <a:extLst>
                <a:ext uri="{FF2B5EF4-FFF2-40B4-BE49-F238E27FC236}">
                  <a16:creationId xmlns:a16="http://schemas.microsoft.com/office/drawing/2014/main" id="{0EFF48D8-9A72-4410-B099-6490C047945F}"/>
                </a:ext>
              </a:extLst>
            </p:cNvPr>
            <p:cNvSpPr>
              <a:spLocks noChangeArrowheads="1"/>
            </p:cNvSpPr>
            <p:nvPr/>
          </p:nvSpPr>
          <p:spPr bwMode="auto">
            <a:xfrm>
              <a:off x="899680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2" name="Rectangle 323">
              <a:extLst>
                <a:ext uri="{FF2B5EF4-FFF2-40B4-BE49-F238E27FC236}">
                  <a16:creationId xmlns:a16="http://schemas.microsoft.com/office/drawing/2014/main" id="{8C821438-F658-42B0-81BE-28EF12CD7F62}"/>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3" name="Rectangle 324">
              <a:extLst>
                <a:ext uri="{FF2B5EF4-FFF2-40B4-BE49-F238E27FC236}">
                  <a16:creationId xmlns:a16="http://schemas.microsoft.com/office/drawing/2014/main" id="{280043D3-9357-4611-AA94-C9B58CB0E681}"/>
                </a:ext>
              </a:extLst>
            </p:cNvPr>
            <p:cNvSpPr>
              <a:spLocks noChangeArrowheads="1"/>
            </p:cNvSpPr>
            <p:nvPr/>
          </p:nvSpPr>
          <p:spPr bwMode="auto">
            <a:xfrm>
              <a:off x="990650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4" name="Rectangle 325">
              <a:extLst>
                <a:ext uri="{FF2B5EF4-FFF2-40B4-BE49-F238E27FC236}">
                  <a16:creationId xmlns:a16="http://schemas.microsoft.com/office/drawing/2014/main" id="{D7287905-0D7C-4A58-ABD6-A6554D1765E8}"/>
                </a:ext>
              </a:extLst>
            </p:cNvPr>
            <p:cNvSpPr>
              <a:spLocks noChangeArrowheads="1"/>
            </p:cNvSpPr>
            <p:nvPr/>
          </p:nvSpPr>
          <p:spPr bwMode="auto">
            <a:xfrm>
              <a:off x="10360764"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5" name="Rectangle 326">
              <a:extLst>
                <a:ext uri="{FF2B5EF4-FFF2-40B4-BE49-F238E27FC236}">
                  <a16:creationId xmlns:a16="http://schemas.microsoft.com/office/drawing/2014/main" id="{1D0E79F1-1AC9-47BF-B7F0-F709B8B444EB}"/>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6" name="Rectangle 327">
              <a:extLst>
                <a:ext uri="{FF2B5EF4-FFF2-40B4-BE49-F238E27FC236}">
                  <a16:creationId xmlns:a16="http://schemas.microsoft.com/office/drawing/2014/main" id="{83AB9594-60A2-4730-A801-A458EEE55EFB}"/>
                </a:ext>
              </a:extLst>
            </p:cNvPr>
            <p:cNvSpPr>
              <a:spLocks noChangeArrowheads="1"/>
            </p:cNvSpPr>
            <p:nvPr/>
          </p:nvSpPr>
          <p:spPr bwMode="auto">
            <a:xfrm>
              <a:off x="1127046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7" name="Rectangle 328">
              <a:extLst>
                <a:ext uri="{FF2B5EF4-FFF2-40B4-BE49-F238E27FC236}">
                  <a16:creationId xmlns:a16="http://schemas.microsoft.com/office/drawing/2014/main" id="{62B13014-86D5-44D0-A96C-D2A34A6B60DE}"/>
                </a:ext>
              </a:extLst>
            </p:cNvPr>
            <p:cNvSpPr>
              <a:spLocks noChangeArrowheads="1"/>
            </p:cNvSpPr>
            <p:nvPr/>
          </p:nvSpPr>
          <p:spPr bwMode="auto">
            <a:xfrm>
              <a:off x="1172589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Title 1"/>
          <p:cNvSpPr>
            <a:spLocks noGrp="1"/>
          </p:cNvSpPr>
          <p:nvPr>
            <p:ph type="ctrTitle"/>
          </p:nvPr>
        </p:nvSpPr>
        <p:spPr>
          <a:xfrm>
            <a:off x="3530893" y="2165593"/>
            <a:ext cx="5086633" cy="1943114"/>
          </a:xfrm>
        </p:spPr>
        <p:txBody>
          <a:bodyPr anchor="ctr">
            <a:noAutofit/>
          </a:bodyPr>
          <a:lstStyle>
            <a:lvl1pPr algn="ctr">
              <a:lnSpc>
                <a:spcPct val="90000"/>
              </a:lnSpc>
              <a:defRPr lang="en-US" sz="6000" b="1" kern="1200" smtClean="0">
                <a:solidFill>
                  <a:schemeClr val="bg1"/>
                </a:solidFill>
                <a:latin typeface="+mn-lt"/>
                <a:ea typeface="Segoe UI Black" panose="020B0A02040204020203" pitchFamily="34" charset="0"/>
                <a:cs typeface="+mj-cs"/>
              </a:defRPr>
            </a:lvl1pPr>
          </a:lstStyle>
          <a:p>
            <a:r>
              <a:rPr lang="en-US" dirty="0"/>
              <a:t>Click to edit</a:t>
            </a:r>
          </a:p>
        </p:txBody>
      </p:sp>
      <p:sp>
        <p:nvSpPr>
          <p:cNvPr id="3" name="Subtitle 2"/>
          <p:cNvSpPr>
            <a:spLocks noGrp="1"/>
          </p:cNvSpPr>
          <p:nvPr>
            <p:ph type="subTitle" idx="1"/>
          </p:nvPr>
        </p:nvSpPr>
        <p:spPr>
          <a:xfrm>
            <a:off x="3530893" y="4593057"/>
            <a:ext cx="5086633" cy="531269"/>
          </a:xfrm>
        </p:spPr>
        <p:txBody>
          <a:bodyPr>
            <a:normAutofit/>
          </a:bodyPr>
          <a:lstStyle>
            <a:lvl1pPr marL="0" indent="0" algn="ctr">
              <a:buNone/>
              <a:defRPr lang="en-US" sz="2400" kern="1200" smtClean="0">
                <a:solidFill>
                  <a:schemeClr val="accent2"/>
                </a:solidFill>
                <a:latin typeface="+mn-lt"/>
                <a:ea typeface="+mj-ea"/>
                <a:cs typeface="+mj-cs"/>
              </a:defRPr>
            </a:lvl1pPr>
            <a:lvl2pPr marL="609468" indent="0" algn="ctr">
              <a:buNone/>
              <a:defRPr>
                <a:solidFill>
                  <a:schemeClr val="tx1">
                    <a:tint val="75000"/>
                  </a:schemeClr>
                </a:solidFill>
              </a:defRPr>
            </a:lvl2pPr>
            <a:lvl3pPr marL="1218936" indent="0" algn="ctr">
              <a:buNone/>
              <a:defRPr>
                <a:solidFill>
                  <a:schemeClr val="tx1">
                    <a:tint val="75000"/>
                  </a:schemeClr>
                </a:solidFill>
              </a:defRPr>
            </a:lvl3pPr>
            <a:lvl4pPr marL="1828404" indent="0" algn="ctr">
              <a:buNone/>
              <a:defRPr>
                <a:solidFill>
                  <a:schemeClr val="tx1">
                    <a:tint val="75000"/>
                  </a:schemeClr>
                </a:solidFill>
              </a:defRPr>
            </a:lvl4pPr>
            <a:lvl5pPr marL="2437872" indent="0" algn="ctr">
              <a:buNone/>
              <a:defRPr>
                <a:solidFill>
                  <a:schemeClr val="tx1">
                    <a:tint val="75000"/>
                  </a:schemeClr>
                </a:solidFill>
              </a:defRPr>
            </a:lvl5pPr>
            <a:lvl6pPr marL="3047340" indent="0" algn="ctr">
              <a:buNone/>
              <a:defRPr>
                <a:solidFill>
                  <a:schemeClr val="tx1">
                    <a:tint val="75000"/>
                  </a:schemeClr>
                </a:solidFill>
              </a:defRPr>
            </a:lvl6pPr>
            <a:lvl7pPr marL="3656808" indent="0" algn="ctr">
              <a:buNone/>
              <a:defRPr>
                <a:solidFill>
                  <a:schemeClr val="tx1">
                    <a:tint val="75000"/>
                  </a:schemeClr>
                </a:solidFill>
              </a:defRPr>
            </a:lvl7pPr>
            <a:lvl8pPr marL="4266275" indent="0" algn="ctr">
              <a:buNone/>
              <a:defRPr>
                <a:solidFill>
                  <a:schemeClr val="tx1">
                    <a:tint val="75000"/>
                  </a:schemeClr>
                </a:solidFill>
              </a:defRPr>
            </a:lvl8pPr>
            <a:lvl9pPr marL="4875744"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9578D6DB-6798-42D2-B9AD-FC6F1C72FC30}" type="datetimeFigureOut">
              <a:rPr lang="en-US" smtClean="0"/>
              <a:pPr/>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r>
              <a:rPr lang="en-US" dirty="0"/>
              <a:t>www.anubhavtrainings.com</a:t>
            </a:r>
          </a:p>
        </p:txBody>
      </p:sp>
      <p:cxnSp>
        <p:nvCxnSpPr>
          <p:cNvPr id="263" name="Straight Connector 262">
            <a:extLst>
              <a:ext uri="{FF2B5EF4-FFF2-40B4-BE49-F238E27FC236}">
                <a16:creationId xmlns:a16="http://schemas.microsoft.com/office/drawing/2014/main" id="{2F3DD772-972B-4AAC-A0E6-89474032E07C}"/>
              </a:ext>
            </a:extLst>
          </p:cNvPr>
          <p:cNvCxnSpPr>
            <a:cxnSpLocks/>
          </p:cNvCxnSpPr>
          <p:nvPr userDrawn="1"/>
        </p:nvCxnSpPr>
        <p:spPr>
          <a:xfrm flipV="1">
            <a:off x="3530895" y="1938989"/>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4DEFF758-3B08-4F1C-869F-4C6B6755CFC3}"/>
              </a:ext>
            </a:extLst>
          </p:cNvPr>
          <p:cNvCxnSpPr>
            <a:cxnSpLocks/>
          </p:cNvCxnSpPr>
          <p:nvPr userDrawn="1"/>
        </p:nvCxnSpPr>
        <p:spPr>
          <a:xfrm flipV="1">
            <a:off x="3530895" y="4382337"/>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710825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6/9/2026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grpSp>
        <p:nvGrpSpPr>
          <p:cNvPr id="5" name="Group 4">
            <a:extLst>
              <a:ext uri="{FF2B5EF4-FFF2-40B4-BE49-F238E27FC236}">
                <a16:creationId xmlns:a16="http://schemas.microsoft.com/office/drawing/2014/main" id="{5F84C837-9DCF-4D09-8477-144AEA6C872E}"/>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6" name="Group 5">
              <a:extLst>
                <a:ext uri="{FF2B5EF4-FFF2-40B4-BE49-F238E27FC236}">
                  <a16:creationId xmlns:a16="http://schemas.microsoft.com/office/drawing/2014/main" id="{C87704B4-D820-4D37-AD30-8A5EB8A7D887}"/>
                </a:ext>
              </a:extLst>
            </p:cNvPr>
            <p:cNvGrpSpPr/>
            <p:nvPr/>
          </p:nvGrpSpPr>
          <p:grpSpPr>
            <a:xfrm>
              <a:off x="354110" y="326571"/>
              <a:ext cx="11480604" cy="109990"/>
              <a:chOff x="354110" y="326571"/>
              <a:chExt cx="11480604" cy="109990"/>
            </a:xfrm>
            <a:grpFill/>
          </p:grpSpPr>
          <p:sp>
            <p:nvSpPr>
              <p:cNvPr id="331" name="Rectangle 5">
                <a:extLst>
                  <a:ext uri="{FF2B5EF4-FFF2-40B4-BE49-F238E27FC236}">
                    <a16:creationId xmlns:a16="http://schemas.microsoft.com/office/drawing/2014/main" id="{A5DE7724-0266-4B26-B3E0-F4A53755EFD0}"/>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6">
                <a:extLst>
                  <a:ext uri="{FF2B5EF4-FFF2-40B4-BE49-F238E27FC236}">
                    <a16:creationId xmlns:a16="http://schemas.microsoft.com/office/drawing/2014/main" id="{92B81F68-69F1-412A-BA88-7CA31ABBD49C}"/>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7">
                <a:extLst>
                  <a:ext uri="{FF2B5EF4-FFF2-40B4-BE49-F238E27FC236}">
                    <a16:creationId xmlns:a16="http://schemas.microsoft.com/office/drawing/2014/main" id="{0DDE4945-C355-486A-AC39-DC1CBDD53A24}"/>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8">
                <a:extLst>
                  <a:ext uri="{FF2B5EF4-FFF2-40B4-BE49-F238E27FC236}">
                    <a16:creationId xmlns:a16="http://schemas.microsoft.com/office/drawing/2014/main" id="{17174557-3DA8-460E-9EA2-59F750420CB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9">
                <a:extLst>
                  <a:ext uri="{FF2B5EF4-FFF2-40B4-BE49-F238E27FC236}">
                    <a16:creationId xmlns:a16="http://schemas.microsoft.com/office/drawing/2014/main" id="{911127AB-1DEB-4137-A7FC-F7DE993952FC}"/>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10">
                <a:extLst>
                  <a:ext uri="{FF2B5EF4-FFF2-40B4-BE49-F238E27FC236}">
                    <a16:creationId xmlns:a16="http://schemas.microsoft.com/office/drawing/2014/main" id="{4E17A780-BA9E-4864-B26E-9C35A8E0639E}"/>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7" name="Rectangle 11">
                <a:extLst>
                  <a:ext uri="{FF2B5EF4-FFF2-40B4-BE49-F238E27FC236}">
                    <a16:creationId xmlns:a16="http://schemas.microsoft.com/office/drawing/2014/main" id="{314C61F4-16FA-4712-81C9-E6993CF2E328}"/>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12">
                <a:extLst>
                  <a:ext uri="{FF2B5EF4-FFF2-40B4-BE49-F238E27FC236}">
                    <a16:creationId xmlns:a16="http://schemas.microsoft.com/office/drawing/2014/main" id="{9B524249-3869-485B-86A9-F6134949E331}"/>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13">
                <a:extLst>
                  <a:ext uri="{FF2B5EF4-FFF2-40B4-BE49-F238E27FC236}">
                    <a16:creationId xmlns:a16="http://schemas.microsoft.com/office/drawing/2014/main" id="{DAAD3B7E-EB92-41AE-846B-19E6FD8D82DC}"/>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14">
                <a:extLst>
                  <a:ext uri="{FF2B5EF4-FFF2-40B4-BE49-F238E27FC236}">
                    <a16:creationId xmlns:a16="http://schemas.microsoft.com/office/drawing/2014/main" id="{7F852861-98F4-44DF-AF49-726C8F948D96}"/>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15">
                <a:extLst>
                  <a:ext uri="{FF2B5EF4-FFF2-40B4-BE49-F238E27FC236}">
                    <a16:creationId xmlns:a16="http://schemas.microsoft.com/office/drawing/2014/main" id="{0569D434-561F-415D-ADEF-1C97BBF45E15}"/>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6">
                <a:extLst>
                  <a:ext uri="{FF2B5EF4-FFF2-40B4-BE49-F238E27FC236}">
                    <a16:creationId xmlns:a16="http://schemas.microsoft.com/office/drawing/2014/main" id="{E51E1051-20E9-499B-9F47-D453C9C4AD7B}"/>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7">
                <a:extLst>
                  <a:ext uri="{FF2B5EF4-FFF2-40B4-BE49-F238E27FC236}">
                    <a16:creationId xmlns:a16="http://schemas.microsoft.com/office/drawing/2014/main" id="{0A15F00D-D432-491D-BD07-4D98418B4734}"/>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8">
                <a:extLst>
                  <a:ext uri="{FF2B5EF4-FFF2-40B4-BE49-F238E27FC236}">
                    <a16:creationId xmlns:a16="http://schemas.microsoft.com/office/drawing/2014/main" id="{E5C71B9E-2FEA-4B4A-9DAF-57371D0345E4}"/>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9">
                <a:extLst>
                  <a:ext uri="{FF2B5EF4-FFF2-40B4-BE49-F238E27FC236}">
                    <a16:creationId xmlns:a16="http://schemas.microsoft.com/office/drawing/2014/main" id="{0837AE5A-71E5-461E-86F8-382E419F4CEE}"/>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20">
                <a:extLst>
                  <a:ext uri="{FF2B5EF4-FFF2-40B4-BE49-F238E27FC236}">
                    <a16:creationId xmlns:a16="http://schemas.microsoft.com/office/drawing/2014/main" id="{226E3A9F-A5DF-4BD9-8BF9-BD63B178B3AA}"/>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21">
                <a:extLst>
                  <a:ext uri="{FF2B5EF4-FFF2-40B4-BE49-F238E27FC236}">
                    <a16:creationId xmlns:a16="http://schemas.microsoft.com/office/drawing/2014/main" id="{0E15EBF9-0C38-49EB-BCE1-F087FE7B15E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22">
                <a:extLst>
                  <a:ext uri="{FF2B5EF4-FFF2-40B4-BE49-F238E27FC236}">
                    <a16:creationId xmlns:a16="http://schemas.microsoft.com/office/drawing/2014/main" id="{CC706D37-6C28-4D62-837A-3DCE52AF5FFE}"/>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23">
                <a:extLst>
                  <a:ext uri="{FF2B5EF4-FFF2-40B4-BE49-F238E27FC236}">
                    <a16:creationId xmlns:a16="http://schemas.microsoft.com/office/drawing/2014/main" id="{322A967E-C401-4E57-A3E0-032F5B3EE88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24">
                <a:extLst>
                  <a:ext uri="{FF2B5EF4-FFF2-40B4-BE49-F238E27FC236}">
                    <a16:creationId xmlns:a16="http://schemas.microsoft.com/office/drawing/2014/main" id="{4E47C428-6492-4775-B7F6-D97F4C21EE0A}"/>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25">
                <a:extLst>
                  <a:ext uri="{FF2B5EF4-FFF2-40B4-BE49-F238E27FC236}">
                    <a16:creationId xmlns:a16="http://schemas.microsoft.com/office/drawing/2014/main" id="{4FFE08B7-F49D-4351-AE15-CBCE56729225}"/>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6">
                <a:extLst>
                  <a:ext uri="{FF2B5EF4-FFF2-40B4-BE49-F238E27FC236}">
                    <a16:creationId xmlns:a16="http://schemas.microsoft.com/office/drawing/2014/main" id="{6ACFDA49-281E-4897-9BD4-34DD13A79222}"/>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7">
                <a:extLst>
                  <a:ext uri="{FF2B5EF4-FFF2-40B4-BE49-F238E27FC236}">
                    <a16:creationId xmlns:a16="http://schemas.microsoft.com/office/drawing/2014/main" id="{575841DC-16E8-4CB3-B2BC-119E646F211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8">
                <a:extLst>
                  <a:ext uri="{FF2B5EF4-FFF2-40B4-BE49-F238E27FC236}">
                    <a16:creationId xmlns:a16="http://schemas.microsoft.com/office/drawing/2014/main" id="{E1ED8453-673F-4AFA-BA06-840415974D38}"/>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9">
                <a:extLst>
                  <a:ext uri="{FF2B5EF4-FFF2-40B4-BE49-F238E27FC236}">
                    <a16:creationId xmlns:a16="http://schemas.microsoft.com/office/drawing/2014/main" id="{DC901148-F99B-414C-A333-EA3FE0A59038}"/>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30">
                <a:extLst>
                  <a:ext uri="{FF2B5EF4-FFF2-40B4-BE49-F238E27FC236}">
                    <a16:creationId xmlns:a16="http://schemas.microsoft.com/office/drawing/2014/main" id="{D5A0830B-E1AB-410A-8A04-76CEB6D7EF5C}"/>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7" name="Group 6">
              <a:extLst>
                <a:ext uri="{FF2B5EF4-FFF2-40B4-BE49-F238E27FC236}">
                  <a16:creationId xmlns:a16="http://schemas.microsoft.com/office/drawing/2014/main" id="{0440C2EB-8720-4F5C-8F92-8632FE72EE8A}"/>
                </a:ext>
              </a:extLst>
            </p:cNvPr>
            <p:cNvGrpSpPr/>
            <p:nvPr/>
          </p:nvGrpSpPr>
          <p:grpSpPr>
            <a:xfrm>
              <a:off x="354110" y="833283"/>
              <a:ext cx="11480604" cy="108822"/>
              <a:chOff x="354110" y="834963"/>
              <a:chExt cx="11480604" cy="108822"/>
            </a:xfrm>
            <a:grpFill/>
          </p:grpSpPr>
          <p:sp>
            <p:nvSpPr>
              <p:cNvPr id="305" name="Rectangle 32">
                <a:extLst>
                  <a:ext uri="{FF2B5EF4-FFF2-40B4-BE49-F238E27FC236}">
                    <a16:creationId xmlns:a16="http://schemas.microsoft.com/office/drawing/2014/main" id="{EF02C6FC-5D3B-435D-860D-5BB6346A134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33">
                <a:extLst>
                  <a:ext uri="{FF2B5EF4-FFF2-40B4-BE49-F238E27FC236}">
                    <a16:creationId xmlns:a16="http://schemas.microsoft.com/office/drawing/2014/main" id="{BC57A1E8-0766-4B17-941D-E18BE4B6C2F8}"/>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34">
                <a:extLst>
                  <a:ext uri="{FF2B5EF4-FFF2-40B4-BE49-F238E27FC236}">
                    <a16:creationId xmlns:a16="http://schemas.microsoft.com/office/drawing/2014/main" id="{21113A2C-E54A-447E-8F53-B5082437AEA4}"/>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35">
                <a:extLst>
                  <a:ext uri="{FF2B5EF4-FFF2-40B4-BE49-F238E27FC236}">
                    <a16:creationId xmlns:a16="http://schemas.microsoft.com/office/drawing/2014/main" id="{6F7DC80F-E11F-4661-A499-8EDA910AA76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36">
                <a:extLst>
                  <a:ext uri="{FF2B5EF4-FFF2-40B4-BE49-F238E27FC236}">
                    <a16:creationId xmlns:a16="http://schemas.microsoft.com/office/drawing/2014/main" id="{8CD34363-9B07-446F-99AC-0743548944C5}"/>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37">
                <a:extLst>
                  <a:ext uri="{FF2B5EF4-FFF2-40B4-BE49-F238E27FC236}">
                    <a16:creationId xmlns:a16="http://schemas.microsoft.com/office/drawing/2014/main" id="{77985A41-F2CB-46B1-8553-15C2148C4039}"/>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8">
                <a:extLst>
                  <a:ext uri="{FF2B5EF4-FFF2-40B4-BE49-F238E27FC236}">
                    <a16:creationId xmlns:a16="http://schemas.microsoft.com/office/drawing/2014/main" id="{90E6D67E-F055-4BC9-BE22-0DBDC394D956}"/>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9">
                <a:extLst>
                  <a:ext uri="{FF2B5EF4-FFF2-40B4-BE49-F238E27FC236}">
                    <a16:creationId xmlns:a16="http://schemas.microsoft.com/office/drawing/2014/main" id="{0228932B-BBDB-40C1-A9A1-395D14495983}"/>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40">
                <a:extLst>
                  <a:ext uri="{FF2B5EF4-FFF2-40B4-BE49-F238E27FC236}">
                    <a16:creationId xmlns:a16="http://schemas.microsoft.com/office/drawing/2014/main" id="{B5CE198A-88BB-4A73-AC8E-4EBF9A34A8FF}"/>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41">
                <a:extLst>
                  <a:ext uri="{FF2B5EF4-FFF2-40B4-BE49-F238E27FC236}">
                    <a16:creationId xmlns:a16="http://schemas.microsoft.com/office/drawing/2014/main" id="{8B97A0DC-41F9-44D7-B0F6-04A2CDE90136}"/>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42">
                <a:extLst>
                  <a:ext uri="{FF2B5EF4-FFF2-40B4-BE49-F238E27FC236}">
                    <a16:creationId xmlns:a16="http://schemas.microsoft.com/office/drawing/2014/main" id="{BD4550CC-C766-4008-A027-D4AD0A7C2261}"/>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43">
                <a:extLst>
                  <a:ext uri="{FF2B5EF4-FFF2-40B4-BE49-F238E27FC236}">
                    <a16:creationId xmlns:a16="http://schemas.microsoft.com/office/drawing/2014/main" id="{5AEFD14B-8AC0-49F9-8636-E56150138984}"/>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44">
                <a:extLst>
                  <a:ext uri="{FF2B5EF4-FFF2-40B4-BE49-F238E27FC236}">
                    <a16:creationId xmlns:a16="http://schemas.microsoft.com/office/drawing/2014/main" id="{F5728382-2E4A-44CB-B18D-09E3832100C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45">
                <a:extLst>
                  <a:ext uri="{FF2B5EF4-FFF2-40B4-BE49-F238E27FC236}">
                    <a16:creationId xmlns:a16="http://schemas.microsoft.com/office/drawing/2014/main" id="{A37A49D1-6574-424E-A93E-54D01DF37EB3}"/>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6">
                <a:extLst>
                  <a:ext uri="{FF2B5EF4-FFF2-40B4-BE49-F238E27FC236}">
                    <a16:creationId xmlns:a16="http://schemas.microsoft.com/office/drawing/2014/main" id="{20D0DBF2-AF64-41DB-8881-E697C0FB2F69}"/>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7">
                <a:extLst>
                  <a:ext uri="{FF2B5EF4-FFF2-40B4-BE49-F238E27FC236}">
                    <a16:creationId xmlns:a16="http://schemas.microsoft.com/office/drawing/2014/main" id="{16993E22-9E00-4371-97E9-BC2FEC2901F4}"/>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8">
                <a:extLst>
                  <a:ext uri="{FF2B5EF4-FFF2-40B4-BE49-F238E27FC236}">
                    <a16:creationId xmlns:a16="http://schemas.microsoft.com/office/drawing/2014/main" id="{3179D9A5-A656-445A-AEB3-41E85991FED6}"/>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9">
                <a:extLst>
                  <a:ext uri="{FF2B5EF4-FFF2-40B4-BE49-F238E27FC236}">
                    <a16:creationId xmlns:a16="http://schemas.microsoft.com/office/drawing/2014/main" id="{FC5854E8-7F75-4352-B984-69A650316BAF}"/>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50">
                <a:extLst>
                  <a:ext uri="{FF2B5EF4-FFF2-40B4-BE49-F238E27FC236}">
                    <a16:creationId xmlns:a16="http://schemas.microsoft.com/office/drawing/2014/main" id="{AF0E170F-2C99-4781-9DAD-76DB2ECCBF63}"/>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51">
                <a:extLst>
                  <a:ext uri="{FF2B5EF4-FFF2-40B4-BE49-F238E27FC236}">
                    <a16:creationId xmlns:a16="http://schemas.microsoft.com/office/drawing/2014/main" id="{28A11474-FB86-497C-99B9-4844B293C67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52">
                <a:extLst>
                  <a:ext uri="{FF2B5EF4-FFF2-40B4-BE49-F238E27FC236}">
                    <a16:creationId xmlns:a16="http://schemas.microsoft.com/office/drawing/2014/main" id="{05C3E46C-5F7E-4619-BF04-C2ADA9C98EB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53">
                <a:extLst>
                  <a:ext uri="{FF2B5EF4-FFF2-40B4-BE49-F238E27FC236}">
                    <a16:creationId xmlns:a16="http://schemas.microsoft.com/office/drawing/2014/main" id="{9C1B1068-38BC-4829-B1BD-84365C3B1FF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54">
                <a:extLst>
                  <a:ext uri="{FF2B5EF4-FFF2-40B4-BE49-F238E27FC236}">
                    <a16:creationId xmlns:a16="http://schemas.microsoft.com/office/drawing/2014/main" id="{86E8EEE5-A3C1-475B-B8D0-270016066D72}"/>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55">
                <a:extLst>
                  <a:ext uri="{FF2B5EF4-FFF2-40B4-BE49-F238E27FC236}">
                    <a16:creationId xmlns:a16="http://schemas.microsoft.com/office/drawing/2014/main" id="{746D302C-49CD-4082-A33B-0C8A909D3E0D}"/>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6">
                <a:extLst>
                  <a:ext uri="{FF2B5EF4-FFF2-40B4-BE49-F238E27FC236}">
                    <a16:creationId xmlns:a16="http://schemas.microsoft.com/office/drawing/2014/main" id="{4BBCB6AB-A251-4BF9-9D8C-3C637CBB1810}"/>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7">
                <a:extLst>
                  <a:ext uri="{FF2B5EF4-FFF2-40B4-BE49-F238E27FC236}">
                    <a16:creationId xmlns:a16="http://schemas.microsoft.com/office/drawing/2014/main" id="{62940D8C-E4DD-44D0-B41A-E71282E21DC5}"/>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8" name="Group 7">
              <a:extLst>
                <a:ext uri="{FF2B5EF4-FFF2-40B4-BE49-F238E27FC236}">
                  <a16:creationId xmlns:a16="http://schemas.microsoft.com/office/drawing/2014/main" id="{FDB7BC43-BB8B-4C07-9AD5-56CA6D4AF9C1}"/>
                </a:ext>
              </a:extLst>
            </p:cNvPr>
            <p:cNvGrpSpPr/>
            <p:nvPr/>
          </p:nvGrpSpPr>
          <p:grpSpPr>
            <a:xfrm>
              <a:off x="354110" y="1338827"/>
              <a:ext cx="11480604" cy="109990"/>
              <a:chOff x="354110" y="1342187"/>
              <a:chExt cx="11480604" cy="109990"/>
            </a:xfrm>
            <a:grpFill/>
          </p:grpSpPr>
          <p:sp>
            <p:nvSpPr>
              <p:cNvPr id="279" name="Rectangle 59">
                <a:extLst>
                  <a:ext uri="{FF2B5EF4-FFF2-40B4-BE49-F238E27FC236}">
                    <a16:creationId xmlns:a16="http://schemas.microsoft.com/office/drawing/2014/main" id="{13ADCA1F-7FF7-48B7-ADB4-DFA0248FF606}"/>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60">
                <a:extLst>
                  <a:ext uri="{FF2B5EF4-FFF2-40B4-BE49-F238E27FC236}">
                    <a16:creationId xmlns:a16="http://schemas.microsoft.com/office/drawing/2014/main" id="{5AD937D1-C68B-4F0D-ADEA-F3D1DE5947C0}"/>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61">
                <a:extLst>
                  <a:ext uri="{FF2B5EF4-FFF2-40B4-BE49-F238E27FC236}">
                    <a16:creationId xmlns:a16="http://schemas.microsoft.com/office/drawing/2014/main" id="{23E5266C-E488-4F40-B9BF-394BA98F35B0}"/>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62">
                <a:extLst>
                  <a:ext uri="{FF2B5EF4-FFF2-40B4-BE49-F238E27FC236}">
                    <a16:creationId xmlns:a16="http://schemas.microsoft.com/office/drawing/2014/main" id="{4F7FCCF1-F609-49F4-B325-65797AA4CB32}"/>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63">
                <a:extLst>
                  <a:ext uri="{FF2B5EF4-FFF2-40B4-BE49-F238E27FC236}">
                    <a16:creationId xmlns:a16="http://schemas.microsoft.com/office/drawing/2014/main" id="{2E25BA80-BA5B-4875-AC25-EC30179E5F22}"/>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64">
                <a:extLst>
                  <a:ext uri="{FF2B5EF4-FFF2-40B4-BE49-F238E27FC236}">
                    <a16:creationId xmlns:a16="http://schemas.microsoft.com/office/drawing/2014/main" id="{09628177-D54C-4C14-BD67-B47A10B54822}"/>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65">
                <a:extLst>
                  <a:ext uri="{FF2B5EF4-FFF2-40B4-BE49-F238E27FC236}">
                    <a16:creationId xmlns:a16="http://schemas.microsoft.com/office/drawing/2014/main" id="{BD99C527-73CA-4724-A08D-E49D7BA2655E}"/>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6">
                <a:extLst>
                  <a:ext uri="{FF2B5EF4-FFF2-40B4-BE49-F238E27FC236}">
                    <a16:creationId xmlns:a16="http://schemas.microsoft.com/office/drawing/2014/main" id="{9A4D76E3-5CA7-46C2-930A-CF883079E8BB}"/>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7">
                <a:extLst>
                  <a:ext uri="{FF2B5EF4-FFF2-40B4-BE49-F238E27FC236}">
                    <a16:creationId xmlns:a16="http://schemas.microsoft.com/office/drawing/2014/main" id="{1B09DF21-850D-4386-91AE-BE671CF242C2}"/>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8">
                <a:extLst>
                  <a:ext uri="{FF2B5EF4-FFF2-40B4-BE49-F238E27FC236}">
                    <a16:creationId xmlns:a16="http://schemas.microsoft.com/office/drawing/2014/main" id="{6A750E47-CA9C-435F-AEEE-64AF6CF50FF2}"/>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9">
                <a:extLst>
                  <a:ext uri="{FF2B5EF4-FFF2-40B4-BE49-F238E27FC236}">
                    <a16:creationId xmlns:a16="http://schemas.microsoft.com/office/drawing/2014/main" id="{7F2F089C-B349-4F50-9EB2-5363F2E4F4C6}"/>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70">
                <a:extLst>
                  <a:ext uri="{FF2B5EF4-FFF2-40B4-BE49-F238E27FC236}">
                    <a16:creationId xmlns:a16="http://schemas.microsoft.com/office/drawing/2014/main" id="{B28AEF5D-9175-4653-BB17-DF5DBF173E5E}"/>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71">
                <a:extLst>
                  <a:ext uri="{FF2B5EF4-FFF2-40B4-BE49-F238E27FC236}">
                    <a16:creationId xmlns:a16="http://schemas.microsoft.com/office/drawing/2014/main" id="{09A5F7BF-091E-4363-BE84-44E8866B5D47}"/>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72">
                <a:extLst>
                  <a:ext uri="{FF2B5EF4-FFF2-40B4-BE49-F238E27FC236}">
                    <a16:creationId xmlns:a16="http://schemas.microsoft.com/office/drawing/2014/main" id="{A2CCAB8E-B14D-4F5A-9CC9-0C5F45258CF8}"/>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73">
                <a:extLst>
                  <a:ext uri="{FF2B5EF4-FFF2-40B4-BE49-F238E27FC236}">
                    <a16:creationId xmlns:a16="http://schemas.microsoft.com/office/drawing/2014/main" id="{922E39AA-A68F-4377-A1FB-723E4B73E911}"/>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74">
                <a:extLst>
                  <a:ext uri="{FF2B5EF4-FFF2-40B4-BE49-F238E27FC236}">
                    <a16:creationId xmlns:a16="http://schemas.microsoft.com/office/drawing/2014/main" id="{FD7E9F67-D814-430E-86B6-A7F91CDECE9A}"/>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75">
                <a:extLst>
                  <a:ext uri="{FF2B5EF4-FFF2-40B4-BE49-F238E27FC236}">
                    <a16:creationId xmlns:a16="http://schemas.microsoft.com/office/drawing/2014/main" id="{FBF10FF0-2477-44F4-AD26-A9B7175BBF0A}"/>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6">
                <a:extLst>
                  <a:ext uri="{FF2B5EF4-FFF2-40B4-BE49-F238E27FC236}">
                    <a16:creationId xmlns:a16="http://schemas.microsoft.com/office/drawing/2014/main" id="{A84D6BBF-5B9E-41F6-B5A3-2066E037BAFC}"/>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7">
                <a:extLst>
                  <a:ext uri="{FF2B5EF4-FFF2-40B4-BE49-F238E27FC236}">
                    <a16:creationId xmlns:a16="http://schemas.microsoft.com/office/drawing/2014/main" id="{BD98A702-4AE2-405F-BB4F-7E119FFDC17C}"/>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8">
                <a:extLst>
                  <a:ext uri="{FF2B5EF4-FFF2-40B4-BE49-F238E27FC236}">
                    <a16:creationId xmlns:a16="http://schemas.microsoft.com/office/drawing/2014/main" id="{66B0FD6C-084A-4D89-95E7-D5CAC5EA2738}"/>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9">
                <a:extLst>
                  <a:ext uri="{FF2B5EF4-FFF2-40B4-BE49-F238E27FC236}">
                    <a16:creationId xmlns:a16="http://schemas.microsoft.com/office/drawing/2014/main" id="{C70441D6-82B8-4CC6-8746-DD03CBEE897E}"/>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80">
                <a:extLst>
                  <a:ext uri="{FF2B5EF4-FFF2-40B4-BE49-F238E27FC236}">
                    <a16:creationId xmlns:a16="http://schemas.microsoft.com/office/drawing/2014/main" id="{9FC2715B-1BF3-4105-B102-F53753596B55}"/>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81">
                <a:extLst>
                  <a:ext uri="{FF2B5EF4-FFF2-40B4-BE49-F238E27FC236}">
                    <a16:creationId xmlns:a16="http://schemas.microsoft.com/office/drawing/2014/main" id="{A884CBD3-DC33-4DDA-B61D-48269A49E5D4}"/>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82">
                <a:extLst>
                  <a:ext uri="{FF2B5EF4-FFF2-40B4-BE49-F238E27FC236}">
                    <a16:creationId xmlns:a16="http://schemas.microsoft.com/office/drawing/2014/main" id="{0211EF6E-ADB1-494B-9458-F01F26D9EC7E}"/>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83">
                <a:extLst>
                  <a:ext uri="{FF2B5EF4-FFF2-40B4-BE49-F238E27FC236}">
                    <a16:creationId xmlns:a16="http://schemas.microsoft.com/office/drawing/2014/main" id="{A0953B59-9108-4E9A-8D43-2D1964873DDF}"/>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84">
                <a:extLst>
                  <a:ext uri="{FF2B5EF4-FFF2-40B4-BE49-F238E27FC236}">
                    <a16:creationId xmlns:a16="http://schemas.microsoft.com/office/drawing/2014/main" id="{09D35A91-41F9-4DF2-9E43-8A679A8AE384}"/>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9" name="Group 8">
              <a:extLst>
                <a:ext uri="{FF2B5EF4-FFF2-40B4-BE49-F238E27FC236}">
                  <a16:creationId xmlns:a16="http://schemas.microsoft.com/office/drawing/2014/main" id="{1EB3C98D-2192-438D-A8F2-467C07BB00E4}"/>
                </a:ext>
              </a:extLst>
            </p:cNvPr>
            <p:cNvGrpSpPr/>
            <p:nvPr/>
          </p:nvGrpSpPr>
          <p:grpSpPr>
            <a:xfrm>
              <a:off x="354110" y="1845539"/>
              <a:ext cx="11480604" cy="109990"/>
              <a:chOff x="354110" y="1850572"/>
              <a:chExt cx="11480604" cy="109990"/>
            </a:xfrm>
            <a:grpFill/>
          </p:grpSpPr>
          <p:sp>
            <p:nvSpPr>
              <p:cNvPr id="253" name="Rectangle 5">
                <a:extLst>
                  <a:ext uri="{FF2B5EF4-FFF2-40B4-BE49-F238E27FC236}">
                    <a16:creationId xmlns:a16="http://schemas.microsoft.com/office/drawing/2014/main" id="{F4F5A9CA-F0B3-4B27-88DB-29279CA138D7}"/>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6">
                <a:extLst>
                  <a:ext uri="{FF2B5EF4-FFF2-40B4-BE49-F238E27FC236}">
                    <a16:creationId xmlns:a16="http://schemas.microsoft.com/office/drawing/2014/main" id="{6B00101B-EA50-41D8-AD9E-90E5E301108B}"/>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7">
                <a:extLst>
                  <a:ext uri="{FF2B5EF4-FFF2-40B4-BE49-F238E27FC236}">
                    <a16:creationId xmlns:a16="http://schemas.microsoft.com/office/drawing/2014/main" id="{5B915499-1768-4511-8756-ED4DBF54EA58}"/>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8">
                <a:extLst>
                  <a:ext uri="{FF2B5EF4-FFF2-40B4-BE49-F238E27FC236}">
                    <a16:creationId xmlns:a16="http://schemas.microsoft.com/office/drawing/2014/main" id="{A51912B5-2E84-4F86-9590-C8D76F5F6893}"/>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9">
                <a:extLst>
                  <a:ext uri="{FF2B5EF4-FFF2-40B4-BE49-F238E27FC236}">
                    <a16:creationId xmlns:a16="http://schemas.microsoft.com/office/drawing/2014/main" id="{8F0AB2A0-4FC0-47E9-B72D-78C5C79D4201}"/>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10">
                <a:extLst>
                  <a:ext uri="{FF2B5EF4-FFF2-40B4-BE49-F238E27FC236}">
                    <a16:creationId xmlns:a16="http://schemas.microsoft.com/office/drawing/2014/main" id="{0288265D-6218-4AC1-8DA4-7C99A21FE3A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11">
                <a:extLst>
                  <a:ext uri="{FF2B5EF4-FFF2-40B4-BE49-F238E27FC236}">
                    <a16:creationId xmlns:a16="http://schemas.microsoft.com/office/drawing/2014/main" id="{F6012ABB-E61A-44C5-B13C-723E2B94D0D3}"/>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12">
                <a:extLst>
                  <a:ext uri="{FF2B5EF4-FFF2-40B4-BE49-F238E27FC236}">
                    <a16:creationId xmlns:a16="http://schemas.microsoft.com/office/drawing/2014/main" id="{BE5ABB41-A5A7-4870-8D57-99A1B03518EB}"/>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13">
                <a:extLst>
                  <a:ext uri="{FF2B5EF4-FFF2-40B4-BE49-F238E27FC236}">
                    <a16:creationId xmlns:a16="http://schemas.microsoft.com/office/drawing/2014/main" id="{71CE02BC-F6C4-4AAA-85EE-CA1DC4C91302}"/>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14">
                <a:extLst>
                  <a:ext uri="{FF2B5EF4-FFF2-40B4-BE49-F238E27FC236}">
                    <a16:creationId xmlns:a16="http://schemas.microsoft.com/office/drawing/2014/main" id="{B7FCF17E-80E5-4C42-982A-B0F7CB286086}"/>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15">
                <a:extLst>
                  <a:ext uri="{FF2B5EF4-FFF2-40B4-BE49-F238E27FC236}">
                    <a16:creationId xmlns:a16="http://schemas.microsoft.com/office/drawing/2014/main" id="{65887776-E441-4EC4-AD20-CF8E477AB66C}"/>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6">
                <a:extLst>
                  <a:ext uri="{FF2B5EF4-FFF2-40B4-BE49-F238E27FC236}">
                    <a16:creationId xmlns:a16="http://schemas.microsoft.com/office/drawing/2014/main" id="{11D5F8BF-1FDC-441B-91C4-E2448245E083}"/>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7">
                <a:extLst>
                  <a:ext uri="{FF2B5EF4-FFF2-40B4-BE49-F238E27FC236}">
                    <a16:creationId xmlns:a16="http://schemas.microsoft.com/office/drawing/2014/main" id="{542342B8-4278-4527-BC1D-7340DBBAD757}"/>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8">
                <a:extLst>
                  <a:ext uri="{FF2B5EF4-FFF2-40B4-BE49-F238E27FC236}">
                    <a16:creationId xmlns:a16="http://schemas.microsoft.com/office/drawing/2014/main" id="{BA68B377-C604-4E24-AB51-317F3403A1CC}"/>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9">
                <a:extLst>
                  <a:ext uri="{FF2B5EF4-FFF2-40B4-BE49-F238E27FC236}">
                    <a16:creationId xmlns:a16="http://schemas.microsoft.com/office/drawing/2014/main" id="{826C09D4-4426-4EF1-9ECE-95EF5A1F456B}"/>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20">
                <a:extLst>
                  <a:ext uri="{FF2B5EF4-FFF2-40B4-BE49-F238E27FC236}">
                    <a16:creationId xmlns:a16="http://schemas.microsoft.com/office/drawing/2014/main" id="{0450D0CD-0889-47F9-B308-AE91FF0E696D}"/>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21">
                <a:extLst>
                  <a:ext uri="{FF2B5EF4-FFF2-40B4-BE49-F238E27FC236}">
                    <a16:creationId xmlns:a16="http://schemas.microsoft.com/office/drawing/2014/main" id="{D678AB17-E6DC-4FED-B940-2BA86FB46FA7}"/>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22">
                <a:extLst>
                  <a:ext uri="{FF2B5EF4-FFF2-40B4-BE49-F238E27FC236}">
                    <a16:creationId xmlns:a16="http://schemas.microsoft.com/office/drawing/2014/main" id="{8B5BEF55-677A-4EB2-A06C-CC0C269C2F7B}"/>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23">
                <a:extLst>
                  <a:ext uri="{FF2B5EF4-FFF2-40B4-BE49-F238E27FC236}">
                    <a16:creationId xmlns:a16="http://schemas.microsoft.com/office/drawing/2014/main" id="{7A560A20-EDE2-4276-B3A9-A1DB921EB12B}"/>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24">
                <a:extLst>
                  <a:ext uri="{FF2B5EF4-FFF2-40B4-BE49-F238E27FC236}">
                    <a16:creationId xmlns:a16="http://schemas.microsoft.com/office/drawing/2014/main" id="{8BEEAB2A-47D8-4D4E-B157-9D1337AC7B8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25">
                <a:extLst>
                  <a:ext uri="{FF2B5EF4-FFF2-40B4-BE49-F238E27FC236}">
                    <a16:creationId xmlns:a16="http://schemas.microsoft.com/office/drawing/2014/main" id="{F9737555-61BD-4619-9BAB-2BC15EDBA3CA}"/>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6">
                <a:extLst>
                  <a:ext uri="{FF2B5EF4-FFF2-40B4-BE49-F238E27FC236}">
                    <a16:creationId xmlns:a16="http://schemas.microsoft.com/office/drawing/2014/main" id="{D8D44D5F-E679-4796-ACA6-4ADB68B94E1B}"/>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7">
                <a:extLst>
                  <a:ext uri="{FF2B5EF4-FFF2-40B4-BE49-F238E27FC236}">
                    <a16:creationId xmlns:a16="http://schemas.microsoft.com/office/drawing/2014/main" id="{140EB7C4-6BBE-4D3F-AF7D-B22AA3DD2A5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8">
                <a:extLst>
                  <a:ext uri="{FF2B5EF4-FFF2-40B4-BE49-F238E27FC236}">
                    <a16:creationId xmlns:a16="http://schemas.microsoft.com/office/drawing/2014/main" id="{C56E1FAA-3AE1-45F3-8397-D07C426434EC}"/>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9">
                <a:extLst>
                  <a:ext uri="{FF2B5EF4-FFF2-40B4-BE49-F238E27FC236}">
                    <a16:creationId xmlns:a16="http://schemas.microsoft.com/office/drawing/2014/main" id="{2F9A90DC-89AE-4C3E-8A65-C52AB581B4D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30">
                <a:extLst>
                  <a:ext uri="{FF2B5EF4-FFF2-40B4-BE49-F238E27FC236}">
                    <a16:creationId xmlns:a16="http://schemas.microsoft.com/office/drawing/2014/main" id="{600ADA2C-2F1D-47C5-8870-1B9E6C8A3F2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0" name="Group 9">
              <a:extLst>
                <a:ext uri="{FF2B5EF4-FFF2-40B4-BE49-F238E27FC236}">
                  <a16:creationId xmlns:a16="http://schemas.microsoft.com/office/drawing/2014/main" id="{6B1DA9E6-94F5-437E-8B7B-A56561BB4A1A}"/>
                </a:ext>
              </a:extLst>
            </p:cNvPr>
            <p:cNvGrpSpPr/>
            <p:nvPr/>
          </p:nvGrpSpPr>
          <p:grpSpPr>
            <a:xfrm>
              <a:off x="354110" y="2352251"/>
              <a:ext cx="11480604" cy="108822"/>
              <a:chOff x="354110" y="2358964"/>
              <a:chExt cx="11480604" cy="108822"/>
            </a:xfrm>
            <a:grpFill/>
          </p:grpSpPr>
          <p:sp>
            <p:nvSpPr>
              <p:cNvPr id="227" name="Rectangle 32">
                <a:extLst>
                  <a:ext uri="{FF2B5EF4-FFF2-40B4-BE49-F238E27FC236}">
                    <a16:creationId xmlns:a16="http://schemas.microsoft.com/office/drawing/2014/main" id="{8CDFED4E-F4A6-4874-8B65-398D610F1DC0}"/>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33">
                <a:extLst>
                  <a:ext uri="{FF2B5EF4-FFF2-40B4-BE49-F238E27FC236}">
                    <a16:creationId xmlns:a16="http://schemas.microsoft.com/office/drawing/2014/main" id="{8FCE50F7-C3D1-4B83-A0D8-CE83B0777FF6}"/>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34">
                <a:extLst>
                  <a:ext uri="{FF2B5EF4-FFF2-40B4-BE49-F238E27FC236}">
                    <a16:creationId xmlns:a16="http://schemas.microsoft.com/office/drawing/2014/main" id="{422101F3-5770-4041-BA3E-C5275D0FC73E}"/>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35">
                <a:extLst>
                  <a:ext uri="{FF2B5EF4-FFF2-40B4-BE49-F238E27FC236}">
                    <a16:creationId xmlns:a16="http://schemas.microsoft.com/office/drawing/2014/main" id="{4D8FEC62-30CA-4E87-A592-AA45C61EAA77}"/>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36">
                <a:extLst>
                  <a:ext uri="{FF2B5EF4-FFF2-40B4-BE49-F238E27FC236}">
                    <a16:creationId xmlns:a16="http://schemas.microsoft.com/office/drawing/2014/main" id="{52E99015-D9DC-40AE-91AD-5D24574CEC0F}"/>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37">
                <a:extLst>
                  <a:ext uri="{FF2B5EF4-FFF2-40B4-BE49-F238E27FC236}">
                    <a16:creationId xmlns:a16="http://schemas.microsoft.com/office/drawing/2014/main" id="{24DFE9E4-5C75-4EF9-AB54-F00FA9D91152}"/>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8">
                <a:extLst>
                  <a:ext uri="{FF2B5EF4-FFF2-40B4-BE49-F238E27FC236}">
                    <a16:creationId xmlns:a16="http://schemas.microsoft.com/office/drawing/2014/main" id="{2BBEC44B-F424-4C00-AF4A-8EEEDA8AA05D}"/>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9">
                <a:extLst>
                  <a:ext uri="{FF2B5EF4-FFF2-40B4-BE49-F238E27FC236}">
                    <a16:creationId xmlns:a16="http://schemas.microsoft.com/office/drawing/2014/main" id="{68F30D9A-CF13-4E29-967E-63B3AF05CF31}"/>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40">
                <a:extLst>
                  <a:ext uri="{FF2B5EF4-FFF2-40B4-BE49-F238E27FC236}">
                    <a16:creationId xmlns:a16="http://schemas.microsoft.com/office/drawing/2014/main" id="{F7A8E062-ADFC-457E-ADD6-02843928F62E}"/>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41">
                <a:extLst>
                  <a:ext uri="{FF2B5EF4-FFF2-40B4-BE49-F238E27FC236}">
                    <a16:creationId xmlns:a16="http://schemas.microsoft.com/office/drawing/2014/main" id="{E046A9D0-D179-44F9-86D3-9BF139B68BF6}"/>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42">
                <a:extLst>
                  <a:ext uri="{FF2B5EF4-FFF2-40B4-BE49-F238E27FC236}">
                    <a16:creationId xmlns:a16="http://schemas.microsoft.com/office/drawing/2014/main" id="{CC517B0B-1BF2-473B-ABB9-1553D01B1C2D}"/>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43">
                <a:extLst>
                  <a:ext uri="{FF2B5EF4-FFF2-40B4-BE49-F238E27FC236}">
                    <a16:creationId xmlns:a16="http://schemas.microsoft.com/office/drawing/2014/main" id="{5EE71ED6-EA45-4940-B212-163ED3D1C0A9}"/>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44">
                <a:extLst>
                  <a:ext uri="{FF2B5EF4-FFF2-40B4-BE49-F238E27FC236}">
                    <a16:creationId xmlns:a16="http://schemas.microsoft.com/office/drawing/2014/main" id="{664318EC-EADE-4667-92A4-B3E5DB2A11C1}"/>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45">
                <a:extLst>
                  <a:ext uri="{FF2B5EF4-FFF2-40B4-BE49-F238E27FC236}">
                    <a16:creationId xmlns:a16="http://schemas.microsoft.com/office/drawing/2014/main" id="{17B37ABD-81DA-4624-808B-EF4BC0B425B6}"/>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6">
                <a:extLst>
                  <a:ext uri="{FF2B5EF4-FFF2-40B4-BE49-F238E27FC236}">
                    <a16:creationId xmlns:a16="http://schemas.microsoft.com/office/drawing/2014/main" id="{B1F30DC8-DD07-48C5-9D6C-FB855527922B}"/>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7">
                <a:extLst>
                  <a:ext uri="{FF2B5EF4-FFF2-40B4-BE49-F238E27FC236}">
                    <a16:creationId xmlns:a16="http://schemas.microsoft.com/office/drawing/2014/main" id="{DFCE3AE1-313F-441F-8384-63A6EC165E2B}"/>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8">
                <a:extLst>
                  <a:ext uri="{FF2B5EF4-FFF2-40B4-BE49-F238E27FC236}">
                    <a16:creationId xmlns:a16="http://schemas.microsoft.com/office/drawing/2014/main" id="{2E331B42-AC28-4642-91F9-2F5BBFEC6AF8}"/>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9">
                <a:extLst>
                  <a:ext uri="{FF2B5EF4-FFF2-40B4-BE49-F238E27FC236}">
                    <a16:creationId xmlns:a16="http://schemas.microsoft.com/office/drawing/2014/main" id="{9F4D84A8-36FE-4CE0-8B9F-BAC2BA8A813E}"/>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50">
                <a:extLst>
                  <a:ext uri="{FF2B5EF4-FFF2-40B4-BE49-F238E27FC236}">
                    <a16:creationId xmlns:a16="http://schemas.microsoft.com/office/drawing/2014/main" id="{41E2C310-8272-48CF-BD5B-A99A2C7B3CC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51">
                <a:extLst>
                  <a:ext uri="{FF2B5EF4-FFF2-40B4-BE49-F238E27FC236}">
                    <a16:creationId xmlns:a16="http://schemas.microsoft.com/office/drawing/2014/main" id="{EFD4A3C6-7551-4DD0-AA1A-F932D7061DAA}"/>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52">
                <a:extLst>
                  <a:ext uri="{FF2B5EF4-FFF2-40B4-BE49-F238E27FC236}">
                    <a16:creationId xmlns:a16="http://schemas.microsoft.com/office/drawing/2014/main" id="{01F299DF-D3FF-4439-8EC7-B5A34146517E}"/>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53">
                <a:extLst>
                  <a:ext uri="{FF2B5EF4-FFF2-40B4-BE49-F238E27FC236}">
                    <a16:creationId xmlns:a16="http://schemas.microsoft.com/office/drawing/2014/main" id="{086FB16A-99D0-4DB0-9B38-CF351B5DF4DD}"/>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54">
                <a:extLst>
                  <a:ext uri="{FF2B5EF4-FFF2-40B4-BE49-F238E27FC236}">
                    <a16:creationId xmlns:a16="http://schemas.microsoft.com/office/drawing/2014/main" id="{126BCD40-1D3C-4937-A15E-AD2E9671B5AB}"/>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55">
                <a:extLst>
                  <a:ext uri="{FF2B5EF4-FFF2-40B4-BE49-F238E27FC236}">
                    <a16:creationId xmlns:a16="http://schemas.microsoft.com/office/drawing/2014/main" id="{03E4C7B0-DDFC-433A-A8E5-2315FA6EFE10}"/>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6">
                <a:extLst>
                  <a:ext uri="{FF2B5EF4-FFF2-40B4-BE49-F238E27FC236}">
                    <a16:creationId xmlns:a16="http://schemas.microsoft.com/office/drawing/2014/main" id="{7237BB88-10E9-454D-9D13-48878C421EB1}"/>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7">
                <a:extLst>
                  <a:ext uri="{FF2B5EF4-FFF2-40B4-BE49-F238E27FC236}">
                    <a16:creationId xmlns:a16="http://schemas.microsoft.com/office/drawing/2014/main" id="{515F18F4-5E57-4249-AB0A-249437781E42}"/>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1" name="Group 10">
              <a:extLst>
                <a:ext uri="{FF2B5EF4-FFF2-40B4-BE49-F238E27FC236}">
                  <a16:creationId xmlns:a16="http://schemas.microsoft.com/office/drawing/2014/main" id="{25AB7310-F80F-4091-8BFE-CE8C71666A9B}"/>
                </a:ext>
              </a:extLst>
            </p:cNvPr>
            <p:cNvGrpSpPr/>
            <p:nvPr/>
          </p:nvGrpSpPr>
          <p:grpSpPr>
            <a:xfrm>
              <a:off x="354110" y="2857795"/>
              <a:ext cx="11480604" cy="109990"/>
              <a:chOff x="354110" y="2866188"/>
              <a:chExt cx="11480604" cy="109990"/>
            </a:xfrm>
            <a:grpFill/>
          </p:grpSpPr>
          <p:sp>
            <p:nvSpPr>
              <p:cNvPr id="201" name="Rectangle 59">
                <a:extLst>
                  <a:ext uri="{FF2B5EF4-FFF2-40B4-BE49-F238E27FC236}">
                    <a16:creationId xmlns:a16="http://schemas.microsoft.com/office/drawing/2014/main" id="{9E50B916-ECC1-4F73-8059-F029E6581381}"/>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60">
                <a:extLst>
                  <a:ext uri="{FF2B5EF4-FFF2-40B4-BE49-F238E27FC236}">
                    <a16:creationId xmlns:a16="http://schemas.microsoft.com/office/drawing/2014/main" id="{A8DD1ADE-2032-47AE-B88E-78E0F1B01814}"/>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61">
                <a:extLst>
                  <a:ext uri="{FF2B5EF4-FFF2-40B4-BE49-F238E27FC236}">
                    <a16:creationId xmlns:a16="http://schemas.microsoft.com/office/drawing/2014/main" id="{9A6D6E1F-6E00-44C8-ADD2-06A738E758F6}"/>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62">
                <a:extLst>
                  <a:ext uri="{FF2B5EF4-FFF2-40B4-BE49-F238E27FC236}">
                    <a16:creationId xmlns:a16="http://schemas.microsoft.com/office/drawing/2014/main" id="{84FC7274-3463-4889-8E62-B693D50AE95D}"/>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63">
                <a:extLst>
                  <a:ext uri="{FF2B5EF4-FFF2-40B4-BE49-F238E27FC236}">
                    <a16:creationId xmlns:a16="http://schemas.microsoft.com/office/drawing/2014/main" id="{E4E1A84A-DCAC-483B-BC08-579BF10B10BB}"/>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64">
                <a:extLst>
                  <a:ext uri="{FF2B5EF4-FFF2-40B4-BE49-F238E27FC236}">
                    <a16:creationId xmlns:a16="http://schemas.microsoft.com/office/drawing/2014/main" id="{F14EE80D-C3D2-4E22-93C5-CDD09042131F}"/>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65">
                <a:extLst>
                  <a:ext uri="{FF2B5EF4-FFF2-40B4-BE49-F238E27FC236}">
                    <a16:creationId xmlns:a16="http://schemas.microsoft.com/office/drawing/2014/main" id="{FB8FBFAE-E2E1-41A6-987B-CEFBAC180122}"/>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6">
                <a:extLst>
                  <a:ext uri="{FF2B5EF4-FFF2-40B4-BE49-F238E27FC236}">
                    <a16:creationId xmlns:a16="http://schemas.microsoft.com/office/drawing/2014/main" id="{138AF1CB-7808-4C24-B76D-AB9F6A45036D}"/>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7">
                <a:extLst>
                  <a:ext uri="{FF2B5EF4-FFF2-40B4-BE49-F238E27FC236}">
                    <a16:creationId xmlns:a16="http://schemas.microsoft.com/office/drawing/2014/main" id="{F5E88013-D7CE-4120-B4BB-C894EC19C9A1}"/>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8">
                <a:extLst>
                  <a:ext uri="{FF2B5EF4-FFF2-40B4-BE49-F238E27FC236}">
                    <a16:creationId xmlns:a16="http://schemas.microsoft.com/office/drawing/2014/main" id="{B6FC4D89-F7B1-46F5-9502-62F41E89DEC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9">
                <a:extLst>
                  <a:ext uri="{FF2B5EF4-FFF2-40B4-BE49-F238E27FC236}">
                    <a16:creationId xmlns:a16="http://schemas.microsoft.com/office/drawing/2014/main" id="{64C81BD0-C449-4A1B-8492-20430196064F}"/>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70">
                <a:extLst>
                  <a:ext uri="{FF2B5EF4-FFF2-40B4-BE49-F238E27FC236}">
                    <a16:creationId xmlns:a16="http://schemas.microsoft.com/office/drawing/2014/main" id="{5F91B7CB-59D7-4965-B754-71C102E43FDB}"/>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71">
                <a:extLst>
                  <a:ext uri="{FF2B5EF4-FFF2-40B4-BE49-F238E27FC236}">
                    <a16:creationId xmlns:a16="http://schemas.microsoft.com/office/drawing/2014/main" id="{677F7EA6-E57D-4E12-A4A5-AAFDCA8AA106}"/>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72">
                <a:extLst>
                  <a:ext uri="{FF2B5EF4-FFF2-40B4-BE49-F238E27FC236}">
                    <a16:creationId xmlns:a16="http://schemas.microsoft.com/office/drawing/2014/main" id="{56B270F4-040D-43EF-974A-3598BC687669}"/>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73">
                <a:extLst>
                  <a:ext uri="{FF2B5EF4-FFF2-40B4-BE49-F238E27FC236}">
                    <a16:creationId xmlns:a16="http://schemas.microsoft.com/office/drawing/2014/main" id="{EA8C5736-4550-4B46-8B52-247CF04D7EB0}"/>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74">
                <a:extLst>
                  <a:ext uri="{FF2B5EF4-FFF2-40B4-BE49-F238E27FC236}">
                    <a16:creationId xmlns:a16="http://schemas.microsoft.com/office/drawing/2014/main" id="{F42B7DAA-E3F5-4B02-B786-473C7605B5A2}"/>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75">
                <a:extLst>
                  <a:ext uri="{FF2B5EF4-FFF2-40B4-BE49-F238E27FC236}">
                    <a16:creationId xmlns:a16="http://schemas.microsoft.com/office/drawing/2014/main" id="{D850716E-F966-418B-A415-5B6E0F8A183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6">
                <a:extLst>
                  <a:ext uri="{FF2B5EF4-FFF2-40B4-BE49-F238E27FC236}">
                    <a16:creationId xmlns:a16="http://schemas.microsoft.com/office/drawing/2014/main" id="{B6DAAC97-C425-42B4-9405-AC447E2E0B89}"/>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7">
                <a:extLst>
                  <a:ext uri="{FF2B5EF4-FFF2-40B4-BE49-F238E27FC236}">
                    <a16:creationId xmlns:a16="http://schemas.microsoft.com/office/drawing/2014/main" id="{42D8FACA-2CB3-400B-9610-94CBA7A3EE32}"/>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8">
                <a:extLst>
                  <a:ext uri="{FF2B5EF4-FFF2-40B4-BE49-F238E27FC236}">
                    <a16:creationId xmlns:a16="http://schemas.microsoft.com/office/drawing/2014/main" id="{22200CE3-AD18-4A71-BA64-E2F227C44B48}"/>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9">
                <a:extLst>
                  <a:ext uri="{FF2B5EF4-FFF2-40B4-BE49-F238E27FC236}">
                    <a16:creationId xmlns:a16="http://schemas.microsoft.com/office/drawing/2014/main" id="{475F60A0-5B50-42FC-8C11-E137E7C5611C}"/>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80">
                <a:extLst>
                  <a:ext uri="{FF2B5EF4-FFF2-40B4-BE49-F238E27FC236}">
                    <a16:creationId xmlns:a16="http://schemas.microsoft.com/office/drawing/2014/main" id="{CAA2354D-703C-4594-B119-475938CFD402}"/>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81">
                <a:extLst>
                  <a:ext uri="{FF2B5EF4-FFF2-40B4-BE49-F238E27FC236}">
                    <a16:creationId xmlns:a16="http://schemas.microsoft.com/office/drawing/2014/main" id="{F8619CF6-1E39-4CF1-AEF0-BE5A67EB6F65}"/>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82">
                <a:extLst>
                  <a:ext uri="{FF2B5EF4-FFF2-40B4-BE49-F238E27FC236}">
                    <a16:creationId xmlns:a16="http://schemas.microsoft.com/office/drawing/2014/main" id="{354E893E-B006-4B22-BBCB-52A79A5461D1}"/>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83">
                <a:extLst>
                  <a:ext uri="{FF2B5EF4-FFF2-40B4-BE49-F238E27FC236}">
                    <a16:creationId xmlns:a16="http://schemas.microsoft.com/office/drawing/2014/main" id="{0D56028C-9156-43E8-B855-AF135DD7E695}"/>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84">
                <a:extLst>
                  <a:ext uri="{FF2B5EF4-FFF2-40B4-BE49-F238E27FC236}">
                    <a16:creationId xmlns:a16="http://schemas.microsoft.com/office/drawing/2014/main" id="{950FA1E9-CD04-4DB1-B523-ABF2C1B6ED9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2" name="Group 11">
              <a:extLst>
                <a:ext uri="{FF2B5EF4-FFF2-40B4-BE49-F238E27FC236}">
                  <a16:creationId xmlns:a16="http://schemas.microsoft.com/office/drawing/2014/main" id="{E6AA6044-FF9C-4224-BBD4-786BCC486D91}"/>
                </a:ext>
              </a:extLst>
            </p:cNvPr>
            <p:cNvGrpSpPr/>
            <p:nvPr/>
          </p:nvGrpSpPr>
          <p:grpSpPr>
            <a:xfrm>
              <a:off x="354110" y="3364507"/>
              <a:ext cx="11480604" cy="109990"/>
              <a:chOff x="354110" y="3364062"/>
              <a:chExt cx="11480604" cy="109990"/>
            </a:xfrm>
            <a:grpFill/>
          </p:grpSpPr>
          <p:sp>
            <p:nvSpPr>
              <p:cNvPr id="175" name="Rectangle 5">
                <a:extLst>
                  <a:ext uri="{FF2B5EF4-FFF2-40B4-BE49-F238E27FC236}">
                    <a16:creationId xmlns:a16="http://schemas.microsoft.com/office/drawing/2014/main" id="{CEC88F9D-6CCB-4C48-AB60-4743F3C98AE2}"/>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6">
                <a:extLst>
                  <a:ext uri="{FF2B5EF4-FFF2-40B4-BE49-F238E27FC236}">
                    <a16:creationId xmlns:a16="http://schemas.microsoft.com/office/drawing/2014/main" id="{BC4930EB-874F-4D2B-94B1-FF1459F4A72F}"/>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7">
                <a:extLst>
                  <a:ext uri="{FF2B5EF4-FFF2-40B4-BE49-F238E27FC236}">
                    <a16:creationId xmlns:a16="http://schemas.microsoft.com/office/drawing/2014/main" id="{66BB2441-7C95-4A21-B558-2971312D511C}"/>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8">
                <a:extLst>
                  <a:ext uri="{FF2B5EF4-FFF2-40B4-BE49-F238E27FC236}">
                    <a16:creationId xmlns:a16="http://schemas.microsoft.com/office/drawing/2014/main" id="{B2A1B236-8D43-4B78-90F2-27A974E1FE93}"/>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9">
                <a:extLst>
                  <a:ext uri="{FF2B5EF4-FFF2-40B4-BE49-F238E27FC236}">
                    <a16:creationId xmlns:a16="http://schemas.microsoft.com/office/drawing/2014/main" id="{E0526BF0-467E-421F-870A-02C866AC0CCA}"/>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10">
                <a:extLst>
                  <a:ext uri="{FF2B5EF4-FFF2-40B4-BE49-F238E27FC236}">
                    <a16:creationId xmlns:a16="http://schemas.microsoft.com/office/drawing/2014/main" id="{79ACA6FA-E263-441B-B650-DEE2A495E193}"/>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11">
                <a:extLst>
                  <a:ext uri="{FF2B5EF4-FFF2-40B4-BE49-F238E27FC236}">
                    <a16:creationId xmlns:a16="http://schemas.microsoft.com/office/drawing/2014/main" id="{DA7F6558-782C-4107-91F4-AF8E5136C77F}"/>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12">
                <a:extLst>
                  <a:ext uri="{FF2B5EF4-FFF2-40B4-BE49-F238E27FC236}">
                    <a16:creationId xmlns:a16="http://schemas.microsoft.com/office/drawing/2014/main" id="{E575740C-61C5-4D08-9803-25E05FA3F518}"/>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13">
                <a:extLst>
                  <a:ext uri="{FF2B5EF4-FFF2-40B4-BE49-F238E27FC236}">
                    <a16:creationId xmlns:a16="http://schemas.microsoft.com/office/drawing/2014/main" id="{D4CCCBBA-5E32-47C6-B40B-3E2155E3F12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14">
                <a:extLst>
                  <a:ext uri="{FF2B5EF4-FFF2-40B4-BE49-F238E27FC236}">
                    <a16:creationId xmlns:a16="http://schemas.microsoft.com/office/drawing/2014/main" id="{FC65131F-93B3-419C-B068-14D36AAC3FC9}"/>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15">
                <a:extLst>
                  <a:ext uri="{FF2B5EF4-FFF2-40B4-BE49-F238E27FC236}">
                    <a16:creationId xmlns:a16="http://schemas.microsoft.com/office/drawing/2014/main" id="{469B75D4-B4A8-4C2E-8EBB-E95FAB7C56E6}"/>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6">
                <a:extLst>
                  <a:ext uri="{FF2B5EF4-FFF2-40B4-BE49-F238E27FC236}">
                    <a16:creationId xmlns:a16="http://schemas.microsoft.com/office/drawing/2014/main" id="{6C8F3B5D-1D93-4D85-8639-75B5E46EC612}"/>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7">
                <a:extLst>
                  <a:ext uri="{FF2B5EF4-FFF2-40B4-BE49-F238E27FC236}">
                    <a16:creationId xmlns:a16="http://schemas.microsoft.com/office/drawing/2014/main" id="{DCCEB301-1F26-43A3-8B34-DBAFC32B3228}"/>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8">
                <a:extLst>
                  <a:ext uri="{FF2B5EF4-FFF2-40B4-BE49-F238E27FC236}">
                    <a16:creationId xmlns:a16="http://schemas.microsoft.com/office/drawing/2014/main" id="{DD08B69C-E406-41F3-856E-A8C150CB642D}"/>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9">
                <a:extLst>
                  <a:ext uri="{FF2B5EF4-FFF2-40B4-BE49-F238E27FC236}">
                    <a16:creationId xmlns:a16="http://schemas.microsoft.com/office/drawing/2014/main" id="{A1A90F4B-6060-4BA1-8AF2-FAFFAA04A881}"/>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20">
                <a:extLst>
                  <a:ext uri="{FF2B5EF4-FFF2-40B4-BE49-F238E27FC236}">
                    <a16:creationId xmlns:a16="http://schemas.microsoft.com/office/drawing/2014/main" id="{B1F471FD-A187-4EE2-9D21-E0A637683F0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21">
                <a:extLst>
                  <a:ext uri="{FF2B5EF4-FFF2-40B4-BE49-F238E27FC236}">
                    <a16:creationId xmlns:a16="http://schemas.microsoft.com/office/drawing/2014/main" id="{68DAAA74-257B-4E75-A315-6B710A314868}"/>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22">
                <a:extLst>
                  <a:ext uri="{FF2B5EF4-FFF2-40B4-BE49-F238E27FC236}">
                    <a16:creationId xmlns:a16="http://schemas.microsoft.com/office/drawing/2014/main" id="{63000D52-BDE3-430B-8243-08564FFE96A1}"/>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23">
                <a:extLst>
                  <a:ext uri="{FF2B5EF4-FFF2-40B4-BE49-F238E27FC236}">
                    <a16:creationId xmlns:a16="http://schemas.microsoft.com/office/drawing/2014/main" id="{F6BDC60F-B33E-4AD8-9807-B2C1A4C2C6ED}"/>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24">
                <a:extLst>
                  <a:ext uri="{FF2B5EF4-FFF2-40B4-BE49-F238E27FC236}">
                    <a16:creationId xmlns:a16="http://schemas.microsoft.com/office/drawing/2014/main" id="{F1DB5734-0088-4CC2-9415-998F19416559}"/>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25">
                <a:extLst>
                  <a:ext uri="{FF2B5EF4-FFF2-40B4-BE49-F238E27FC236}">
                    <a16:creationId xmlns:a16="http://schemas.microsoft.com/office/drawing/2014/main" id="{1C679BCE-F04D-48E0-8E2B-0174E8E975E1}"/>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6">
                <a:extLst>
                  <a:ext uri="{FF2B5EF4-FFF2-40B4-BE49-F238E27FC236}">
                    <a16:creationId xmlns:a16="http://schemas.microsoft.com/office/drawing/2014/main" id="{EA8ABD89-DF79-45A9-9CDB-0E871222D540}"/>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7">
                <a:extLst>
                  <a:ext uri="{FF2B5EF4-FFF2-40B4-BE49-F238E27FC236}">
                    <a16:creationId xmlns:a16="http://schemas.microsoft.com/office/drawing/2014/main" id="{C1A57486-D9A6-4CD5-878E-093E44A7606C}"/>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8">
                <a:extLst>
                  <a:ext uri="{FF2B5EF4-FFF2-40B4-BE49-F238E27FC236}">
                    <a16:creationId xmlns:a16="http://schemas.microsoft.com/office/drawing/2014/main" id="{B6582662-B56F-42F6-A821-B5F52FB8400B}"/>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9">
                <a:extLst>
                  <a:ext uri="{FF2B5EF4-FFF2-40B4-BE49-F238E27FC236}">
                    <a16:creationId xmlns:a16="http://schemas.microsoft.com/office/drawing/2014/main" id="{1105049D-68B2-4636-9C28-7B8C21771618}"/>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30">
                <a:extLst>
                  <a:ext uri="{FF2B5EF4-FFF2-40B4-BE49-F238E27FC236}">
                    <a16:creationId xmlns:a16="http://schemas.microsoft.com/office/drawing/2014/main" id="{E0F75D5D-3B9C-40B7-AF8E-4C4322B6C942}"/>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00F6A935-DCBA-461C-832C-A343F475413E}"/>
                </a:ext>
              </a:extLst>
            </p:cNvPr>
            <p:cNvGrpSpPr/>
            <p:nvPr/>
          </p:nvGrpSpPr>
          <p:grpSpPr>
            <a:xfrm>
              <a:off x="354110" y="3871219"/>
              <a:ext cx="11480604" cy="108822"/>
              <a:chOff x="354110" y="3872454"/>
              <a:chExt cx="11480604" cy="108822"/>
            </a:xfrm>
            <a:grpFill/>
          </p:grpSpPr>
          <p:sp>
            <p:nvSpPr>
              <p:cNvPr id="149" name="Rectangle 32">
                <a:extLst>
                  <a:ext uri="{FF2B5EF4-FFF2-40B4-BE49-F238E27FC236}">
                    <a16:creationId xmlns:a16="http://schemas.microsoft.com/office/drawing/2014/main" id="{67654A26-DC7F-47CD-8FF8-BC012501CCEA}"/>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33">
                <a:extLst>
                  <a:ext uri="{FF2B5EF4-FFF2-40B4-BE49-F238E27FC236}">
                    <a16:creationId xmlns:a16="http://schemas.microsoft.com/office/drawing/2014/main" id="{9949B927-96E9-4F44-9050-A81CD79D7386}"/>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34">
                <a:extLst>
                  <a:ext uri="{FF2B5EF4-FFF2-40B4-BE49-F238E27FC236}">
                    <a16:creationId xmlns:a16="http://schemas.microsoft.com/office/drawing/2014/main" id="{3B5D9536-992F-4F39-93BC-BB2533D78505}"/>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35">
                <a:extLst>
                  <a:ext uri="{FF2B5EF4-FFF2-40B4-BE49-F238E27FC236}">
                    <a16:creationId xmlns:a16="http://schemas.microsoft.com/office/drawing/2014/main" id="{F1FA2A7F-208B-4450-9E7E-F29BB3925166}"/>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36">
                <a:extLst>
                  <a:ext uri="{FF2B5EF4-FFF2-40B4-BE49-F238E27FC236}">
                    <a16:creationId xmlns:a16="http://schemas.microsoft.com/office/drawing/2014/main" id="{EF607D70-7F21-4A9F-A183-730E45EF312E}"/>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37">
                <a:extLst>
                  <a:ext uri="{FF2B5EF4-FFF2-40B4-BE49-F238E27FC236}">
                    <a16:creationId xmlns:a16="http://schemas.microsoft.com/office/drawing/2014/main" id="{4ECF017A-32D9-44C4-837F-2C37B7B9FC42}"/>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8">
                <a:extLst>
                  <a:ext uri="{FF2B5EF4-FFF2-40B4-BE49-F238E27FC236}">
                    <a16:creationId xmlns:a16="http://schemas.microsoft.com/office/drawing/2014/main" id="{34B3B9C3-9513-414E-B30D-F7CFC02E05D6}"/>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9">
                <a:extLst>
                  <a:ext uri="{FF2B5EF4-FFF2-40B4-BE49-F238E27FC236}">
                    <a16:creationId xmlns:a16="http://schemas.microsoft.com/office/drawing/2014/main" id="{E6A1B5D1-A0C1-47E7-A068-C05A44F3D700}"/>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40">
                <a:extLst>
                  <a:ext uri="{FF2B5EF4-FFF2-40B4-BE49-F238E27FC236}">
                    <a16:creationId xmlns:a16="http://schemas.microsoft.com/office/drawing/2014/main" id="{96D2BA52-50C4-45BF-B115-62AE7F01B07A}"/>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41">
                <a:extLst>
                  <a:ext uri="{FF2B5EF4-FFF2-40B4-BE49-F238E27FC236}">
                    <a16:creationId xmlns:a16="http://schemas.microsoft.com/office/drawing/2014/main" id="{9DCC33D9-FAF4-4D54-A2F1-85D656FB93DA}"/>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42">
                <a:extLst>
                  <a:ext uri="{FF2B5EF4-FFF2-40B4-BE49-F238E27FC236}">
                    <a16:creationId xmlns:a16="http://schemas.microsoft.com/office/drawing/2014/main" id="{8DD0B56F-45FF-4041-A939-24B54541A309}"/>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43">
                <a:extLst>
                  <a:ext uri="{FF2B5EF4-FFF2-40B4-BE49-F238E27FC236}">
                    <a16:creationId xmlns:a16="http://schemas.microsoft.com/office/drawing/2014/main" id="{96AB8477-5546-4080-8BC1-02BF0BB8F3FE}"/>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44">
                <a:extLst>
                  <a:ext uri="{FF2B5EF4-FFF2-40B4-BE49-F238E27FC236}">
                    <a16:creationId xmlns:a16="http://schemas.microsoft.com/office/drawing/2014/main" id="{4E453DC0-BE05-4525-866A-335CE37B007E}"/>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45">
                <a:extLst>
                  <a:ext uri="{FF2B5EF4-FFF2-40B4-BE49-F238E27FC236}">
                    <a16:creationId xmlns:a16="http://schemas.microsoft.com/office/drawing/2014/main" id="{DE66478E-4EC6-4BE6-B27E-C0C0531CC1E1}"/>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6">
                <a:extLst>
                  <a:ext uri="{FF2B5EF4-FFF2-40B4-BE49-F238E27FC236}">
                    <a16:creationId xmlns:a16="http://schemas.microsoft.com/office/drawing/2014/main" id="{698E3192-E8A7-4BE3-A213-C67294E393A9}"/>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7">
                <a:extLst>
                  <a:ext uri="{FF2B5EF4-FFF2-40B4-BE49-F238E27FC236}">
                    <a16:creationId xmlns:a16="http://schemas.microsoft.com/office/drawing/2014/main" id="{73311133-150A-4295-BA6B-AE591A758BD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8">
                <a:extLst>
                  <a:ext uri="{FF2B5EF4-FFF2-40B4-BE49-F238E27FC236}">
                    <a16:creationId xmlns:a16="http://schemas.microsoft.com/office/drawing/2014/main" id="{01A2298C-D71C-4EE8-97EC-882AE8FE270B}"/>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9">
                <a:extLst>
                  <a:ext uri="{FF2B5EF4-FFF2-40B4-BE49-F238E27FC236}">
                    <a16:creationId xmlns:a16="http://schemas.microsoft.com/office/drawing/2014/main" id="{4A510FF8-75EB-4CBF-8672-72CB0674B95B}"/>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50">
                <a:extLst>
                  <a:ext uri="{FF2B5EF4-FFF2-40B4-BE49-F238E27FC236}">
                    <a16:creationId xmlns:a16="http://schemas.microsoft.com/office/drawing/2014/main" id="{1A2C9E47-1571-4FD2-8B6B-C7B564E8977A}"/>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51">
                <a:extLst>
                  <a:ext uri="{FF2B5EF4-FFF2-40B4-BE49-F238E27FC236}">
                    <a16:creationId xmlns:a16="http://schemas.microsoft.com/office/drawing/2014/main" id="{86EF56B1-DD4A-4A19-A43F-347855BF8424}"/>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52">
                <a:extLst>
                  <a:ext uri="{FF2B5EF4-FFF2-40B4-BE49-F238E27FC236}">
                    <a16:creationId xmlns:a16="http://schemas.microsoft.com/office/drawing/2014/main" id="{593C0948-4102-4E67-9CCD-6F94446F70BE}"/>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53">
                <a:extLst>
                  <a:ext uri="{FF2B5EF4-FFF2-40B4-BE49-F238E27FC236}">
                    <a16:creationId xmlns:a16="http://schemas.microsoft.com/office/drawing/2014/main" id="{ACB6589F-762B-4CA7-8D92-92E5FB76FD1A}"/>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54">
                <a:extLst>
                  <a:ext uri="{FF2B5EF4-FFF2-40B4-BE49-F238E27FC236}">
                    <a16:creationId xmlns:a16="http://schemas.microsoft.com/office/drawing/2014/main" id="{9992ACB2-51DA-4341-842A-58050D15CC78}"/>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55">
                <a:extLst>
                  <a:ext uri="{FF2B5EF4-FFF2-40B4-BE49-F238E27FC236}">
                    <a16:creationId xmlns:a16="http://schemas.microsoft.com/office/drawing/2014/main" id="{D9C60E55-0956-424D-8C75-2976AC3B653E}"/>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6">
                <a:extLst>
                  <a:ext uri="{FF2B5EF4-FFF2-40B4-BE49-F238E27FC236}">
                    <a16:creationId xmlns:a16="http://schemas.microsoft.com/office/drawing/2014/main" id="{BE0FF237-544C-4EAB-ABB0-731D5FA88D46}"/>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7">
                <a:extLst>
                  <a:ext uri="{FF2B5EF4-FFF2-40B4-BE49-F238E27FC236}">
                    <a16:creationId xmlns:a16="http://schemas.microsoft.com/office/drawing/2014/main" id="{D1E0212C-F045-489C-9689-7C49F762CC3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AC90BB14-74DB-4A2D-847B-7D160CCB7907}"/>
                </a:ext>
              </a:extLst>
            </p:cNvPr>
            <p:cNvGrpSpPr/>
            <p:nvPr/>
          </p:nvGrpSpPr>
          <p:grpSpPr>
            <a:xfrm>
              <a:off x="354110" y="4376763"/>
              <a:ext cx="11480604" cy="109990"/>
              <a:chOff x="354110" y="4379678"/>
              <a:chExt cx="11480604" cy="109990"/>
            </a:xfrm>
            <a:grpFill/>
          </p:grpSpPr>
          <p:sp>
            <p:nvSpPr>
              <p:cNvPr id="123" name="Rectangle 59">
                <a:extLst>
                  <a:ext uri="{FF2B5EF4-FFF2-40B4-BE49-F238E27FC236}">
                    <a16:creationId xmlns:a16="http://schemas.microsoft.com/office/drawing/2014/main" id="{99D447A1-2220-4498-AEF5-6E3E1E6E7569}"/>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60">
                <a:extLst>
                  <a:ext uri="{FF2B5EF4-FFF2-40B4-BE49-F238E27FC236}">
                    <a16:creationId xmlns:a16="http://schemas.microsoft.com/office/drawing/2014/main" id="{7C3A93F4-91DD-433B-968A-852BE617B270}"/>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61">
                <a:extLst>
                  <a:ext uri="{FF2B5EF4-FFF2-40B4-BE49-F238E27FC236}">
                    <a16:creationId xmlns:a16="http://schemas.microsoft.com/office/drawing/2014/main" id="{1C73CE31-214B-4439-A783-35C6A8ED7587}"/>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62">
                <a:extLst>
                  <a:ext uri="{FF2B5EF4-FFF2-40B4-BE49-F238E27FC236}">
                    <a16:creationId xmlns:a16="http://schemas.microsoft.com/office/drawing/2014/main" id="{36D68C3F-8E09-4424-AE30-DC0EA8A4B605}"/>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63">
                <a:extLst>
                  <a:ext uri="{FF2B5EF4-FFF2-40B4-BE49-F238E27FC236}">
                    <a16:creationId xmlns:a16="http://schemas.microsoft.com/office/drawing/2014/main" id="{D77BDB0F-9FB9-4B1E-8B4A-1E2673E90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64">
                <a:extLst>
                  <a:ext uri="{FF2B5EF4-FFF2-40B4-BE49-F238E27FC236}">
                    <a16:creationId xmlns:a16="http://schemas.microsoft.com/office/drawing/2014/main" id="{11FC8FC1-3854-4435-94FA-7C19C8CF4B2B}"/>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65">
                <a:extLst>
                  <a:ext uri="{FF2B5EF4-FFF2-40B4-BE49-F238E27FC236}">
                    <a16:creationId xmlns:a16="http://schemas.microsoft.com/office/drawing/2014/main" id="{CD7A3181-77BB-4B10-BAE0-192A2D4C546F}"/>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6">
                <a:extLst>
                  <a:ext uri="{FF2B5EF4-FFF2-40B4-BE49-F238E27FC236}">
                    <a16:creationId xmlns:a16="http://schemas.microsoft.com/office/drawing/2014/main" id="{34704098-6430-4842-A78C-8EA208FF5C58}"/>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7">
                <a:extLst>
                  <a:ext uri="{FF2B5EF4-FFF2-40B4-BE49-F238E27FC236}">
                    <a16:creationId xmlns:a16="http://schemas.microsoft.com/office/drawing/2014/main" id="{821A9373-4697-4443-B247-58130E1D401F}"/>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8">
                <a:extLst>
                  <a:ext uri="{FF2B5EF4-FFF2-40B4-BE49-F238E27FC236}">
                    <a16:creationId xmlns:a16="http://schemas.microsoft.com/office/drawing/2014/main" id="{BE59B0E9-E64A-4252-ABFF-7D0CCECB5F69}"/>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9">
                <a:extLst>
                  <a:ext uri="{FF2B5EF4-FFF2-40B4-BE49-F238E27FC236}">
                    <a16:creationId xmlns:a16="http://schemas.microsoft.com/office/drawing/2014/main" id="{066F8BCA-C3C4-48C8-9103-65FC2FFF6239}"/>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70">
                <a:extLst>
                  <a:ext uri="{FF2B5EF4-FFF2-40B4-BE49-F238E27FC236}">
                    <a16:creationId xmlns:a16="http://schemas.microsoft.com/office/drawing/2014/main" id="{68B69181-5D7D-4EFF-9724-B2BDD62DB414}"/>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71">
                <a:extLst>
                  <a:ext uri="{FF2B5EF4-FFF2-40B4-BE49-F238E27FC236}">
                    <a16:creationId xmlns:a16="http://schemas.microsoft.com/office/drawing/2014/main" id="{996BC465-13D7-4B01-81BD-88E7BAA5A99E}"/>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72">
                <a:extLst>
                  <a:ext uri="{FF2B5EF4-FFF2-40B4-BE49-F238E27FC236}">
                    <a16:creationId xmlns:a16="http://schemas.microsoft.com/office/drawing/2014/main" id="{61C9420C-6853-4164-9D24-98349CD58CD5}"/>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73">
                <a:extLst>
                  <a:ext uri="{FF2B5EF4-FFF2-40B4-BE49-F238E27FC236}">
                    <a16:creationId xmlns:a16="http://schemas.microsoft.com/office/drawing/2014/main" id="{EF04FF35-9797-4571-BCFF-435C37D2517E}"/>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74">
                <a:extLst>
                  <a:ext uri="{FF2B5EF4-FFF2-40B4-BE49-F238E27FC236}">
                    <a16:creationId xmlns:a16="http://schemas.microsoft.com/office/drawing/2014/main" id="{78C68F3A-1768-4D3F-8ABF-D899CEF5DEDB}"/>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75">
                <a:extLst>
                  <a:ext uri="{FF2B5EF4-FFF2-40B4-BE49-F238E27FC236}">
                    <a16:creationId xmlns:a16="http://schemas.microsoft.com/office/drawing/2014/main" id="{A69F85D7-2261-4042-B85B-C3FABE4A0815}"/>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6">
                <a:extLst>
                  <a:ext uri="{FF2B5EF4-FFF2-40B4-BE49-F238E27FC236}">
                    <a16:creationId xmlns:a16="http://schemas.microsoft.com/office/drawing/2014/main" id="{31444D56-FEBA-4CC9-B179-200833A9BE9A}"/>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7">
                <a:extLst>
                  <a:ext uri="{FF2B5EF4-FFF2-40B4-BE49-F238E27FC236}">
                    <a16:creationId xmlns:a16="http://schemas.microsoft.com/office/drawing/2014/main" id="{A7678401-8C3E-4FAF-A888-70B49C911618}"/>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8">
                <a:extLst>
                  <a:ext uri="{FF2B5EF4-FFF2-40B4-BE49-F238E27FC236}">
                    <a16:creationId xmlns:a16="http://schemas.microsoft.com/office/drawing/2014/main" id="{618CC429-D47D-440E-9695-6E61D609607D}"/>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9">
                <a:extLst>
                  <a:ext uri="{FF2B5EF4-FFF2-40B4-BE49-F238E27FC236}">
                    <a16:creationId xmlns:a16="http://schemas.microsoft.com/office/drawing/2014/main" id="{F2B544AE-5CC8-4A61-BBDF-82DA13A5F7E8}"/>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80">
                <a:extLst>
                  <a:ext uri="{FF2B5EF4-FFF2-40B4-BE49-F238E27FC236}">
                    <a16:creationId xmlns:a16="http://schemas.microsoft.com/office/drawing/2014/main" id="{46B39C8E-D445-41B8-8B42-2DE170717BD6}"/>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81">
                <a:extLst>
                  <a:ext uri="{FF2B5EF4-FFF2-40B4-BE49-F238E27FC236}">
                    <a16:creationId xmlns:a16="http://schemas.microsoft.com/office/drawing/2014/main" id="{38E7AB8E-5E17-460F-8595-4178AF462D9F}"/>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82">
                <a:extLst>
                  <a:ext uri="{FF2B5EF4-FFF2-40B4-BE49-F238E27FC236}">
                    <a16:creationId xmlns:a16="http://schemas.microsoft.com/office/drawing/2014/main" id="{B1EBA00C-8D23-4B8D-996F-763D44718637}"/>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83">
                <a:extLst>
                  <a:ext uri="{FF2B5EF4-FFF2-40B4-BE49-F238E27FC236}">
                    <a16:creationId xmlns:a16="http://schemas.microsoft.com/office/drawing/2014/main" id="{A74D84D5-1D5F-4261-AC8E-F836107F1AED}"/>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84">
                <a:extLst>
                  <a:ext uri="{FF2B5EF4-FFF2-40B4-BE49-F238E27FC236}">
                    <a16:creationId xmlns:a16="http://schemas.microsoft.com/office/drawing/2014/main" id="{FAE1892A-CE1C-4062-87F1-490874F36EE9}"/>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1802612C-7EF5-4229-B874-804F63CA5157}"/>
                </a:ext>
              </a:extLst>
            </p:cNvPr>
            <p:cNvGrpSpPr/>
            <p:nvPr/>
          </p:nvGrpSpPr>
          <p:grpSpPr>
            <a:xfrm>
              <a:off x="354110" y="4883475"/>
              <a:ext cx="11480604" cy="109990"/>
              <a:chOff x="354110" y="4888062"/>
              <a:chExt cx="11480604" cy="109990"/>
            </a:xfrm>
            <a:grpFill/>
          </p:grpSpPr>
          <p:sp>
            <p:nvSpPr>
              <p:cNvPr id="97" name="Rectangle 5">
                <a:extLst>
                  <a:ext uri="{FF2B5EF4-FFF2-40B4-BE49-F238E27FC236}">
                    <a16:creationId xmlns:a16="http://schemas.microsoft.com/office/drawing/2014/main" id="{79ECF9B6-3DAB-4C5C-B34E-D0A7F38B761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6">
                <a:extLst>
                  <a:ext uri="{FF2B5EF4-FFF2-40B4-BE49-F238E27FC236}">
                    <a16:creationId xmlns:a16="http://schemas.microsoft.com/office/drawing/2014/main" id="{35C9E271-FB6D-4F58-AC40-C72BEAE8A205}"/>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7">
                <a:extLst>
                  <a:ext uri="{FF2B5EF4-FFF2-40B4-BE49-F238E27FC236}">
                    <a16:creationId xmlns:a16="http://schemas.microsoft.com/office/drawing/2014/main" id="{6C77D497-A891-4E55-B019-C188318C9B94}"/>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8">
                <a:extLst>
                  <a:ext uri="{FF2B5EF4-FFF2-40B4-BE49-F238E27FC236}">
                    <a16:creationId xmlns:a16="http://schemas.microsoft.com/office/drawing/2014/main" id="{789A10D5-86A9-4355-A65E-55E0070B0C22}"/>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9">
                <a:extLst>
                  <a:ext uri="{FF2B5EF4-FFF2-40B4-BE49-F238E27FC236}">
                    <a16:creationId xmlns:a16="http://schemas.microsoft.com/office/drawing/2014/main" id="{190FC9CA-1CD6-4748-9D13-6C41111A17B7}"/>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10">
                <a:extLst>
                  <a:ext uri="{FF2B5EF4-FFF2-40B4-BE49-F238E27FC236}">
                    <a16:creationId xmlns:a16="http://schemas.microsoft.com/office/drawing/2014/main" id="{C8822FE6-6227-48F7-AA73-92699ABEA3A8}"/>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11">
                <a:extLst>
                  <a:ext uri="{FF2B5EF4-FFF2-40B4-BE49-F238E27FC236}">
                    <a16:creationId xmlns:a16="http://schemas.microsoft.com/office/drawing/2014/main" id="{E5E1E87B-24C4-475C-8A8F-5B997B2D073F}"/>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12">
                <a:extLst>
                  <a:ext uri="{FF2B5EF4-FFF2-40B4-BE49-F238E27FC236}">
                    <a16:creationId xmlns:a16="http://schemas.microsoft.com/office/drawing/2014/main" id="{A10C8796-2AC4-44B9-947C-67EA0E966720}"/>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13">
                <a:extLst>
                  <a:ext uri="{FF2B5EF4-FFF2-40B4-BE49-F238E27FC236}">
                    <a16:creationId xmlns:a16="http://schemas.microsoft.com/office/drawing/2014/main" id="{9C3B2967-6FE1-42A9-8AA6-D88F39ED2592}"/>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14">
                <a:extLst>
                  <a:ext uri="{FF2B5EF4-FFF2-40B4-BE49-F238E27FC236}">
                    <a16:creationId xmlns:a16="http://schemas.microsoft.com/office/drawing/2014/main" id="{D65A60F3-B8CA-4A07-BA50-4382410F7DF3}"/>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15">
                <a:extLst>
                  <a:ext uri="{FF2B5EF4-FFF2-40B4-BE49-F238E27FC236}">
                    <a16:creationId xmlns:a16="http://schemas.microsoft.com/office/drawing/2014/main" id="{CE9D0345-78D9-481A-97CD-9F4F5005DCF5}"/>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6">
                <a:extLst>
                  <a:ext uri="{FF2B5EF4-FFF2-40B4-BE49-F238E27FC236}">
                    <a16:creationId xmlns:a16="http://schemas.microsoft.com/office/drawing/2014/main" id="{335FF664-C997-40CD-A253-17AE029463EF}"/>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7">
                <a:extLst>
                  <a:ext uri="{FF2B5EF4-FFF2-40B4-BE49-F238E27FC236}">
                    <a16:creationId xmlns:a16="http://schemas.microsoft.com/office/drawing/2014/main" id="{9CC2681F-B216-40D9-B5A0-F02DCEABDF71}"/>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8">
                <a:extLst>
                  <a:ext uri="{FF2B5EF4-FFF2-40B4-BE49-F238E27FC236}">
                    <a16:creationId xmlns:a16="http://schemas.microsoft.com/office/drawing/2014/main" id="{A3004976-7D17-4D1E-8C1B-307A36D4D3A6}"/>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9">
                <a:extLst>
                  <a:ext uri="{FF2B5EF4-FFF2-40B4-BE49-F238E27FC236}">
                    <a16:creationId xmlns:a16="http://schemas.microsoft.com/office/drawing/2014/main" id="{2441E1C0-EA8F-4829-96F9-79E4F9F9B8A8}"/>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20">
                <a:extLst>
                  <a:ext uri="{FF2B5EF4-FFF2-40B4-BE49-F238E27FC236}">
                    <a16:creationId xmlns:a16="http://schemas.microsoft.com/office/drawing/2014/main" id="{44BC57F8-5DE7-403F-B665-F6F2827DB80C}"/>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21">
                <a:extLst>
                  <a:ext uri="{FF2B5EF4-FFF2-40B4-BE49-F238E27FC236}">
                    <a16:creationId xmlns:a16="http://schemas.microsoft.com/office/drawing/2014/main" id="{B34B239C-EECF-4F26-A48A-B0CC0F65BC73}"/>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22">
                <a:extLst>
                  <a:ext uri="{FF2B5EF4-FFF2-40B4-BE49-F238E27FC236}">
                    <a16:creationId xmlns:a16="http://schemas.microsoft.com/office/drawing/2014/main" id="{9761DB51-CFA3-48D3-A481-6AAF4370D4B5}"/>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23">
                <a:extLst>
                  <a:ext uri="{FF2B5EF4-FFF2-40B4-BE49-F238E27FC236}">
                    <a16:creationId xmlns:a16="http://schemas.microsoft.com/office/drawing/2014/main" id="{8BF8C0DC-CA13-4B3A-9B31-81AD0D5A3B96}"/>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24">
                <a:extLst>
                  <a:ext uri="{FF2B5EF4-FFF2-40B4-BE49-F238E27FC236}">
                    <a16:creationId xmlns:a16="http://schemas.microsoft.com/office/drawing/2014/main" id="{3B5D9432-1B5F-4352-8E2D-A4C9BA278820}"/>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25">
                <a:extLst>
                  <a:ext uri="{FF2B5EF4-FFF2-40B4-BE49-F238E27FC236}">
                    <a16:creationId xmlns:a16="http://schemas.microsoft.com/office/drawing/2014/main" id="{A72578CA-857C-4FF3-99D2-2409F1404F50}"/>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6">
                <a:extLst>
                  <a:ext uri="{FF2B5EF4-FFF2-40B4-BE49-F238E27FC236}">
                    <a16:creationId xmlns:a16="http://schemas.microsoft.com/office/drawing/2014/main" id="{CAD4F8AF-D5EE-4F50-B004-20393F40DD74}"/>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7">
                <a:extLst>
                  <a:ext uri="{FF2B5EF4-FFF2-40B4-BE49-F238E27FC236}">
                    <a16:creationId xmlns:a16="http://schemas.microsoft.com/office/drawing/2014/main" id="{8A57F274-20A6-4680-B7C0-AD8EA5A0BB6B}"/>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8">
                <a:extLst>
                  <a:ext uri="{FF2B5EF4-FFF2-40B4-BE49-F238E27FC236}">
                    <a16:creationId xmlns:a16="http://schemas.microsoft.com/office/drawing/2014/main" id="{0F14F482-588A-4EEB-8243-0F8DF0EBFCDB}"/>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9">
                <a:extLst>
                  <a:ext uri="{FF2B5EF4-FFF2-40B4-BE49-F238E27FC236}">
                    <a16:creationId xmlns:a16="http://schemas.microsoft.com/office/drawing/2014/main" id="{DBE68752-D099-4312-A230-0F3B7131BC49}"/>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30">
                <a:extLst>
                  <a:ext uri="{FF2B5EF4-FFF2-40B4-BE49-F238E27FC236}">
                    <a16:creationId xmlns:a16="http://schemas.microsoft.com/office/drawing/2014/main" id="{405BD9F5-ECE9-4C54-B627-8C58DFD73551}"/>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81BDD497-9AE8-4EFE-A518-EB1944C837FD}"/>
                </a:ext>
              </a:extLst>
            </p:cNvPr>
            <p:cNvGrpSpPr/>
            <p:nvPr/>
          </p:nvGrpSpPr>
          <p:grpSpPr>
            <a:xfrm>
              <a:off x="354110" y="5390187"/>
              <a:ext cx="11480604" cy="108822"/>
              <a:chOff x="354110" y="5396454"/>
              <a:chExt cx="11480604" cy="108822"/>
            </a:xfrm>
            <a:grpFill/>
          </p:grpSpPr>
          <p:sp>
            <p:nvSpPr>
              <p:cNvPr id="71" name="Rectangle 32">
                <a:extLst>
                  <a:ext uri="{FF2B5EF4-FFF2-40B4-BE49-F238E27FC236}">
                    <a16:creationId xmlns:a16="http://schemas.microsoft.com/office/drawing/2014/main" id="{46DE1FDE-4944-42F3-AB62-2DB5477E3F4E}"/>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33">
                <a:extLst>
                  <a:ext uri="{FF2B5EF4-FFF2-40B4-BE49-F238E27FC236}">
                    <a16:creationId xmlns:a16="http://schemas.microsoft.com/office/drawing/2014/main" id="{06FCE84A-9F7C-4DFE-8CA9-5982F096E6E7}"/>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34">
                <a:extLst>
                  <a:ext uri="{FF2B5EF4-FFF2-40B4-BE49-F238E27FC236}">
                    <a16:creationId xmlns:a16="http://schemas.microsoft.com/office/drawing/2014/main" id="{DD56D081-1AAA-49A3-ABDB-5C753E6ABED1}"/>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35">
                <a:extLst>
                  <a:ext uri="{FF2B5EF4-FFF2-40B4-BE49-F238E27FC236}">
                    <a16:creationId xmlns:a16="http://schemas.microsoft.com/office/drawing/2014/main" id="{BD4D92B3-9AE0-48B8-959E-07EA7AB29F39}"/>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36">
                <a:extLst>
                  <a:ext uri="{FF2B5EF4-FFF2-40B4-BE49-F238E27FC236}">
                    <a16:creationId xmlns:a16="http://schemas.microsoft.com/office/drawing/2014/main" id="{3DD3026A-6FE6-4FA7-90F4-6DE1E8898CA9}"/>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37">
                <a:extLst>
                  <a:ext uri="{FF2B5EF4-FFF2-40B4-BE49-F238E27FC236}">
                    <a16:creationId xmlns:a16="http://schemas.microsoft.com/office/drawing/2014/main" id="{AC970942-28D3-4460-85B7-BD20B0D76AC0}"/>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8">
                <a:extLst>
                  <a:ext uri="{FF2B5EF4-FFF2-40B4-BE49-F238E27FC236}">
                    <a16:creationId xmlns:a16="http://schemas.microsoft.com/office/drawing/2014/main" id="{03D96458-7899-4A24-B66B-461086FAA137}"/>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9">
                <a:extLst>
                  <a:ext uri="{FF2B5EF4-FFF2-40B4-BE49-F238E27FC236}">
                    <a16:creationId xmlns:a16="http://schemas.microsoft.com/office/drawing/2014/main" id="{C8A769BE-C8A3-44B6-A98B-9A0CA8C8C1B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40">
                <a:extLst>
                  <a:ext uri="{FF2B5EF4-FFF2-40B4-BE49-F238E27FC236}">
                    <a16:creationId xmlns:a16="http://schemas.microsoft.com/office/drawing/2014/main" id="{42866ABD-1FE3-40D1-8819-FC2FC19BC13E}"/>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41">
                <a:extLst>
                  <a:ext uri="{FF2B5EF4-FFF2-40B4-BE49-F238E27FC236}">
                    <a16:creationId xmlns:a16="http://schemas.microsoft.com/office/drawing/2014/main" id="{0DA7C80D-458F-4BCF-9DF9-4EA5C63B694E}"/>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42">
                <a:extLst>
                  <a:ext uri="{FF2B5EF4-FFF2-40B4-BE49-F238E27FC236}">
                    <a16:creationId xmlns:a16="http://schemas.microsoft.com/office/drawing/2014/main" id="{0BDDAC83-E0E2-46D1-BE39-29D715978A44}"/>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43">
                <a:extLst>
                  <a:ext uri="{FF2B5EF4-FFF2-40B4-BE49-F238E27FC236}">
                    <a16:creationId xmlns:a16="http://schemas.microsoft.com/office/drawing/2014/main" id="{778B5BE3-4E1C-4C31-8E26-1435B98AADE2}"/>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44">
                <a:extLst>
                  <a:ext uri="{FF2B5EF4-FFF2-40B4-BE49-F238E27FC236}">
                    <a16:creationId xmlns:a16="http://schemas.microsoft.com/office/drawing/2014/main" id="{12D1914C-8D7D-4C81-BF2A-CC415E7FEFEA}"/>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45">
                <a:extLst>
                  <a:ext uri="{FF2B5EF4-FFF2-40B4-BE49-F238E27FC236}">
                    <a16:creationId xmlns:a16="http://schemas.microsoft.com/office/drawing/2014/main" id="{3F7280B3-7FC7-46CC-B0AA-9279C8F01F29}"/>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6">
                <a:extLst>
                  <a:ext uri="{FF2B5EF4-FFF2-40B4-BE49-F238E27FC236}">
                    <a16:creationId xmlns:a16="http://schemas.microsoft.com/office/drawing/2014/main" id="{8518DB40-11B0-4C34-8085-E25C7CCE9078}"/>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7">
                <a:extLst>
                  <a:ext uri="{FF2B5EF4-FFF2-40B4-BE49-F238E27FC236}">
                    <a16:creationId xmlns:a16="http://schemas.microsoft.com/office/drawing/2014/main" id="{A0A4571B-8522-4F7C-A623-D22275A4BA72}"/>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8">
                <a:extLst>
                  <a:ext uri="{FF2B5EF4-FFF2-40B4-BE49-F238E27FC236}">
                    <a16:creationId xmlns:a16="http://schemas.microsoft.com/office/drawing/2014/main" id="{0058B0EA-93A6-4250-B9BB-2189D860E5A2}"/>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9">
                <a:extLst>
                  <a:ext uri="{FF2B5EF4-FFF2-40B4-BE49-F238E27FC236}">
                    <a16:creationId xmlns:a16="http://schemas.microsoft.com/office/drawing/2014/main" id="{AD35427D-2F04-45B3-A5EA-4C931023ECE8}"/>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50">
                <a:extLst>
                  <a:ext uri="{FF2B5EF4-FFF2-40B4-BE49-F238E27FC236}">
                    <a16:creationId xmlns:a16="http://schemas.microsoft.com/office/drawing/2014/main" id="{C9AE1296-0B65-425E-B952-6EA87FD817F0}"/>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51">
                <a:extLst>
                  <a:ext uri="{FF2B5EF4-FFF2-40B4-BE49-F238E27FC236}">
                    <a16:creationId xmlns:a16="http://schemas.microsoft.com/office/drawing/2014/main" id="{7A1EA1D6-A2F2-45C1-B37A-53504239CE56}"/>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52">
                <a:extLst>
                  <a:ext uri="{FF2B5EF4-FFF2-40B4-BE49-F238E27FC236}">
                    <a16:creationId xmlns:a16="http://schemas.microsoft.com/office/drawing/2014/main" id="{505AF1AD-40CE-4BC2-AC86-033E06E7B6F6}"/>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53">
                <a:extLst>
                  <a:ext uri="{FF2B5EF4-FFF2-40B4-BE49-F238E27FC236}">
                    <a16:creationId xmlns:a16="http://schemas.microsoft.com/office/drawing/2014/main" id="{4E83FA98-5620-4FBC-83BE-A15F94C83D59}"/>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54">
                <a:extLst>
                  <a:ext uri="{FF2B5EF4-FFF2-40B4-BE49-F238E27FC236}">
                    <a16:creationId xmlns:a16="http://schemas.microsoft.com/office/drawing/2014/main" id="{994A88E7-EC98-4704-B017-A2BEA7AB44CD}"/>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55">
                <a:extLst>
                  <a:ext uri="{FF2B5EF4-FFF2-40B4-BE49-F238E27FC236}">
                    <a16:creationId xmlns:a16="http://schemas.microsoft.com/office/drawing/2014/main" id="{44F8541E-6BEB-4522-8934-CDC85C95B804}"/>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6">
                <a:extLst>
                  <a:ext uri="{FF2B5EF4-FFF2-40B4-BE49-F238E27FC236}">
                    <a16:creationId xmlns:a16="http://schemas.microsoft.com/office/drawing/2014/main" id="{41BE143F-1045-43B6-9112-9CA42EAB94D5}"/>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7">
                <a:extLst>
                  <a:ext uri="{FF2B5EF4-FFF2-40B4-BE49-F238E27FC236}">
                    <a16:creationId xmlns:a16="http://schemas.microsoft.com/office/drawing/2014/main" id="{15B3273B-882C-4741-AFCB-88C00782C05E}"/>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42D156E4-2FEE-41D1-B234-92FA676F4D8E}"/>
                </a:ext>
              </a:extLst>
            </p:cNvPr>
            <p:cNvGrpSpPr/>
            <p:nvPr/>
          </p:nvGrpSpPr>
          <p:grpSpPr>
            <a:xfrm>
              <a:off x="354110" y="5895731"/>
              <a:ext cx="11480604" cy="109990"/>
              <a:chOff x="354110" y="5903678"/>
              <a:chExt cx="11480604" cy="109990"/>
            </a:xfrm>
            <a:grpFill/>
          </p:grpSpPr>
          <p:sp>
            <p:nvSpPr>
              <p:cNvPr id="45" name="Rectangle 59">
                <a:extLst>
                  <a:ext uri="{FF2B5EF4-FFF2-40B4-BE49-F238E27FC236}">
                    <a16:creationId xmlns:a16="http://schemas.microsoft.com/office/drawing/2014/main" id="{1282A854-928F-4C4C-AF50-E805B6E24D60}"/>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60">
                <a:extLst>
                  <a:ext uri="{FF2B5EF4-FFF2-40B4-BE49-F238E27FC236}">
                    <a16:creationId xmlns:a16="http://schemas.microsoft.com/office/drawing/2014/main" id="{BF09B981-640A-4B56-97EF-77A7674F2AB4}"/>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61">
                <a:extLst>
                  <a:ext uri="{FF2B5EF4-FFF2-40B4-BE49-F238E27FC236}">
                    <a16:creationId xmlns:a16="http://schemas.microsoft.com/office/drawing/2014/main" id="{0E3D84C4-7127-44E3-9D80-DD4C9DF86B9B}"/>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62">
                <a:extLst>
                  <a:ext uri="{FF2B5EF4-FFF2-40B4-BE49-F238E27FC236}">
                    <a16:creationId xmlns:a16="http://schemas.microsoft.com/office/drawing/2014/main" id="{3C0ED1F5-7157-4C03-AF23-63AA54E2020F}"/>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63">
                <a:extLst>
                  <a:ext uri="{FF2B5EF4-FFF2-40B4-BE49-F238E27FC236}">
                    <a16:creationId xmlns:a16="http://schemas.microsoft.com/office/drawing/2014/main" id="{DA4CC94A-11EC-484D-93A8-A6BA55C942E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64">
                <a:extLst>
                  <a:ext uri="{FF2B5EF4-FFF2-40B4-BE49-F238E27FC236}">
                    <a16:creationId xmlns:a16="http://schemas.microsoft.com/office/drawing/2014/main" id="{F3F8546E-5077-4146-94A8-9C4CC244E519}"/>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 name="Rectangle 65">
                <a:extLst>
                  <a:ext uri="{FF2B5EF4-FFF2-40B4-BE49-F238E27FC236}">
                    <a16:creationId xmlns:a16="http://schemas.microsoft.com/office/drawing/2014/main" id="{931F67C4-9C1D-4588-A8E6-3E99D64C700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6">
                <a:extLst>
                  <a:ext uri="{FF2B5EF4-FFF2-40B4-BE49-F238E27FC236}">
                    <a16:creationId xmlns:a16="http://schemas.microsoft.com/office/drawing/2014/main" id="{EB21CB79-3CB2-4077-A9B9-C45985197177}"/>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7">
                <a:extLst>
                  <a:ext uri="{FF2B5EF4-FFF2-40B4-BE49-F238E27FC236}">
                    <a16:creationId xmlns:a16="http://schemas.microsoft.com/office/drawing/2014/main" id="{DD611496-16E5-4416-B1A2-02348ABD39A2}"/>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8">
                <a:extLst>
                  <a:ext uri="{FF2B5EF4-FFF2-40B4-BE49-F238E27FC236}">
                    <a16:creationId xmlns:a16="http://schemas.microsoft.com/office/drawing/2014/main" id="{EF4511E4-6AE1-4AD2-9E94-8DFEBF58B10C}"/>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9">
                <a:extLst>
                  <a:ext uri="{FF2B5EF4-FFF2-40B4-BE49-F238E27FC236}">
                    <a16:creationId xmlns:a16="http://schemas.microsoft.com/office/drawing/2014/main" id="{5A9F5148-2BFE-49A2-882C-9C270DAC2D30}"/>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70">
                <a:extLst>
                  <a:ext uri="{FF2B5EF4-FFF2-40B4-BE49-F238E27FC236}">
                    <a16:creationId xmlns:a16="http://schemas.microsoft.com/office/drawing/2014/main" id="{17978533-954B-41FA-ACA1-BB2EAC45FE1D}"/>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71">
                <a:extLst>
                  <a:ext uri="{FF2B5EF4-FFF2-40B4-BE49-F238E27FC236}">
                    <a16:creationId xmlns:a16="http://schemas.microsoft.com/office/drawing/2014/main" id="{9926B974-3B58-43BE-A627-034A472C617C}"/>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72">
                <a:extLst>
                  <a:ext uri="{FF2B5EF4-FFF2-40B4-BE49-F238E27FC236}">
                    <a16:creationId xmlns:a16="http://schemas.microsoft.com/office/drawing/2014/main" id="{E88CA7B8-FC95-4FE1-9B97-D5EF9F942413}"/>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73">
                <a:extLst>
                  <a:ext uri="{FF2B5EF4-FFF2-40B4-BE49-F238E27FC236}">
                    <a16:creationId xmlns:a16="http://schemas.microsoft.com/office/drawing/2014/main" id="{A92934FD-C410-4C84-A5E1-081E7B422AA1}"/>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74">
                <a:extLst>
                  <a:ext uri="{FF2B5EF4-FFF2-40B4-BE49-F238E27FC236}">
                    <a16:creationId xmlns:a16="http://schemas.microsoft.com/office/drawing/2014/main" id="{2DA33973-6FE4-4D86-BBFB-90D4909293C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75">
                <a:extLst>
                  <a:ext uri="{FF2B5EF4-FFF2-40B4-BE49-F238E27FC236}">
                    <a16:creationId xmlns:a16="http://schemas.microsoft.com/office/drawing/2014/main" id="{94818BD6-2B6E-47BE-B503-E9E8E6375D92}"/>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6">
                <a:extLst>
                  <a:ext uri="{FF2B5EF4-FFF2-40B4-BE49-F238E27FC236}">
                    <a16:creationId xmlns:a16="http://schemas.microsoft.com/office/drawing/2014/main" id="{F051DFF7-292C-4CA6-B811-8790171A25A6}"/>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7">
                <a:extLst>
                  <a:ext uri="{FF2B5EF4-FFF2-40B4-BE49-F238E27FC236}">
                    <a16:creationId xmlns:a16="http://schemas.microsoft.com/office/drawing/2014/main" id="{728FA892-539E-4633-A6ED-61FF464A5030}"/>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8">
                <a:extLst>
                  <a:ext uri="{FF2B5EF4-FFF2-40B4-BE49-F238E27FC236}">
                    <a16:creationId xmlns:a16="http://schemas.microsoft.com/office/drawing/2014/main" id="{FE6AF4DA-E293-4A89-BE4C-DD3E6BDBE217}"/>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9">
                <a:extLst>
                  <a:ext uri="{FF2B5EF4-FFF2-40B4-BE49-F238E27FC236}">
                    <a16:creationId xmlns:a16="http://schemas.microsoft.com/office/drawing/2014/main" id="{11BA7696-6E60-4A76-8A02-38F11535F1F3}"/>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80">
                <a:extLst>
                  <a:ext uri="{FF2B5EF4-FFF2-40B4-BE49-F238E27FC236}">
                    <a16:creationId xmlns:a16="http://schemas.microsoft.com/office/drawing/2014/main" id="{EBA43DA8-F00F-4803-9505-8D973D07BA4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81">
                <a:extLst>
                  <a:ext uri="{FF2B5EF4-FFF2-40B4-BE49-F238E27FC236}">
                    <a16:creationId xmlns:a16="http://schemas.microsoft.com/office/drawing/2014/main" id="{5996994C-303B-47AD-B7A1-EB4C4801F26D}"/>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82">
                <a:extLst>
                  <a:ext uri="{FF2B5EF4-FFF2-40B4-BE49-F238E27FC236}">
                    <a16:creationId xmlns:a16="http://schemas.microsoft.com/office/drawing/2014/main" id="{AC9DA622-9D85-4CCD-AC5B-C16EC91FDA83}"/>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83">
                <a:extLst>
                  <a:ext uri="{FF2B5EF4-FFF2-40B4-BE49-F238E27FC236}">
                    <a16:creationId xmlns:a16="http://schemas.microsoft.com/office/drawing/2014/main" id="{74795EEC-C77C-457E-8ED2-A2565D98D6B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84">
                <a:extLst>
                  <a:ext uri="{FF2B5EF4-FFF2-40B4-BE49-F238E27FC236}">
                    <a16:creationId xmlns:a16="http://schemas.microsoft.com/office/drawing/2014/main" id="{E7A6C9D7-E009-43E7-83C2-4012ED6CC081}"/>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56EC6267-892C-414C-9F90-78AE254ABFE9}"/>
                </a:ext>
              </a:extLst>
            </p:cNvPr>
            <p:cNvGrpSpPr/>
            <p:nvPr/>
          </p:nvGrpSpPr>
          <p:grpSpPr>
            <a:xfrm>
              <a:off x="354110" y="6402442"/>
              <a:ext cx="11480604" cy="109990"/>
              <a:chOff x="354110" y="5903678"/>
              <a:chExt cx="11480604" cy="109990"/>
            </a:xfrm>
            <a:grpFill/>
          </p:grpSpPr>
          <p:sp>
            <p:nvSpPr>
              <p:cNvPr id="19" name="Rectangle 59">
                <a:extLst>
                  <a:ext uri="{FF2B5EF4-FFF2-40B4-BE49-F238E27FC236}">
                    <a16:creationId xmlns:a16="http://schemas.microsoft.com/office/drawing/2014/main" id="{3E75128E-3C74-4C95-89B7-CB30EBD0DA91}"/>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 name="Rectangle 60">
                <a:extLst>
                  <a:ext uri="{FF2B5EF4-FFF2-40B4-BE49-F238E27FC236}">
                    <a16:creationId xmlns:a16="http://schemas.microsoft.com/office/drawing/2014/main" id="{5123F894-661A-41E9-A3C4-D65153785919}"/>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 name="Rectangle 61">
                <a:extLst>
                  <a:ext uri="{FF2B5EF4-FFF2-40B4-BE49-F238E27FC236}">
                    <a16:creationId xmlns:a16="http://schemas.microsoft.com/office/drawing/2014/main" id="{6DE83EB5-D56C-4E03-AFAA-ABFCDBF5269C}"/>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 name="Rectangle 62">
                <a:extLst>
                  <a:ext uri="{FF2B5EF4-FFF2-40B4-BE49-F238E27FC236}">
                    <a16:creationId xmlns:a16="http://schemas.microsoft.com/office/drawing/2014/main" id="{A7150839-4B6F-48D6-8DC1-234F92C99691}"/>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 name="Rectangle 63">
                <a:extLst>
                  <a:ext uri="{FF2B5EF4-FFF2-40B4-BE49-F238E27FC236}">
                    <a16:creationId xmlns:a16="http://schemas.microsoft.com/office/drawing/2014/main" id="{F57DE175-BDB3-46EA-A233-0D1C4BC629CE}"/>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 name="Rectangle 64">
                <a:extLst>
                  <a:ext uri="{FF2B5EF4-FFF2-40B4-BE49-F238E27FC236}">
                    <a16:creationId xmlns:a16="http://schemas.microsoft.com/office/drawing/2014/main" id="{E0DC63F5-28E3-423C-884B-60E11C90CCF8}"/>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 name="Rectangle 65">
                <a:extLst>
                  <a:ext uri="{FF2B5EF4-FFF2-40B4-BE49-F238E27FC236}">
                    <a16:creationId xmlns:a16="http://schemas.microsoft.com/office/drawing/2014/main" id="{1B8EDB48-7E1A-4E8D-8DD6-E2E9045E5CC7}"/>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6">
                <a:extLst>
                  <a:ext uri="{FF2B5EF4-FFF2-40B4-BE49-F238E27FC236}">
                    <a16:creationId xmlns:a16="http://schemas.microsoft.com/office/drawing/2014/main" id="{7B2F1A3E-E3C9-4E74-A8BB-5D7489CCC81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7">
                <a:extLst>
                  <a:ext uri="{FF2B5EF4-FFF2-40B4-BE49-F238E27FC236}">
                    <a16:creationId xmlns:a16="http://schemas.microsoft.com/office/drawing/2014/main" id="{986E435A-5565-453A-9521-30F8988F19B7}"/>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8">
                <a:extLst>
                  <a:ext uri="{FF2B5EF4-FFF2-40B4-BE49-F238E27FC236}">
                    <a16:creationId xmlns:a16="http://schemas.microsoft.com/office/drawing/2014/main" id="{1B037B73-2947-4134-8DBF-86815CE18D01}"/>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9">
                <a:extLst>
                  <a:ext uri="{FF2B5EF4-FFF2-40B4-BE49-F238E27FC236}">
                    <a16:creationId xmlns:a16="http://schemas.microsoft.com/office/drawing/2014/main" id="{59E3FCFD-4BC9-4154-9F9A-FEDADE6AF85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70">
                <a:extLst>
                  <a:ext uri="{FF2B5EF4-FFF2-40B4-BE49-F238E27FC236}">
                    <a16:creationId xmlns:a16="http://schemas.microsoft.com/office/drawing/2014/main" id="{75B4E090-E69E-4E1B-9D47-2E7610643E70}"/>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71">
                <a:extLst>
                  <a:ext uri="{FF2B5EF4-FFF2-40B4-BE49-F238E27FC236}">
                    <a16:creationId xmlns:a16="http://schemas.microsoft.com/office/drawing/2014/main" id="{3E8EF4EA-870F-4671-9D93-BBDD11E3A6D3}"/>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72">
                <a:extLst>
                  <a:ext uri="{FF2B5EF4-FFF2-40B4-BE49-F238E27FC236}">
                    <a16:creationId xmlns:a16="http://schemas.microsoft.com/office/drawing/2014/main" id="{381F046F-5BF7-4214-B4FB-EEBE29F7CA15}"/>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73">
                <a:extLst>
                  <a:ext uri="{FF2B5EF4-FFF2-40B4-BE49-F238E27FC236}">
                    <a16:creationId xmlns:a16="http://schemas.microsoft.com/office/drawing/2014/main" id="{836148AC-AF61-43A3-A1B1-BB54CE216AEA}"/>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74">
                <a:extLst>
                  <a:ext uri="{FF2B5EF4-FFF2-40B4-BE49-F238E27FC236}">
                    <a16:creationId xmlns:a16="http://schemas.microsoft.com/office/drawing/2014/main" id="{B1DE9085-D5E0-4B83-BB80-E434D7DDD15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75">
                <a:extLst>
                  <a:ext uri="{FF2B5EF4-FFF2-40B4-BE49-F238E27FC236}">
                    <a16:creationId xmlns:a16="http://schemas.microsoft.com/office/drawing/2014/main" id="{317373CF-A0A3-4A1C-88A0-683C2A8DF16F}"/>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6">
                <a:extLst>
                  <a:ext uri="{FF2B5EF4-FFF2-40B4-BE49-F238E27FC236}">
                    <a16:creationId xmlns:a16="http://schemas.microsoft.com/office/drawing/2014/main" id="{4347A2CA-AF14-4C9E-BBAB-D90DBAA96501}"/>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7">
                <a:extLst>
                  <a:ext uri="{FF2B5EF4-FFF2-40B4-BE49-F238E27FC236}">
                    <a16:creationId xmlns:a16="http://schemas.microsoft.com/office/drawing/2014/main" id="{B9A6E2C3-57A3-42A9-A83E-18CDCD7C69CF}"/>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8">
                <a:extLst>
                  <a:ext uri="{FF2B5EF4-FFF2-40B4-BE49-F238E27FC236}">
                    <a16:creationId xmlns:a16="http://schemas.microsoft.com/office/drawing/2014/main" id="{66345FAF-D8B3-4589-B236-9592A4B2E67D}"/>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9">
                <a:extLst>
                  <a:ext uri="{FF2B5EF4-FFF2-40B4-BE49-F238E27FC236}">
                    <a16:creationId xmlns:a16="http://schemas.microsoft.com/office/drawing/2014/main" id="{B6D66C40-7B12-4FAE-BA0D-F11071E94A85}"/>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80">
                <a:extLst>
                  <a:ext uri="{FF2B5EF4-FFF2-40B4-BE49-F238E27FC236}">
                    <a16:creationId xmlns:a16="http://schemas.microsoft.com/office/drawing/2014/main" id="{88E16CD4-DE64-472C-92F2-04F69839E843}"/>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81">
                <a:extLst>
                  <a:ext uri="{FF2B5EF4-FFF2-40B4-BE49-F238E27FC236}">
                    <a16:creationId xmlns:a16="http://schemas.microsoft.com/office/drawing/2014/main" id="{D595AF87-0CEC-4595-A702-E82EE7CBEF90}"/>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82">
                <a:extLst>
                  <a:ext uri="{FF2B5EF4-FFF2-40B4-BE49-F238E27FC236}">
                    <a16:creationId xmlns:a16="http://schemas.microsoft.com/office/drawing/2014/main" id="{61ED73B8-7315-4650-922A-B9670ED5FF3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83">
                <a:extLst>
                  <a:ext uri="{FF2B5EF4-FFF2-40B4-BE49-F238E27FC236}">
                    <a16:creationId xmlns:a16="http://schemas.microsoft.com/office/drawing/2014/main" id="{78E5D2BE-A2AA-4686-881A-1AAC20E7698E}"/>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84">
                <a:extLst>
                  <a:ext uri="{FF2B5EF4-FFF2-40B4-BE49-F238E27FC236}">
                    <a16:creationId xmlns:a16="http://schemas.microsoft.com/office/drawing/2014/main" id="{6983C63B-88C2-4A51-9595-E3C3B3B91183}"/>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357" name="Title 1">
            <a:extLst>
              <a:ext uri="{FF2B5EF4-FFF2-40B4-BE49-F238E27FC236}">
                <a16:creationId xmlns:a16="http://schemas.microsoft.com/office/drawing/2014/main" id="{854A438C-BC9A-4A4F-ABD3-80A84279ECBF}"/>
              </a:ext>
            </a:extLst>
          </p:cNvPr>
          <p:cNvSpPr>
            <a:spLocks noGrp="1"/>
          </p:cNvSpPr>
          <p:nvPr>
            <p:ph type="title"/>
          </p:nvPr>
        </p:nvSpPr>
        <p:spPr>
          <a:xfrm>
            <a:off x="189756" y="73844"/>
            <a:ext cx="10969943" cy="711081"/>
          </a:xfrm>
        </p:spPr>
        <p:txBody>
          <a:bodyPr>
            <a:noAutofit/>
          </a:bodyPr>
          <a:lstStyle>
            <a:lvl1pPr algn="l">
              <a:defRPr sz="3600">
                <a:solidFill>
                  <a:schemeClr val="bg1"/>
                </a:solidFill>
                <a:latin typeface="Cooper Black" panose="0208090404030B020404" pitchFamily="18" charset="0"/>
              </a:defRPr>
            </a:lvl1pPr>
          </a:lstStyle>
          <a:p>
            <a:r>
              <a:rPr lang="en-US" dirty="0"/>
              <a:t>Click to edit Master title style</a:t>
            </a:r>
          </a:p>
        </p:txBody>
      </p:sp>
    </p:spTree>
    <p:extLst>
      <p:ext uri="{BB962C8B-B14F-4D97-AF65-F5344CB8AC3E}">
        <p14:creationId xmlns:p14="http://schemas.microsoft.com/office/powerpoint/2010/main" val="245349110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About Us">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6/9/2026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sp>
        <p:nvSpPr>
          <p:cNvPr id="10" name="Picture Placeholder 9">
            <a:extLst>
              <a:ext uri="{FF2B5EF4-FFF2-40B4-BE49-F238E27FC236}">
                <a16:creationId xmlns:a16="http://schemas.microsoft.com/office/drawing/2014/main" id="{08ACDF83-3992-49FB-93C3-FD7BBB55C915}"/>
              </a:ext>
            </a:extLst>
          </p:cNvPr>
          <p:cNvSpPr>
            <a:spLocks noGrp="1"/>
          </p:cNvSpPr>
          <p:nvPr>
            <p:ph type="pic" sz="quarter" idx="13"/>
          </p:nvPr>
        </p:nvSpPr>
        <p:spPr>
          <a:xfrm>
            <a:off x="4575931" y="607234"/>
            <a:ext cx="6932127" cy="4386230"/>
          </a:xfrm>
          <a:custGeom>
            <a:avLst/>
            <a:gdLst>
              <a:gd name="connsiteX0" fmla="*/ 387523 w 6932127"/>
              <a:gd name="connsiteY0" fmla="*/ 0 h 4386230"/>
              <a:gd name="connsiteX1" fmla="*/ 6544604 w 6932127"/>
              <a:gd name="connsiteY1" fmla="*/ 0 h 4386230"/>
              <a:gd name="connsiteX2" fmla="*/ 6932127 w 6932127"/>
              <a:gd name="connsiteY2" fmla="*/ 387523 h 4386230"/>
              <a:gd name="connsiteX3" fmla="*/ 6932127 w 6932127"/>
              <a:gd name="connsiteY3" fmla="*/ 3998707 h 4386230"/>
              <a:gd name="connsiteX4" fmla="*/ 6544604 w 6932127"/>
              <a:gd name="connsiteY4" fmla="*/ 4386230 h 4386230"/>
              <a:gd name="connsiteX5" fmla="*/ 387523 w 6932127"/>
              <a:gd name="connsiteY5" fmla="*/ 4386230 h 4386230"/>
              <a:gd name="connsiteX6" fmla="*/ 0 w 6932127"/>
              <a:gd name="connsiteY6" fmla="*/ 3998707 h 4386230"/>
              <a:gd name="connsiteX7" fmla="*/ 0 w 6932127"/>
              <a:gd name="connsiteY7" fmla="*/ 387523 h 4386230"/>
              <a:gd name="connsiteX8" fmla="*/ 387523 w 6932127"/>
              <a:gd name="connsiteY8" fmla="*/ 0 h 43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32127" h="4386230">
                <a:moveTo>
                  <a:pt x="387523" y="0"/>
                </a:moveTo>
                <a:lnTo>
                  <a:pt x="6544604" y="0"/>
                </a:lnTo>
                <a:cubicBezTo>
                  <a:pt x="6758627" y="0"/>
                  <a:pt x="6932127" y="173500"/>
                  <a:pt x="6932127" y="387523"/>
                </a:cubicBezTo>
                <a:lnTo>
                  <a:pt x="6932127" y="3998707"/>
                </a:lnTo>
                <a:cubicBezTo>
                  <a:pt x="6932127" y="4212730"/>
                  <a:pt x="6758627" y="4386230"/>
                  <a:pt x="6544604" y="4386230"/>
                </a:cubicBezTo>
                <a:lnTo>
                  <a:pt x="387523" y="4386230"/>
                </a:lnTo>
                <a:cubicBezTo>
                  <a:pt x="173500" y="4386230"/>
                  <a:pt x="0" y="4212730"/>
                  <a:pt x="0" y="3998707"/>
                </a:cubicBezTo>
                <a:lnTo>
                  <a:pt x="0" y="387523"/>
                </a:lnTo>
                <a:cubicBezTo>
                  <a:pt x="0" y="173500"/>
                  <a:pt x="173500" y="0"/>
                  <a:pt x="387523" y="0"/>
                </a:cubicBezTo>
                <a:close/>
              </a:path>
            </a:pathLst>
          </a:custGeom>
          <a:solidFill>
            <a:schemeClr val="accent3"/>
          </a:solidFill>
          <a:effectLst>
            <a:outerShdw blurRad="635000" dist="825500" dir="9600000" algn="tr" rotWithShape="0">
              <a:prstClr val="black">
                <a:alpha val="20000"/>
              </a:prstClr>
            </a:outerShdw>
          </a:effectLst>
        </p:spPr>
        <p:txBody>
          <a:bodyPr wrap="square" anchor="ctr">
            <a:noAutofit/>
          </a:bodyPr>
          <a:lstStyle>
            <a:lvl1pPr marL="0" indent="0" algn="ctr">
              <a:buFontTx/>
              <a:buNone/>
              <a:defRPr>
                <a:solidFill>
                  <a:schemeClr val="bg1"/>
                </a:solidFill>
                <a:latin typeface="+mn-lt"/>
              </a:defRPr>
            </a:lvl1pPr>
          </a:lstStyle>
          <a:p>
            <a:endParaRPr lang="en-IN" dirty="0"/>
          </a:p>
        </p:txBody>
      </p:sp>
    </p:spTree>
    <p:extLst>
      <p:ext uri="{BB962C8B-B14F-4D97-AF65-F5344CB8AC3E}">
        <p14:creationId xmlns:p14="http://schemas.microsoft.com/office/powerpoint/2010/main" val="278282569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6/9/2026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
        <p:nvSpPr>
          <p:cNvPr id="364" name="Picture Placeholder 2">
            <a:extLst>
              <a:ext uri="{FF2B5EF4-FFF2-40B4-BE49-F238E27FC236}">
                <a16:creationId xmlns:a16="http://schemas.microsoft.com/office/drawing/2014/main" id="{251EF59E-16AF-4781-8288-EC19B9762CAE}"/>
              </a:ext>
            </a:extLst>
          </p:cNvPr>
          <p:cNvSpPr>
            <a:spLocks noGrp="1"/>
          </p:cNvSpPr>
          <p:nvPr>
            <p:ph type="pic" sz="quarter" idx="14"/>
          </p:nvPr>
        </p:nvSpPr>
        <p:spPr>
          <a:xfrm>
            <a:off x="-20540" y="-11151"/>
            <a:ext cx="6784876" cy="5685522"/>
          </a:xfrm>
          <a:custGeom>
            <a:avLst/>
            <a:gdLst>
              <a:gd name="connsiteX0" fmla="*/ 0 w 7654699"/>
              <a:gd name="connsiteY0" fmla="*/ 0 h 5678805"/>
              <a:gd name="connsiteX1" fmla="*/ 7654699 w 7654699"/>
              <a:gd name="connsiteY1" fmla="*/ 0 h 5678805"/>
              <a:gd name="connsiteX2" fmla="*/ 7654699 w 7654699"/>
              <a:gd name="connsiteY2" fmla="*/ 0 h 5678805"/>
              <a:gd name="connsiteX3" fmla="*/ 7654699 w 7654699"/>
              <a:gd name="connsiteY3" fmla="*/ 4808982 h 5678805"/>
              <a:gd name="connsiteX4" fmla="*/ 6784876 w 7654699"/>
              <a:gd name="connsiteY4" fmla="*/ 5678805 h 5678805"/>
              <a:gd name="connsiteX5" fmla="*/ 869823 w 7654699"/>
              <a:gd name="connsiteY5" fmla="*/ 5678805 h 5678805"/>
              <a:gd name="connsiteX6" fmla="*/ 0 w 7654699"/>
              <a:gd name="connsiteY6" fmla="*/ 4808982 h 5678805"/>
              <a:gd name="connsiteX7" fmla="*/ 0 w 7654699"/>
              <a:gd name="connsiteY7" fmla="*/ 0 h 5678805"/>
              <a:gd name="connsiteX8" fmla="*/ 0 w 7654699"/>
              <a:gd name="connsiteY8" fmla="*/ 0 h 5678805"/>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9" fmla="*/ 0 w 7654699"/>
              <a:gd name="connsiteY9" fmla="*/ 6717 h 5685522"/>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0" fmla="*/ 0 w 7654699"/>
              <a:gd name="connsiteY0" fmla="*/ 4815699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0" fmla="*/ 776254 w 7561130"/>
              <a:gd name="connsiteY0" fmla="*/ 5685522 h 5685522"/>
              <a:gd name="connsiteX1" fmla="*/ 807946 w 7561130"/>
              <a:gd name="connsiteY1" fmla="*/ 0 h 5685522"/>
              <a:gd name="connsiteX2" fmla="*/ 7561130 w 7561130"/>
              <a:gd name="connsiteY2" fmla="*/ 6717 h 5685522"/>
              <a:gd name="connsiteX3" fmla="*/ 7561130 w 7561130"/>
              <a:gd name="connsiteY3" fmla="*/ 6717 h 5685522"/>
              <a:gd name="connsiteX4" fmla="*/ 7561130 w 7561130"/>
              <a:gd name="connsiteY4" fmla="*/ 4815699 h 5685522"/>
              <a:gd name="connsiteX5" fmla="*/ 6691307 w 7561130"/>
              <a:gd name="connsiteY5" fmla="*/ 5685522 h 5685522"/>
              <a:gd name="connsiteX6" fmla="*/ 776254 w 7561130"/>
              <a:gd name="connsiteY6" fmla="*/ 5685522 h 5685522"/>
              <a:gd name="connsiteX0" fmla="*/ 0 w 6784876"/>
              <a:gd name="connsiteY0" fmla="*/ 5685522 h 5685522"/>
              <a:gd name="connsiteX1" fmla="*/ 31692 w 6784876"/>
              <a:gd name="connsiteY1" fmla="*/ 0 h 5685522"/>
              <a:gd name="connsiteX2" fmla="*/ 6784876 w 6784876"/>
              <a:gd name="connsiteY2" fmla="*/ 6717 h 5685522"/>
              <a:gd name="connsiteX3" fmla="*/ 6784876 w 6784876"/>
              <a:gd name="connsiteY3" fmla="*/ 6717 h 5685522"/>
              <a:gd name="connsiteX4" fmla="*/ 6784876 w 6784876"/>
              <a:gd name="connsiteY4" fmla="*/ 4815699 h 5685522"/>
              <a:gd name="connsiteX5" fmla="*/ 5915053 w 6784876"/>
              <a:gd name="connsiteY5" fmla="*/ 5685522 h 5685522"/>
              <a:gd name="connsiteX6" fmla="*/ 0 w 6784876"/>
              <a:gd name="connsiteY6" fmla="*/ 5685522 h 5685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84876" h="5685522">
                <a:moveTo>
                  <a:pt x="0" y="5685522"/>
                </a:moveTo>
                <a:lnTo>
                  <a:pt x="31692" y="0"/>
                </a:lnTo>
                <a:lnTo>
                  <a:pt x="6784876" y="6717"/>
                </a:lnTo>
                <a:lnTo>
                  <a:pt x="6784876" y="6717"/>
                </a:lnTo>
                <a:lnTo>
                  <a:pt x="6784876" y="4815699"/>
                </a:lnTo>
                <a:cubicBezTo>
                  <a:pt x="6784876" y="5296089"/>
                  <a:pt x="6395443" y="5685522"/>
                  <a:pt x="5915053" y="5685522"/>
                </a:cubicBezTo>
                <a:lnTo>
                  <a:pt x="0" y="5685522"/>
                </a:lnTo>
                <a:close/>
              </a:path>
            </a:pathLst>
          </a:custGeom>
          <a:solidFill>
            <a:schemeClr val="accent3"/>
          </a:solidFill>
          <a:effectLst>
            <a:outerShdw blurRad="635000" dist="825500" dir="21540000" algn="l" rotWithShape="0">
              <a:prstClr val="black">
                <a:alpha val="20000"/>
              </a:prstClr>
            </a:outerShdw>
          </a:effectLst>
        </p:spPr>
        <p:txBody>
          <a:bodyPr anchor="ctr">
            <a:normAutofit/>
          </a:bodyPr>
          <a:lstStyle>
            <a:lvl1pPr marL="0" indent="0" algn="ctr">
              <a:buFontTx/>
              <a:buNone/>
              <a:defRPr sz="3200">
                <a:solidFill>
                  <a:schemeClr val="bg1"/>
                </a:solidFill>
              </a:defRPr>
            </a:lvl1pPr>
          </a:lstStyle>
          <a:p>
            <a:endParaRPr lang="en-IN"/>
          </a:p>
        </p:txBody>
      </p:sp>
    </p:spTree>
    <p:extLst>
      <p:ext uri="{BB962C8B-B14F-4D97-AF65-F5344CB8AC3E}">
        <p14:creationId xmlns:p14="http://schemas.microsoft.com/office/powerpoint/2010/main" val="324134753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Our Team">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6/9/2026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a:p>
            <a:endParaRPr lang="en-US" dirty="0"/>
          </a:p>
        </p:txBody>
      </p:sp>
      <p:sp>
        <p:nvSpPr>
          <p:cNvPr id="363" name="Picture Placeholder 13">
            <a:extLst>
              <a:ext uri="{FF2B5EF4-FFF2-40B4-BE49-F238E27FC236}">
                <a16:creationId xmlns:a16="http://schemas.microsoft.com/office/drawing/2014/main" id="{AF7BEAA2-6D2C-4224-A195-391044C69E59}"/>
              </a:ext>
            </a:extLst>
          </p:cNvPr>
          <p:cNvSpPr>
            <a:spLocks noGrp="1"/>
          </p:cNvSpPr>
          <p:nvPr>
            <p:ph type="pic" sz="quarter" idx="13"/>
          </p:nvPr>
        </p:nvSpPr>
        <p:spPr>
          <a:xfrm>
            <a:off x="3286125" y="2297680"/>
            <a:ext cx="1728788" cy="1728787"/>
          </a:xfrm>
          <a:prstGeom prst="ellipse">
            <a:avLst/>
          </a:prstGeom>
          <a:solidFill>
            <a:schemeClr val="bg1">
              <a:lumMod val="95000"/>
            </a:schemeClr>
          </a:solidFill>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5" name="Picture Placeholder 13">
            <a:extLst>
              <a:ext uri="{FF2B5EF4-FFF2-40B4-BE49-F238E27FC236}">
                <a16:creationId xmlns:a16="http://schemas.microsoft.com/office/drawing/2014/main" id="{23BFF80F-B426-466E-B0BF-CF7C190E492D}"/>
              </a:ext>
            </a:extLst>
          </p:cNvPr>
          <p:cNvSpPr>
            <a:spLocks noGrp="1"/>
          </p:cNvSpPr>
          <p:nvPr>
            <p:ph type="pic" sz="quarter" idx="14"/>
          </p:nvPr>
        </p:nvSpPr>
        <p:spPr>
          <a:xfrm>
            <a:off x="6312310" y="1412776"/>
            <a:ext cx="1681778" cy="1681777"/>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6" name="Picture Placeholder 13">
            <a:extLst>
              <a:ext uri="{FF2B5EF4-FFF2-40B4-BE49-F238E27FC236}">
                <a16:creationId xmlns:a16="http://schemas.microsoft.com/office/drawing/2014/main" id="{41BD29D0-2556-4715-91D8-E02770D6F826}"/>
              </a:ext>
            </a:extLst>
          </p:cNvPr>
          <p:cNvSpPr>
            <a:spLocks noGrp="1"/>
          </p:cNvSpPr>
          <p:nvPr>
            <p:ph type="pic" sz="quarter" idx="15"/>
          </p:nvPr>
        </p:nvSpPr>
        <p:spPr>
          <a:xfrm>
            <a:off x="7622663" y="3342563"/>
            <a:ext cx="1302826" cy="1302824"/>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7" name="Picture Placeholder 13">
            <a:extLst>
              <a:ext uri="{FF2B5EF4-FFF2-40B4-BE49-F238E27FC236}">
                <a16:creationId xmlns:a16="http://schemas.microsoft.com/office/drawing/2014/main" id="{4B3928D8-3106-4129-84DA-31AD6A29256F}"/>
              </a:ext>
            </a:extLst>
          </p:cNvPr>
          <p:cNvSpPr>
            <a:spLocks noGrp="1"/>
          </p:cNvSpPr>
          <p:nvPr>
            <p:ph type="pic" sz="quarter" idx="16"/>
          </p:nvPr>
        </p:nvSpPr>
        <p:spPr>
          <a:xfrm>
            <a:off x="5103405" y="3537009"/>
            <a:ext cx="2012950" cy="2012946"/>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80" name="Title 1">
            <a:extLst>
              <a:ext uri="{FF2B5EF4-FFF2-40B4-BE49-F238E27FC236}">
                <a16:creationId xmlns:a16="http://schemas.microsoft.com/office/drawing/2014/main" id="{FEE9D826-2462-4D57-A5DD-57BFA6D51B66}"/>
              </a:ext>
            </a:extLst>
          </p:cNvPr>
          <p:cNvSpPr>
            <a:spLocks noGrp="1"/>
          </p:cNvSpPr>
          <p:nvPr>
            <p:ph type="title"/>
          </p:nvPr>
        </p:nvSpPr>
        <p:spPr>
          <a:xfrm>
            <a:off x="609441" y="274639"/>
            <a:ext cx="10969943" cy="711081"/>
          </a:xfrm>
        </p:spPr>
        <p:txBody>
          <a:bodyPr>
            <a:noAutofit/>
          </a:bodyPr>
          <a:lstStyle>
            <a:lvl1pPr algn="ctr">
              <a:defRPr sz="36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9266656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Desktop Mockup">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6/9/2026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81" name="Freeform: Shape 380">
            <a:extLst>
              <a:ext uri="{FF2B5EF4-FFF2-40B4-BE49-F238E27FC236}">
                <a16:creationId xmlns:a16="http://schemas.microsoft.com/office/drawing/2014/main" id="{AE984D29-61FE-4C99-9687-A51CC7822CA6}"/>
              </a:ext>
            </a:extLst>
          </p:cNvPr>
          <p:cNvSpPr/>
          <p:nvPr userDrawn="1"/>
        </p:nvSpPr>
        <p:spPr>
          <a:xfrm>
            <a:off x="5662364" y="1569860"/>
            <a:ext cx="6526461" cy="5288141"/>
          </a:xfrm>
          <a:custGeom>
            <a:avLst/>
            <a:gdLst>
              <a:gd name="connsiteX0" fmla="*/ 393743 w 6526461"/>
              <a:gd name="connsiteY0" fmla="*/ 0 h 5288141"/>
              <a:gd name="connsiteX1" fmla="*/ 6526461 w 6526461"/>
              <a:gd name="connsiteY1" fmla="*/ 0 h 5288141"/>
              <a:gd name="connsiteX2" fmla="*/ 6526461 w 6526461"/>
              <a:gd name="connsiteY2" fmla="*/ 5288141 h 5288141"/>
              <a:gd name="connsiteX3" fmla="*/ 0 w 6526461"/>
              <a:gd name="connsiteY3" fmla="*/ 5288141 h 5288141"/>
              <a:gd name="connsiteX4" fmla="*/ 0 w 6526461"/>
              <a:gd name="connsiteY4" fmla="*/ 393743 h 5288141"/>
              <a:gd name="connsiteX5" fmla="*/ 393743 w 6526461"/>
              <a:gd name="connsiteY5" fmla="*/ 0 h 5288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26461" h="5288141">
                <a:moveTo>
                  <a:pt x="393743" y="0"/>
                </a:moveTo>
                <a:lnTo>
                  <a:pt x="6526461" y="0"/>
                </a:lnTo>
                <a:lnTo>
                  <a:pt x="6526461" y="5288141"/>
                </a:lnTo>
                <a:lnTo>
                  <a:pt x="0" y="5288141"/>
                </a:lnTo>
                <a:lnTo>
                  <a:pt x="0" y="393743"/>
                </a:lnTo>
                <a:cubicBezTo>
                  <a:pt x="0" y="176285"/>
                  <a:pt x="176285" y="0"/>
                  <a:pt x="393743" y="0"/>
                </a:cubicBezTo>
                <a:close/>
              </a:path>
            </a:pathLst>
          </a:cu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2" name="Picture Placeholder 381">
            <a:extLst>
              <a:ext uri="{FF2B5EF4-FFF2-40B4-BE49-F238E27FC236}">
                <a16:creationId xmlns:a16="http://schemas.microsoft.com/office/drawing/2014/main" id="{8F59953D-8D34-4876-B098-4D1DAD1918E4}"/>
              </a:ext>
            </a:extLst>
          </p:cNvPr>
          <p:cNvSpPr>
            <a:spLocks noGrp="1"/>
          </p:cNvSpPr>
          <p:nvPr>
            <p:ph type="pic" sz="quarter" idx="13"/>
          </p:nvPr>
        </p:nvSpPr>
        <p:spPr>
          <a:xfrm>
            <a:off x="6266549" y="2111829"/>
            <a:ext cx="5922276" cy="4746172"/>
          </a:xfrm>
          <a:custGeom>
            <a:avLst/>
            <a:gdLst>
              <a:gd name="connsiteX0" fmla="*/ 0 w 5922276"/>
              <a:gd name="connsiteY0" fmla="*/ 0 h 4746172"/>
              <a:gd name="connsiteX1" fmla="*/ 5922276 w 5922276"/>
              <a:gd name="connsiteY1" fmla="*/ 0 h 4746172"/>
              <a:gd name="connsiteX2" fmla="*/ 5922276 w 5922276"/>
              <a:gd name="connsiteY2" fmla="*/ 4746172 h 4746172"/>
              <a:gd name="connsiteX3" fmla="*/ 0 w 5922276"/>
              <a:gd name="connsiteY3" fmla="*/ 4746172 h 4746172"/>
            </a:gdLst>
            <a:ahLst/>
            <a:cxnLst>
              <a:cxn ang="0">
                <a:pos x="connsiteX0" y="connsiteY0"/>
              </a:cxn>
              <a:cxn ang="0">
                <a:pos x="connsiteX1" y="connsiteY1"/>
              </a:cxn>
              <a:cxn ang="0">
                <a:pos x="connsiteX2" y="connsiteY2"/>
              </a:cxn>
              <a:cxn ang="0">
                <a:pos x="connsiteX3" y="connsiteY3"/>
              </a:cxn>
            </a:cxnLst>
            <a:rect l="l" t="t" r="r" b="b"/>
            <a:pathLst>
              <a:path w="5922276" h="4746172">
                <a:moveTo>
                  <a:pt x="0" y="0"/>
                </a:moveTo>
                <a:lnTo>
                  <a:pt x="5922276" y="0"/>
                </a:lnTo>
                <a:lnTo>
                  <a:pt x="5922276" y="4746172"/>
                </a:lnTo>
                <a:lnTo>
                  <a:pt x="0" y="4746172"/>
                </a:lnTo>
                <a:close/>
              </a:path>
            </a:pathLst>
          </a:custGeom>
          <a:solidFill>
            <a:schemeClr val="accent3"/>
          </a:solidFill>
        </p:spPr>
        <p:txBody>
          <a:bodyPr wrap="square" anchor="ctr">
            <a:noAutofit/>
          </a:bodyPr>
          <a:lstStyle>
            <a:lvl1pPr marL="0" indent="0" algn="ctr">
              <a:buNone/>
              <a:defRPr>
                <a:solidFill>
                  <a:schemeClr val="bg1"/>
                </a:solidFill>
              </a:defRPr>
            </a:lvl1pPr>
          </a:lstStyle>
          <a:p>
            <a:endParaRPr lang="en-IN"/>
          </a:p>
        </p:txBody>
      </p:sp>
    </p:spTree>
    <p:extLst>
      <p:ext uri="{BB962C8B-B14F-4D97-AF65-F5344CB8AC3E}">
        <p14:creationId xmlns:p14="http://schemas.microsoft.com/office/powerpoint/2010/main" val="319141609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6/9/2026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Tree>
    <p:extLst>
      <p:ext uri="{BB962C8B-B14F-4D97-AF65-F5344CB8AC3E}">
        <p14:creationId xmlns:p14="http://schemas.microsoft.com/office/powerpoint/2010/main" val="22504774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2_What we do?">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6/9/2026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64" name="Rectangle 5">
            <a:extLst>
              <a:ext uri="{FF2B5EF4-FFF2-40B4-BE49-F238E27FC236}">
                <a16:creationId xmlns:a16="http://schemas.microsoft.com/office/drawing/2014/main" id="{1D5D3984-7DC7-4194-AD39-51045112ACA1}"/>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5" name="Rectangle 6">
            <a:extLst>
              <a:ext uri="{FF2B5EF4-FFF2-40B4-BE49-F238E27FC236}">
                <a16:creationId xmlns:a16="http://schemas.microsoft.com/office/drawing/2014/main" id="{C4A1AA13-BC36-4E79-B4E8-CBD99F7B0D87}"/>
              </a:ext>
            </a:extLst>
          </p:cNvPr>
          <p:cNvSpPr>
            <a:spLocks noChangeArrowheads="1"/>
          </p:cNvSpPr>
          <p:nvPr/>
        </p:nvSpPr>
        <p:spPr bwMode="auto">
          <a:xfrm>
            <a:off x="80954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6" name="Rectangle 7">
            <a:extLst>
              <a:ext uri="{FF2B5EF4-FFF2-40B4-BE49-F238E27FC236}">
                <a16:creationId xmlns:a16="http://schemas.microsoft.com/office/drawing/2014/main" id="{064FA383-421A-4408-B960-0EEA4EA6D887}"/>
              </a:ext>
            </a:extLst>
          </p:cNvPr>
          <p:cNvSpPr>
            <a:spLocks noChangeArrowheads="1"/>
          </p:cNvSpPr>
          <p:nvPr/>
        </p:nvSpPr>
        <p:spPr bwMode="auto">
          <a:xfrm>
            <a:off x="126380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7" name="Rectangle 8">
            <a:extLst>
              <a:ext uri="{FF2B5EF4-FFF2-40B4-BE49-F238E27FC236}">
                <a16:creationId xmlns:a16="http://schemas.microsoft.com/office/drawing/2014/main" id="{A749CDFB-EE99-4334-8923-0D518C5B2B12}"/>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8" name="Rectangle 9">
            <a:extLst>
              <a:ext uri="{FF2B5EF4-FFF2-40B4-BE49-F238E27FC236}">
                <a16:creationId xmlns:a16="http://schemas.microsoft.com/office/drawing/2014/main" id="{6E9A5901-7AB9-4355-8A8C-EDEDF74E0D29}"/>
              </a:ext>
            </a:extLst>
          </p:cNvPr>
          <p:cNvSpPr>
            <a:spLocks noChangeArrowheads="1"/>
          </p:cNvSpPr>
          <p:nvPr/>
        </p:nvSpPr>
        <p:spPr bwMode="auto">
          <a:xfrm>
            <a:off x="217350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9" name="Rectangle 10">
            <a:extLst>
              <a:ext uri="{FF2B5EF4-FFF2-40B4-BE49-F238E27FC236}">
                <a16:creationId xmlns:a16="http://schemas.microsoft.com/office/drawing/2014/main" id="{719A89F7-F1DD-434B-B30D-4B32BEFEBDCF}"/>
              </a:ext>
            </a:extLst>
          </p:cNvPr>
          <p:cNvSpPr>
            <a:spLocks noChangeArrowheads="1"/>
          </p:cNvSpPr>
          <p:nvPr/>
        </p:nvSpPr>
        <p:spPr bwMode="auto">
          <a:xfrm>
            <a:off x="262893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0" name="Rectangle 11">
            <a:extLst>
              <a:ext uri="{FF2B5EF4-FFF2-40B4-BE49-F238E27FC236}">
                <a16:creationId xmlns:a16="http://schemas.microsoft.com/office/drawing/2014/main" id="{E2F34566-8F29-46BF-862B-492CFB9F0B97}"/>
              </a:ext>
            </a:extLst>
          </p:cNvPr>
          <p:cNvSpPr>
            <a:spLocks noChangeArrowheads="1"/>
          </p:cNvSpPr>
          <p:nvPr/>
        </p:nvSpPr>
        <p:spPr bwMode="auto">
          <a:xfrm>
            <a:off x="3083197"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1" name="Rectangle 12">
            <a:extLst>
              <a:ext uri="{FF2B5EF4-FFF2-40B4-BE49-F238E27FC236}">
                <a16:creationId xmlns:a16="http://schemas.microsoft.com/office/drawing/2014/main" id="{13B17D5B-B8E7-479A-9557-1DE1F3355D01}"/>
              </a:ext>
            </a:extLst>
          </p:cNvPr>
          <p:cNvSpPr>
            <a:spLocks noChangeArrowheads="1"/>
          </p:cNvSpPr>
          <p:nvPr/>
        </p:nvSpPr>
        <p:spPr bwMode="auto">
          <a:xfrm>
            <a:off x="3538630"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2" name="Rectangle 13">
            <a:extLst>
              <a:ext uri="{FF2B5EF4-FFF2-40B4-BE49-F238E27FC236}">
                <a16:creationId xmlns:a16="http://schemas.microsoft.com/office/drawing/2014/main" id="{648B9A6E-E46B-4E77-8AFC-175F26F71815}"/>
              </a:ext>
            </a:extLst>
          </p:cNvPr>
          <p:cNvSpPr>
            <a:spLocks noChangeArrowheads="1"/>
          </p:cNvSpPr>
          <p:nvPr/>
        </p:nvSpPr>
        <p:spPr bwMode="auto">
          <a:xfrm>
            <a:off x="399289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3" name="Rectangle 14">
            <a:extLst>
              <a:ext uri="{FF2B5EF4-FFF2-40B4-BE49-F238E27FC236}">
                <a16:creationId xmlns:a16="http://schemas.microsoft.com/office/drawing/2014/main" id="{66ED677A-B450-444C-8C05-6164CEFBB230}"/>
              </a:ext>
            </a:extLst>
          </p:cNvPr>
          <p:cNvSpPr>
            <a:spLocks noChangeArrowheads="1"/>
          </p:cNvSpPr>
          <p:nvPr/>
        </p:nvSpPr>
        <p:spPr bwMode="auto">
          <a:xfrm>
            <a:off x="4448326"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4" name="Rectangle 15">
            <a:extLst>
              <a:ext uri="{FF2B5EF4-FFF2-40B4-BE49-F238E27FC236}">
                <a16:creationId xmlns:a16="http://schemas.microsoft.com/office/drawing/2014/main" id="{6B37F876-20AD-4B0B-B794-D98057E31CD1}"/>
              </a:ext>
            </a:extLst>
          </p:cNvPr>
          <p:cNvSpPr>
            <a:spLocks noChangeArrowheads="1"/>
          </p:cNvSpPr>
          <p:nvPr/>
        </p:nvSpPr>
        <p:spPr bwMode="auto">
          <a:xfrm>
            <a:off x="4902589"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5" name="Rectangle 16">
            <a:extLst>
              <a:ext uri="{FF2B5EF4-FFF2-40B4-BE49-F238E27FC236}">
                <a16:creationId xmlns:a16="http://schemas.microsoft.com/office/drawing/2014/main" id="{9EED317B-A291-4834-AF57-5CB5972CF527}"/>
              </a:ext>
            </a:extLst>
          </p:cNvPr>
          <p:cNvSpPr>
            <a:spLocks noChangeArrowheads="1"/>
          </p:cNvSpPr>
          <p:nvPr/>
        </p:nvSpPr>
        <p:spPr bwMode="auto">
          <a:xfrm>
            <a:off x="535802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6" name="Rectangle 17">
            <a:extLst>
              <a:ext uri="{FF2B5EF4-FFF2-40B4-BE49-F238E27FC236}">
                <a16:creationId xmlns:a16="http://schemas.microsoft.com/office/drawing/2014/main" id="{6F10DAB5-CF53-4900-8A89-3398C2031047}"/>
              </a:ext>
            </a:extLst>
          </p:cNvPr>
          <p:cNvSpPr>
            <a:spLocks noChangeArrowheads="1"/>
          </p:cNvSpPr>
          <p:nvPr/>
        </p:nvSpPr>
        <p:spPr bwMode="auto">
          <a:xfrm>
            <a:off x="581228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7" name="Rectangle 18">
            <a:extLst>
              <a:ext uri="{FF2B5EF4-FFF2-40B4-BE49-F238E27FC236}">
                <a16:creationId xmlns:a16="http://schemas.microsoft.com/office/drawing/2014/main" id="{F5888EEF-E323-44C5-9096-B1D8A26B31A0}"/>
              </a:ext>
            </a:extLst>
          </p:cNvPr>
          <p:cNvSpPr>
            <a:spLocks noChangeArrowheads="1"/>
          </p:cNvSpPr>
          <p:nvPr/>
        </p:nvSpPr>
        <p:spPr bwMode="auto">
          <a:xfrm>
            <a:off x="626771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8" name="Rectangle 19">
            <a:extLst>
              <a:ext uri="{FF2B5EF4-FFF2-40B4-BE49-F238E27FC236}">
                <a16:creationId xmlns:a16="http://schemas.microsoft.com/office/drawing/2014/main" id="{9825D3DA-CFCD-4B62-AA3E-6B6A3F6A4D32}"/>
              </a:ext>
            </a:extLst>
          </p:cNvPr>
          <p:cNvSpPr>
            <a:spLocks noChangeArrowheads="1"/>
          </p:cNvSpPr>
          <p:nvPr/>
        </p:nvSpPr>
        <p:spPr bwMode="auto">
          <a:xfrm>
            <a:off x="672198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9" name="Rectangle 20">
            <a:extLst>
              <a:ext uri="{FF2B5EF4-FFF2-40B4-BE49-F238E27FC236}">
                <a16:creationId xmlns:a16="http://schemas.microsoft.com/office/drawing/2014/main" id="{485F1DFD-B6E0-4E81-9E5D-A16F629BFD95}"/>
              </a:ext>
            </a:extLst>
          </p:cNvPr>
          <p:cNvSpPr>
            <a:spLocks noChangeArrowheads="1"/>
          </p:cNvSpPr>
          <p:nvPr/>
        </p:nvSpPr>
        <p:spPr bwMode="auto">
          <a:xfrm>
            <a:off x="717741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0" name="Rectangle 21">
            <a:extLst>
              <a:ext uri="{FF2B5EF4-FFF2-40B4-BE49-F238E27FC236}">
                <a16:creationId xmlns:a16="http://schemas.microsoft.com/office/drawing/2014/main" id="{22C892AF-FE66-492B-8360-9F3902E2D27A}"/>
              </a:ext>
            </a:extLst>
          </p:cNvPr>
          <p:cNvSpPr>
            <a:spLocks noChangeArrowheads="1"/>
          </p:cNvSpPr>
          <p:nvPr/>
        </p:nvSpPr>
        <p:spPr bwMode="auto">
          <a:xfrm>
            <a:off x="7631676"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1" name="Rectangle 22">
            <a:extLst>
              <a:ext uri="{FF2B5EF4-FFF2-40B4-BE49-F238E27FC236}">
                <a16:creationId xmlns:a16="http://schemas.microsoft.com/office/drawing/2014/main" id="{BF8787BC-8DED-4E08-BA9C-0F363C018FE6}"/>
              </a:ext>
            </a:extLst>
          </p:cNvPr>
          <p:cNvSpPr>
            <a:spLocks noChangeArrowheads="1"/>
          </p:cNvSpPr>
          <p:nvPr/>
        </p:nvSpPr>
        <p:spPr bwMode="auto">
          <a:xfrm>
            <a:off x="8087109"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2" name="Rectangle 23">
            <a:extLst>
              <a:ext uri="{FF2B5EF4-FFF2-40B4-BE49-F238E27FC236}">
                <a16:creationId xmlns:a16="http://schemas.microsoft.com/office/drawing/2014/main" id="{ECC6E2E7-5D4C-494A-9957-C74873D73B5C}"/>
              </a:ext>
            </a:extLst>
          </p:cNvPr>
          <p:cNvSpPr>
            <a:spLocks noChangeArrowheads="1"/>
          </p:cNvSpPr>
          <p:nvPr/>
        </p:nvSpPr>
        <p:spPr bwMode="auto">
          <a:xfrm>
            <a:off x="854137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3" name="Rectangle 24">
            <a:extLst>
              <a:ext uri="{FF2B5EF4-FFF2-40B4-BE49-F238E27FC236}">
                <a16:creationId xmlns:a16="http://schemas.microsoft.com/office/drawing/2014/main" id="{619B2CB8-4BD4-49C4-99C7-1EDC4DE98D0E}"/>
              </a:ext>
            </a:extLst>
          </p:cNvPr>
          <p:cNvSpPr>
            <a:spLocks noChangeArrowheads="1"/>
          </p:cNvSpPr>
          <p:nvPr/>
        </p:nvSpPr>
        <p:spPr bwMode="auto">
          <a:xfrm>
            <a:off x="8996805"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4" name="Rectangle 25">
            <a:extLst>
              <a:ext uri="{FF2B5EF4-FFF2-40B4-BE49-F238E27FC236}">
                <a16:creationId xmlns:a16="http://schemas.microsoft.com/office/drawing/2014/main" id="{2BD052E5-B9B7-4DDC-921A-0BA5DC53AFE7}"/>
              </a:ext>
            </a:extLst>
          </p:cNvPr>
          <p:cNvSpPr>
            <a:spLocks noChangeArrowheads="1"/>
          </p:cNvSpPr>
          <p:nvPr/>
        </p:nvSpPr>
        <p:spPr bwMode="auto">
          <a:xfrm>
            <a:off x="9451068"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5" name="Rectangle 26">
            <a:extLst>
              <a:ext uri="{FF2B5EF4-FFF2-40B4-BE49-F238E27FC236}">
                <a16:creationId xmlns:a16="http://schemas.microsoft.com/office/drawing/2014/main" id="{854CCDB5-6DB3-4877-AAD4-2D60BD9045BA}"/>
              </a:ext>
            </a:extLst>
          </p:cNvPr>
          <p:cNvSpPr>
            <a:spLocks noChangeArrowheads="1"/>
          </p:cNvSpPr>
          <p:nvPr/>
        </p:nvSpPr>
        <p:spPr bwMode="auto">
          <a:xfrm>
            <a:off x="9906501"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6" name="Rectangle 27">
            <a:extLst>
              <a:ext uri="{FF2B5EF4-FFF2-40B4-BE49-F238E27FC236}">
                <a16:creationId xmlns:a16="http://schemas.microsoft.com/office/drawing/2014/main" id="{E3701413-7CE4-4A3C-88EA-C6C0B42E4A34}"/>
              </a:ext>
            </a:extLst>
          </p:cNvPr>
          <p:cNvSpPr>
            <a:spLocks noChangeArrowheads="1"/>
          </p:cNvSpPr>
          <p:nvPr/>
        </p:nvSpPr>
        <p:spPr bwMode="auto">
          <a:xfrm>
            <a:off x="1036076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7" name="Rectangle 28">
            <a:extLst>
              <a:ext uri="{FF2B5EF4-FFF2-40B4-BE49-F238E27FC236}">
                <a16:creationId xmlns:a16="http://schemas.microsoft.com/office/drawing/2014/main" id="{BA36D018-6320-417B-8F9E-55683DDC96D5}"/>
              </a:ext>
            </a:extLst>
          </p:cNvPr>
          <p:cNvSpPr>
            <a:spLocks noChangeArrowheads="1"/>
          </p:cNvSpPr>
          <p:nvPr/>
        </p:nvSpPr>
        <p:spPr bwMode="auto">
          <a:xfrm>
            <a:off x="1081619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8" name="Rectangle 29">
            <a:extLst>
              <a:ext uri="{FF2B5EF4-FFF2-40B4-BE49-F238E27FC236}">
                <a16:creationId xmlns:a16="http://schemas.microsoft.com/office/drawing/2014/main" id="{2B1F5663-A83E-4D95-BDF4-EBB44F3CCC3B}"/>
              </a:ext>
            </a:extLst>
          </p:cNvPr>
          <p:cNvSpPr>
            <a:spLocks noChangeArrowheads="1"/>
          </p:cNvSpPr>
          <p:nvPr/>
        </p:nvSpPr>
        <p:spPr bwMode="auto">
          <a:xfrm>
            <a:off x="1127046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9" name="Rectangle 30">
            <a:extLst>
              <a:ext uri="{FF2B5EF4-FFF2-40B4-BE49-F238E27FC236}">
                <a16:creationId xmlns:a16="http://schemas.microsoft.com/office/drawing/2014/main" id="{462D901F-2505-492E-B20E-7B4077FF6D3B}"/>
              </a:ext>
            </a:extLst>
          </p:cNvPr>
          <p:cNvSpPr>
            <a:spLocks noChangeArrowheads="1"/>
          </p:cNvSpPr>
          <p:nvPr/>
        </p:nvSpPr>
        <p:spPr bwMode="auto">
          <a:xfrm>
            <a:off x="1172589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0" name="Rectangle 32">
            <a:extLst>
              <a:ext uri="{FF2B5EF4-FFF2-40B4-BE49-F238E27FC236}">
                <a16:creationId xmlns:a16="http://schemas.microsoft.com/office/drawing/2014/main" id="{FDEA931C-C5A4-4A39-893A-F9D600DAA120}"/>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1" name="Rectangle 33">
            <a:extLst>
              <a:ext uri="{FF2B5EF4-FFF2-40B4-BE49-F238E27FC236}">
                <a16:creationId xmlns:a16="http://schemas.microsoft.com/office/drawing/2014/main" id="{53FAB04F-C814-4903-887C-6B8749BF4873}"/>
              </a:ext>
            </a:extLst>
          </p:cNvPr>
          <p:cNvSpPr>
            <a:spLocks noChangeArrowheads="1"/>
          </p:cNvSpPr>
          <p:nvPr/>
        </p:nvSpPr>
        <p:spPr bwMode="auto">
          <a:xfrm>
            <a:off x="80954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2" name="Rectangle 34">
            <a:extLst>
              <a:ext uri="{FF2B5EF4-FFF2-40B4-BE49-F238E27FC236}">
                <a16:creationId xmlns:a16="http://schemas.microsoft.com/office/drawing/2014/main" id="{E80BB6CA-5007-43DC-9106-9AC1FD8F5F42}"/>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3" name="Rectangle 35">
            <a:extLst>
              <a:ext uri="{FF2B5EF4-FFF2-40B4-BE49-F238E27FC236}">
                <a16:creationId xmlns:a16="http://schemas.microsoft.com/office/drawing/2014/main" id="{3E18C2F1-101D-4393-9918-DE77B3379868}"/>
              </a:ext>
            </a:extLst>
          </p:cNvPr>
          <p:cNvSpPr>
            <a:spLocks noChangeArrowheads="1"/>
          </p:cNvSpPr>
          <p:nvPr/>
        </p:nvSpPr>
        <p:spPr bwMode="auto">
          <a:xfrm>
            <a:off x="171923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4" name="Rectangle 36">
            <a:extLst>
              <a:ext uri="{FF2B5EF4-FFF2-40B4-BE49-F238E27FC236}">
                <a16:creationId xmlns:a16="http://schemas.microsoft.com/office/drawing/2014/main" id="{2EA02F2D-5F5D-4284-953F-D92F8BA89C8B}"/>
              </a:ext>
            </a:extLst>
          </p:cNvPr>
          <p:cNvSpPr>
            <a:spLocks noChangeArrowheads="1"/>
          </p:cNvSpPr>
          <p:nvPr/>
        </p:nvSpPr>
        <p:spPr bwMode="auto">
          <a:xfrm>
            <a:off x="217350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5" name="Rectangle 37">
            <a:extLst>
              <a:ext uri="{FF2B5EF4-FFF2-40B4-BE49-F238E27FC236}">
                <a16:creationId xmlns:a16="http://schemas.microsoft.com/office/drawing/2014/main" id="{B5280DAC-9E73-48E4-A0C0-043ACF981C6E}"/>
              </a:ext>
            </a:extLst>
          </p:cNvPr>
          <p:cNvSpPr>
            <a:spLocks noChangeArrowheads="1"/>
          </p:cNvSpPr>
          <p:nvPr/>
        </p:nvSpPr>
        <p:spPr bwMode="auto">
          <a:xfrm>
            <a:off x="262893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6" name="Rectangle 38">
            <a:extLst>
              <a:ext uri="{FF2B5EF4-FFF2-40B4-BE49-F238E27FC236}">
                <a16:creationId xmlns:a16="http://schemas.microsoft.com/office/drawing/2014/main" id="{60B1EDB9-9DC9-475A-BEBF-49644F4E1F95}"/>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7" name="Rectangle 39">
            <a:extLst>
              <a:ext uri="{FF2B5EF4-FFF2-40B4-BE49-F238E27FC236}">
                <a16:creationId xmlns:a16="http://schemas.microsoft.com/office/drawing/2014/main" id="{820A7A5C-FCE4-4A98-ABAF-F0127EC77F14}"/>
              </a:ext>
            </a:extLst>
          </p:cNvPr>
          <p:cNvSpPr>
            <a:spLocks noChangeArrowheads="1"/>
          </p:cNvSpPr>
          <p:nvPr/>
        </p:nvSpPr>
        <p:spPr bwMode="auto">
          <a:xfrm>
            <a:off x="3538630"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8" name="Rectangle 40">
            <a:extLst>
              <a:ext uri="{FF2B5EF4-FFF2-40B4-BE49-F238E27FC236}">
                <a16:creationId xmlns:a16="http://schemas.microsoft.com/office/drawing/2014/main" id="{7A431B81-7C7C-42A1-8E97-0E59A743EAFF}"/>
              </a:ext>
            </a:extLst>
          </p:cNvPr>
          <p:cNvSpPr>
            <a:spLocks noChangeArrowheads="1"/>
          </p:cNvSpPr>
          <p:nvPr/>
        </p:nvSpPr>
        <p:spPr bwMode="auto">
          <a:xfrm>
            <a:off x="399289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9" name="Rectangle 41">
            <a:extLst>
              <a:ext uri="{FF2B5EF4-FFF2-40B4-BE49-F238E27FC236}">
                <a16:creationId xmlns:a16="http://schemas.microsoft.com/office/drawing/2014/main" id="{F7C18536-4714-447C-B2CD-5CCE34FE6304}"/>
              </a:ext>
            </a:extLst>
          </p:cNvPr>
          <p:cNvSpPr>
            <a:spLocks noChangeArrowheads="1"/>
          </p:cNvSpPr>
          <p:nvPr/>
        </p:nvSpPr>
        <p:spPr bwMode="auto">
          <a:xfrm>
            <a:off x="4448326"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0" name="Rectangle 42">
            <a:extLst>
              <a:ext uri="{FF2B5EF4-FFF2-40B4-BE49-F238E27FC236}">
                <a16:creationId xmlns:a16="http://schemas.microsoft.com/office/drawing/2014/main" id="{A5220EB9-CFCA-4E11-B625-CBA6910EDB8D}"/>
              </a:ext>
            </a:extLst>
          </p:cNvPr>
          <p:cNvSpPr>
            <a:spLocks noChangeArrowheads="1"/>
          </p:cNvSpPr>
          <p:nvPr/>
        </p:nvSpPr>
        <p:spPr bwMode="auto">
          <a:xfrm>
            <a:off x="4902589"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1" name="Rectangle 43">
            <a:extLst>
              <a:ext uri="{FF2B5EF4-FFF2-40B4-BE49-F238E27FC236}">
                <a16:creationId xmlns:a16="http://schemas.microsoft.com/office/drawing/2014/main" id="{C9AB4232-42B9-4172-8F6B-0CCF9E84F564}"/>
              </a:ext>
            </a:extLst>
          </p:cNvPr>
          <p:cNvSpPr>
            <a:spLocks noChangeArrowheads="1"/>
          </p:cNvSpPr>
          <p:nvPr/>
        </p:nvSpPr>
        <p:spPr bwMode="auto">
          <a:xfrm>
            <a:off x="535802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2" name="Rectangle 44">
            <a:extLst>
              <a:ext uri="{FF2B5EF4-FFF2-40B4-BE49-F238E27FC236}">
                <a16:creationId xmlns:a16="http://schemas.microsoft.com/office/drawing/2014/main" id="{77D0A2B3-F2AF-45C0-BC1A-629B0AF4C017}"/>
              </a:ext>
            </a:extLst>
          </p:cNvPr>
          <p:cNvSpPr>
            <a:spLocks noChangeArrowheads="1"/>
          </p:cNvSpPr>
          <p:nvPr/>
        </p:nvSpPr>
        <p:spPr bwMode="auto">
          <a:xfrm>
            <a:off x="5812285"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3" name="Rectangle 45">
            <a:extLst>
              <a:ext uri="{FF2B5EF4-FFF2-40B4-BE49-F238E27FC236}">
                <a16:creationId xmlns:a16="http://schemas.microsoft.com/office/drawing/2014/main" id="{C2A2BCF5-ACB6-4194-9DE7-BE45865F0651}"/>
              </a:ext>
            </a:extLst>
          </p:cNvPr>
          <p:cNvSpPr>
            <a:spLocks noChangeArrowheads="1"/>
          </p:cNvSpPr>
          <p:nvPr/>
        </p:nvSpPr>
        <p:spPr bwMode="auto">
          <a:xfrm>
            <a:off x="626771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4" name="Rectangle 46">
            <a:extLst>
              <a:ext uri="{FF2B5EF4-FFF2-40B4-BE49-F238E27FC236}">
                <a16:creationId xmlns:a16="http://schemas.microsoft.com/office/drawing/2014/main" id="{E5AE97FB-206B-4E16-BB3C-161246A67640}"/>
              </a:ext>
            </a:extLst>
          </p:cNvPr>
          <p:cNvSpPr>
            <a:spLocks noChangeArrowheads="1"/>
          </p:cNvSpPr>
          <p:nvPr/>
        </p:nvSpPr>
        <p:spPr bwMode="auto">
          <a:xfrm>
            <a:off x="672198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5" name="Rectangle 47">
            <a:extLst>
              <a:ext uri="{FF2B5EF4-FFF2-40B4-BE49-F238E27FC236}">
                <a16:creationId xmlns:a16="http://schemas.microsoft.com/office/drawing/2014/main" id="{E2148554-6A62-41A8-B70A-3265589BB172}"/>
              </a:ext>
            </a:extLst>
          </p:cNvPr>
          <p:cNvSpPr>
            <a:spLocks noChangeArrowheads="1"/>
          </p:cNvSpPr>
          <p:nvPr/>
        </p:nvSpPr>
        <p:spPr bwMode="auto">
          <a:xfrm>
            <a:off x="717741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6" name="Rectangle 48">
            <a:extLst>
              <a:ext uri="{FF2B5EF4-FFF2-40B4-BE49-F238E27FC236}">
                <a16:creationId xmlns:a16="http://schemas.microsoft.com/office/drawing/2014/main" id="{1F2DBB84-56F7-4574-B1C3-59A49824B840}"/>
              </a:ext>
            </a:extLst>
          </p:cNvPr>
          <p:cNvSpPr>
            <a:spLocks noChangeArrowheads="1"/>
          </p:cNvSpPr>
          <p:nvPr/>
        </p:nvSpPr>
        <p:spPr bwMode="auto">
          <a:xfrm>
            <a:off x="7631676"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7" name="Rectangle 49">
            <a:extLst>
              <a:ext uri="{FF2B5EF4-FFF2-40B4-BE49-F238E27FC236}">
                <a16:creationId xmlns:a16="http://schemas.microsoft.com/office/drawing/2014/main" id="{3803743A-8621-4AD5-9BEE-D1FBC8D62207}"/>
              </a:ext>
            </a:extLst>
          </p:cNvPr>
          <p:cNvSpPr>
            <a:spLocks noChangeArrowheads="1"/>
          </p:cNvSpPr>
          <p:nvPr/>
        </p:nvSpPr>
        <p:spPr bwMode="auto">
          <a:xfrm>
            <a:off x="808710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8" name="Rectangle 50">
            <a:extLst>
              <a:ext uri="{FF2B5EF4-FFF2-40B4-BE49-F238E27FC236}">
                <a16:creationId xmlns:a16="http://schemas.microsoft.com/office/drawing/2014/main" id="{2940D20D-CE5D-4F7F-87D5-4081213E1F25}"/>
              </a:ext>
            </a:extLst>
          </p:cNvPr>
          <p:cNvSpPr>
            <a:spLocks noChangeArrowheads="1"/>
          </p:cNvSpPr>
          <p:nvPr/>
        </p:nvSpPr>
        <p:spPr bwMode="auto">
          <a:xfrm>
            <a:off x="854137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9" name="Rectangle 51">
            <a:extLst>
              <a:ext uri="{FF2B5EF4-FFF2-40B4-BE49-F238E27FC236}">
                <a16:creationId xmlns:a16="http://schemas.microsoft.com/office/drawing/2014/main" id="{F24365F1-8EF6-4443-AB20-203041B14D4A}"/>
              </a:ext>
            </a:extLst>
          </p:cNvPr>
          <p:cNvSpPr>
            <a:spLocks noChangeArrowheads="1"/>
          </p:cNvSpPr>
          <p:nvPr/>
        </p:nvSpPr>
        <p:spPr bwMode="auto">
          <a:xfrm>
            <a:off x="8996805"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0" name="Rectangle 52">
            <a:extLst>
              <a:ext uri="{FF2B5EF4-FFF2-40B4-BE49-F238E27FC236}">
                <a16:creationId xmlns:a16="http://schemas.microsoft.com/office/drawing/2014/main" id="{43BD6223-42F5-4EA4-BED3-40CDDED810F2}"/>
              </a:ext>
            </a:extLst>
          </p:cNvPr>
          <p:cNvSpPr>
            <a:spLocks noChangeArrowheads="1"/>
          </p:cNvSpPr>
          <p:nvPr/>
        </p:nvSpPr>
        <p:spPr bwMode="auto">
          <a:xfrm>
            <a:off x="9451068"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1" name="Rectangle 53">
            <a:extLst>
              <a:ext uri="{FF2B5EF4-FFF2-40B4-BE49-F238E27FC236}">
                <a16:creationId xmlns:a16="http://schemas.microsoft.com/office/drawing/2014/main" id="{C44C46DF-3231-4732-836F-60E5D9F31465}"/>
              </a:ext>
            </a:extLst>
          </p:cNvPr>
          <p:cNvSpPr>
            <a:spLocks noChangeArrowheads="1"/>
          </p:cNvSpPr>
          <p:nvPr/>
        </p:nvSpPr>
        <p:spPr bwMode="auto">
          <a:xfrm>
            <a:off x="9906501"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2" name="Rectangle 54">
            <a:extLst>
              <a:ext uri="{FF2B5EF4-FFF2-40B4-BE49-F238E27FC236}">
                <a16:creationId xmlns:a16="http://schemas.microsoft.com/office/drawing/2014/main" id="{19478349-0B6B-45A3-A8D0-F9FFADAB4607}"/>
              </a:ext>
            </a:extLst>
          </p:cNvPr>
          <p:cNvSpPr>
            <a:spLocks noChangeArrowheads="1"/>
          </p:cNvSpPr>
          <p:nvPr/>
        </p:nvSpPr>
        <p:spPr bwMode="auto">
          <a:xfrm>
            <a:off x="1036076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3" name="Rectangle 55">
            <a:extLst>
              <a:ext uri="{FF2B5EF4-FFF2-40B4-BE49-F238E27FC236}">
                <a16:creationId xmlns:a16="http://schemas.microsoft.com/office/drawing/2014/main" id="{AECC5927-A5DD-4BD3-91EB-7B58FC036A0F}"/>
              </a:ext>
            </a:extLst>
          </p:cNvPr>
          <p:cNvSpPr>
            <a:spLocks noChangeArrowheads="1"/>
          </p:cNvSpPr>
          <p:nvPr/>
        </p:nvSpPr>
        <p:spPr bwMode="auto">
          <a:xfrm>
            <a:off x="1081619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4" name="Rectangle 56">
            <a:extLst>
              <a:ext uri="{FF2B5EF4-FFF2-40B4-BE49-F238E27FC236}">
                <a16:creationId xmlns:a16="http://schemas.microsoft.com/office/drawing/2014/main" id="{2592B56B-0EE5-44E3-8D4E-C331547A46D6}"/>
              </a:ext>
            </a:extLst>
          </p:cNvPr>
          <p:cNvSpPr>
            <a:spLocks noChangeArrowheads="1"/>
          </p:cNvSpPr>
          <p:nvPr/>
        </p:nvSpPr>
        <p:spPr bwMode="auto">
          <a:xfrm>
            <a:off x="1127046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5" name="Rectangle 57">
            <a:extLst>
              <a:ext uri="{FF2B5EF4-FFF2-40B4-BE49-F238E27FC236}">
                <a16:creationId xmlns:a16="http://schemas.microsoft.com/office/drawing/2014/main" id="{E5B2E8AF-A971-4061-B059-E39A6A85852A}"/>
              </a:ext>
            </a:extLst>
          </p:cNvPr>
          <p:cNvSpPr>
            <a:spLocks noChangeArrowheads="1"/>
          </p:cNvSpPr>
          <p:nvPr/>
        </p:nvSpPr>
        <p:spPr bwMode="auto">
          <a:xfrm>
            <a:off x="1172589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6" name="Rectangle 59">
            <a:extLst>
              <a:ext uri="{FF2B5EF4-FFF2-40B4-BE49-F238E27FC236}">
                <a16:creationId xmlns:a16="http://schemas.microsoft.com/office/drawing/2014/main" id="{63258960-6D1D-4D67-AFE7-6C7417FA7977}"/>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7" name="Rectangle 60">
            <a:extLst>
              <a:ext uri="{FF2B5EF4-FFF2-40B4-BE49-F238E27FC236}">
                <a16:creationId xmlns:a16="http://schemas.microsoft.com/office/drawing/2014/main" id="{CF3B53C2-CA07-4D06-8438-0D7F9828ABAE}"/>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8" name="Rectangle 61">
            <a:extLst>
              <a:ext uri="{FF2B5EF4-FFF2-40B4-BE49-F238E27FC236}">
                <a16:creationId xmlns:a16="http://schemas.microsoft.com/office/drawing/2014/main" id="{D0868746-D1A0-47AC-9F34-0192B3B37043}"/>
              </a:ext>
            </a:extLst>
          </p:cNvPr>
          <p:cNvSpPr>
            <a:spLocks noChangeArrowheads="1"/>
          </p:cNvSpPr>
          <p:nvPr/>
        </p:nvSpPr>
        <p:spPr bwMode="auto">
          <a:xfrm>
            <a:off x="126380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9" name="Rectangle 62">
            <a:extLst>
              <a:ext uri="{FF2B5EF4-FFF2-40B4-BE49-F238E27FC236}">
                <a16:creationId xmlns:a16="http://schemas.microsoft.com/office/drawing/2014/main" id="{009DD5A6-ADDF-48C9-BC16-9426AEC40A6B}"/>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0" name="Rectangle 63">
            <a:extLst>
              <a:ext uri="{FF2B5EF4-FFF2-40B4-BE49-F238E27FC236}">
                <a16:creationId xmlns:a16="http://schemas.microsoft.com/office/drawing/2014/main" id="{2285F7C8-078E-440F-95B4-A367E03BE7E4}"/>
              </a:ext>
            </a:extLst>
          </p:cNvPr>
          <p:cNvSpPr>
            <a:spLocks noChangeArrowheads="1"/>
          </p:cNvSpPr>
          <p:nvPr/>
        </p:nvSpPr>
        <p:spPr bwMode="auto">
          <a:xfrm>
            <a:off x="217350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1" name="Rectangle 64">
            <a:extLst>
              <a:ext uri="{FF2B5EF4-FFF2-40B4-BE49-F238E27FC236}">
                <a16:creationId xmlns:a16="http://schemas.microsoft.com/office/drawing/2014/main" id="{26CCF678-B825-4A9D-AF59-68723A33343A}"/>
              </a:ext>
            </a:extLst>
          </p:cNvPr>
          <p:cNvSpPr>
            <a:spLocks noChangeArrowheads="1"/>
          </p:cNvSpPr>
          <p:nvPr/>
        </p:nvSpPr>
        <p:spPr bwMode="auto">
          <a:xfrm>
            <a:off x="262893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2" name="Rectangle 65">
            <a:extLst>
              <a:ext uri="{FF2B5EF4-FFF2-40B4-BE49-F238E27FC236}">
                <a16:creationId xmlns:a16="http://schemas.microsoft.com/office/drawing/2014/main" id="{ECE3A29D-36C2-447D-BAC8-F721C873D213}"/>
              </a:ext>
            </a:extLst>
          </p:cNvPr>
          <p:cNvSpPr>
            <a:spLocks noChangeArrowheads="1"/>
          </p:cNvSpPr>
          <p:nvPr/>
        </p:nvSpPr>
        <p:spPr bwMode="auto">
          <a:xfrm>
            <a:off x="3083197"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3" name="Rectangle 66">
            <a:extLst>
              <a:ext uri="{FF2B5EF4-FFF2-40B4-BE49-F238E27FC236}">
                <a16:creationId xmlns:a16="http://schemas.microsoft.com/office/drawing/2014/main" id="{3EAFBB34-6EA0-4152-8AD7-5299E7456621}"/>
              </a:ext>
            </a:extLst>
          </p:cNvPr>
          <p:cNvSpPr>
            <a:spLocks noChangeArrowheads="1"/>
          </p:cNvSpPr>
          <p:nvPr/>
        </p:nvSpPr>
        <p:spPr bwMode="auto">
          <a:xfrm>
            <a:off x="3538630"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4" name="Rectangle 67">
            <a:extLst>
              <a:ext uri="{FF2B5EF4-FFF2-40B4-BE49-F238E27FC236}">
                <a16:creationId xmlns:a16="http://schemas.microsoft.com/office/drawing/2014/main" id="{2F86D70C-2640-4E78-9AC8-499F31B082EF}"/>
              </a:ext>
            </a:extLst>
          </p:cNvPr>
          <p:cNvSpPr>
            <a:spLocks noChangeArrowheads="1"/>
          </p:cNvSpPr>
          <p:nvPr/>
        </p:nvSpPr>
        <p:spPr bwMode="auto">
          <a:xfrm>
            <a:off x="399289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5" name="Rectangle 68">
            <a:extLst>
              <a:ext uri="{FF2B5EF4-FFF2-40B4-BE49-F238E27FC236}">
                <a16:creationId xmlns:a16="http://schemas.microsoft.com/office/drawing/2014/main" id="{A275C0EA-73CC-4699-B3C9-4A3708797370}"/>
              </a:ext>
            </a:extLst>
          </p:cNvPr>
          <p:cNvSpPr>
            <a:spLocks noChangeArrowheads="1"/>
          </p:cNvSpPr>
          <p:nvPr/>
        </p:nvSpPr>
        <p:spPr bwMode="auto">
          <a:xfrm>
            <a:off x="4448326"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6" name="Rectangle 69">
            <a:extLst>
              <a:ext uri="{FF2B5EF4-FFF2-40B4-BE49-F238E27FC236}">
                <a16:creationId xmlns:a16="http://schemas.microsoft.com/office/drawing/2014/main" id="{F86BBF02-3C76-4314-A0E0-F7356FA340F1}"/>
              </a:ext>
            </a:extLst>
          </p:cNvPr>
          <p:cNvSpPr>
            <a:spLocks noChangeArrowheads="1"/>
          </p:cNvSpPr>
          <p:nvPr/>
        </p:nvSpPr>
        <p:spPr bwMode="auto">
          <a:xfrm>
            <a:off x="4902589"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7" name="Rectangle 70">
            <a:extLst>
              <a:ext uri="{FF2B5EF4-FFF2-40B4-BE49-F238E27FC236}">
                <a16:creationId xmlns:a16="http://schemas.microsoft.com/office/drawing/2014/main" id="{F2323DB0-CBBB-4827-9FCF-88B352492E24}"/>
              </a:ext>
            </a:extLst>
          </p:cNvPr>
          <p:cNvSpPr>
            <a:spLocks noChangeArrowheads="1"/>
          </p:cNvSpPr>
          <p:nvPr/>
        </p:nvSpPr>
        <p:spPr bwMode="auto">
          <a:xfrm>
            <a:off x="535802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8" name="Rectangle 71">
            <a:extLst>
              <a:ext uri="{FF2B5EF4-FFF2-40B4-BE49-F238E27FC236}">
                <a16:creationId xmlns:a16="http://schemas.microsoft.com/office/drawing/2014/main" id="{6C55D080-856F-44CE-A0EC-C7625E2A2D45}"/>
              </a:ext>
            </a:extLst>
          </p:cNvPr>
          <p:cNvSpPr>
            <a:spLocks noChangeArrowheads="1"/>
          </p:cNvSpPr>
          <p:nvPr/>
        </p:nvSpPr>
        <p:spPr bwMode="auto">
          <a:xfrm>
            <a:off x="581228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9" name="Rectangle 72">
            <a:extLst>
              <a:ext uri="{FF2B5EF4-FFF2-40B4-BE49-F238E27FC236}">
                <a16:creationId xmlns:a16="http://schemas.microsoft.com/office/drawing/2014/main" id="{8BF6FDB3-DFE2-48BE-8E96-9C26D4FD9092}"/>
              </a:ext>
            </a:extLst>
          </p:cNvPr>
          <p:cNvSpPr>
            <a:spLocks noChangeArrowheads="1"/>
          </p:cNvSpPr>
          <p:nvPr/>
        </p:nvSpPr>
        <p:spPr bwMode="auto">
          <a:xfrm>
            <a:off x="626771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0" name="Rectangle 73">
            <a:extLst>
              <a:ext uri="{FF2B5EF4-FFF2-40B4-BE49-F238E27FC236}">
                <a16:creationId xmlns:a16="http://schemas.microsoft.com/office/drawing/2014/main" id="{D430B815-9711-421A-B4EE-DC1E51BD09E7}"/>
              </a:ext>
            </a:extLst>
          </p:cNvPr>
          <p:cNvSpPr>
            <a:spLocks noChangeArrowheads="1"/>
          </p:cNvSpPr>
          <p:nvPr/>
        </p:nvSpPr>
        <p:spPr bwMode="auto">
          <a:xfrm>
            <a:off x="672198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1" name="Rectangle 74">
            <a:extLst>
              <a:ext uri="{FF2B5EF4-FFF2-40B4-BE49-F238E27FC236}">
                <a16:creationId xmlns:a16="http://schemas.microsoft.com/office/drawing/2014/main" id="{B8A5CB15-B1A9-4CE5-AD04-579255B67651}"/>
              </a:ext>
            </a:extLst>
          </p:cNvPr>
          <p:cNvSpPr>
            <a:spLocks noChangeArrowheads="1"/>
          </p:cNvSpPr>
          <p:nvPr/>
        </p:nvSpPr>
        <p:spPr bwMode="auto">
          <a:xfrm>
            <a:off x="717741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2" name="Rectangle 75">
            <a:extLst>
              <a:ext uri="{FF2B5EF4-FFF2-40B4-BE49-F238E27FC236}">
                <a16:creationId xmlns:a16="http://schemas.microsoft.com/office/drawing/2014/main" id="{6F6AC38A-D3A1-44B2-8398-DA177502859A}"/>
              </a:ext>
            </a:extLst>
          </p:cNvPr>
          <p:cNvSpPr>
            <a:spLocks noChangeArrowheads="1"/>
          </p:cNvSpPr>
          <p:nvPr/>
        </p:nvSpPr>
        <p:spPr bwMode="auto">
          <a:xfrm>
            <a:off x="7631676"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3" name="Rectangle 76">
            <a:extLst>
              <a:ext uri="{FF2B5EF4-FFF2-40B4-BE49-F238E27FC236}">
                <a16:creationId xmlns:a16="http://schemas.microsoft.com/office/drawing/2014/main" id="{6A4C12CD-07BF-46EB-AC44-6B119866CF4B}"/>
              </a:ext>
            </a:extLst>
          </p:cNvPr>
          <p:cNvSpPr>
            <a:spLocks noChangeArrowheads="1"/>
          </p:cNvSpPr>
          <p:nvPr/>
        </p:nvSpPr>
        <p:spPr bwMode="auto">
          <a:xfrm>
            <a:off x="8087109"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4" name="Rectangle 77">
            <a:extLst>
              <a:ext uri="{FF2B5EF4-FFF2-40B4-BE49-F238E27FC236}">
                <a16:creationId xmlns:a16="http://schemas.microsoft.com/office/drawing/2014/main" id="{5C4A1230-B968-451A-B024-8739FD0C1F93}"/>
              </a:ext>
            </a:extLst>
          </p:cNvPr>
          <p:cNvSpPr>
            <a:spLocks noChangeArrowheads="1"/>
          </p:cNvSpPr>
          <p:nvPr/>
        </p:nvSpPr>
        <p:spPr bwMode="auto">
          <a:xfrm>
            <a:off x="854137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5" name="Rectangle 78">
            <a:extLst>
              <a:ext uri="{FF2B5EF4-FFF2-40B4-BE49-F238E27FC236}">
                <a16:creationId xmlns:a16="http://schemas.microsoft.com/office/drawing/2014/main" id="{D75AC3CE-9734-481C-9D3F-2AF13116EE55}"/>
              </a:ext>
            </a:extLst>
          </p:cNvPr>
          <p:cNvSpPr>
            <a:spLocks noChangeArrowheads="1"/>
          </p:cNvSpPr>
          <p:nvPr/>
        </p:nvSpPr>
        <p:spPr bwMode="auto">
          <a:xfrm>
            <a:off x="8996805"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6" name="Rectangle 79">
            <a:extLst>
              <a:ext uri="{FF2B5EF4-FFF2-40B4-BE49-F238E27FC236}">
                <a16:creationId xmlns:a16="http://schemas.microsoft.com/office/drawing/2014/main" id="{69A12AE9-4D1E-4F86-ABCC-DC9AA3068AA9}"/>
              </a:ext>
            </a:extLst>
          </p:cNvPr>
          <p:cNvSpPr>
            <a:spLocks noChangeArrowheads="1"/>
          </p:cNvSpPr>
          <p:nvPr/>
        </p:nvSpPr>
        <p:spPr bwMode="auto">
          <a:xfrm>
            <a:off x="9451068"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7" name="Rectangle 80">
            <a:extLst>
              <a:ext uri="{FF2B5EF4-FFF2-40B4-BE49-F238E27FC236}">
                <a16:creationId xmlns:a16="http://schemas.microsoft.com/office/drawing/2014/main" id="{30C6E2D2-A01B-4BF9-9EAF-4F62A9AF7214}"/>
              </a:ext>
            </a:extLst>
          </p:cNvPr>
          <p:cNvSpPr>
            <a:spLocks noChangeArrowheads="1"/>
          </p:cNvSpPr>
          <p:nvPr/>
        </p:nvSpPr>
        <p:spPr bwMode="auto">
          <a:xfrm>
            <a:off x="9906501"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8" name="Rectangle 81">
            <a:extLst>
              <a:ext uri="{FF2B5EF4-FFF2-40B4-BE49-F238E27FC236}">
                <a16:creationId xmlns:a16="http://schemas.microsoft.com/office/drawing/2014/main" id="{C9F10DE1-A75B-4DA6-AACE-23581D8E642C}"/>
              </a:ext>
            </a:extLst>
          </p:cNvPr>
          <p:cNvSpPr>
            <a:spLocks noChangeArrowheads="1"/>
          </p:cNvSpPr>
          <p:nvPr/>
        </p:nvSpPr>
        <p:spPr bwMode="auto">
          <a:xfrm>
            <a:off x="1036076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9" name="Rectangle 82">
            <a:extLst>
              <a:ext uri="{FF2B5EF4-FFF2-40B4-BE49-F238E27FC236}">
                <a16:creationId xmlns:a16="http://schemas.microsoft.com/office/drawing/2014/main" id="{0A775802-DD96-46A9-9F60-3C0D0736E331}"/>
              </a:ext>
            </a:extLst>
          </p:cNvPr>
          <p:cNvSpPr>
            <a:spLocks noChangeArrowheads="1"/>
          </p:cNvSpPr>
          <p:nvPr/>
        </p:nvSpPr>
        <p:spPr bwMode="auto">
          <a:xfrm>
            <a:off x="1081619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0" name="Rectangle 83">
            <a:extLst>
              <a:ext uri="{FF2B5EF4-FFF2-40B4-BE49-F238E27FC236}">
                <a16:creationId xmlns:a16="http://schemas.microsoft.com/office/drawing/2014/main" id="{D665EA6F-14AA-4648-AB60-F7117F986461}"/>
              </a:ext>
            </a:extLst>
          </p:cNvPr>
          <p:cNvSpPr>
            <a:spLocks noChangeArrowheads="1"/>
          </p:cNvSpPr>
          <p:nvPr/>
        </p:nvSpPr>
        <p:spPr bwMode="auto">
          <a:xfrm>
            <a:off x="1127046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1" name="Rectangle 84">
            <a:extLst>
              <a:ext uri="{FF2B5EF4-FFF2-40B4-BE49-F238E27FC236}">
                <a16:creationId xmlns:a16="http://schemas.microsoft.com/office/drawing/2014/main" id="{ACB843B8-638E-4047-9D91-8223083C0D1C}"/>
              </a:ext>
            </a:extLst>
          </p:cNvPr>
          <p:cNvSpPr>
            <a:spLocks noChangeArrowheads="1"/>
          </p:cNvSpPr>
          <p:nvPr/>
        </p:nvSpPr>
        <p:spPr bwMode="auto">
          <a:xfrm>
            <a:off x="1172589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2" name="Rectangle 86">
            <a:extLst>
              <a:ext uri="{FF2B5EF4-FFF2-40B4-BE49-F238E27FC236}">
                <a16:creationId xmlns:a16="http://schemas.microsoft.com/office/drawing/2014/main" id="{B7163B2C-02BA-42E9-BFC1-6A12FD59E5B3}"/>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3" name="Rectangle 87">
            <a:extLst>
              <a:ext uri="{FF2B5EF4-FFF2-40B4-BE49-F238E27FC236}">
                <a16:creationId xmlns:a16="http://schemas.microsoft.com/office/drawing/2014/main" id="{0B2288ED-33E4-4DE9-A750-24B68416FDD7}"/>
              </a:ext>
            </a:extLst>
          </p:cNvPr>
          <p:cNvSpPr>
            <a:spLocks noChangeArrowheads="1"/>
          </p:cNvSpPr>
          <p:nvPr/>
        </p:nvSpPr>
        <p:spPr bwMode="auto">
          <a:xfrm>
            <a:off x="80954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4" name="Rectangle 88">
            <a:extLst>
              <a:ext uri="{FF2B5EF4-FFF2-40B4-BE49-F238E27FC236}">
                <a16:creationId xmlns:a16="http://schemas.microsoft.com/office/drawing/2014/main" id="{69096790-3EDA-447C-B893-B58EB23115A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5" name="Rectangle 89">
            <a:extLst>
              <a:ext uri="{FF2B5EF4-FFF2-40B4-BE49-F238E27FC236}">
                <a16:creationId xmlns:a16="http://schemas.microsoft.com/office/drawing/2014/main" id="{CE854A02-0132-4C04-ADC5-9E062CF231BE}"/>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6" name="Rectangle 90">
            <a:extLst>
              <a:ext uri="{FF2B5EF4-FFF2-40B4-BE49-F238E27FC236}">
                <a16:creationId xmlns:a16="http://schemas.microsoft.com/office/drawing/2014/main" id="{E95D99AF-99D5-475B-AE63-90F7E8CC67AF}"/>
              </a:ext>
            </a:extLst>
          </p:cNvPr>
          <p:cNvSpPr>
            <a:spLocks noChangeArrowheads="1"/>
          </p:cNvSpPr>
          <p:nvPr/>
        </p:nvSpPr>
        <p:spPr bwMode="auto">
          <a:xfrm>
            <a:off x="2173502"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7" name="Rectangle 91">
            <a:extLst>
              <a:ext uri="{FF2B5EF4-FFF2-40B4-BE49-F238E27FC236}">
                <a16:creationId xmlns:a16="http://schemas.microsoft.com/office/drawing/2014/main" id="{A34BE509-D4BA-40A3-A4CD-3DF07B9E19D0}"/>
              </a:ext>
            </a:extLst>
          </p:cNvPr>
          <p:cNvSpPr>
            <a:spLocks noChangeArrowheads="1"/>
          </p:cNvSpPr>
          <p:nvPr/>
        </p:nvSpPr>
        <p:spPr bwMode="auto">
          <a:xfrm>
            <a:off x="2628934"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8" name="Rectangle 92">
            <a:extLst>
              <a:ext uri="{FF2B5EF4-FFF2-40B4-BE49-F238E27FC236}">
                <a16:creationId xmlns:a16="http://schemas.microsoft.com/office/drawing/2014/main" id="{A37FB970-0E25-4676-BC34-1A82728AF1D7}"/>
              </a:ext>
            </a:extLst>
          </p:cNvPr>
          <p:cNvSpPr>
            <a:spLocks noChangeArrowheads="1"/>
          </p:cNvSpPr>
          <p:nvPr/>
        </p:nvSpPr>
        <p:spPr bwMode="auto">
          <a:xfrm>
            <a:off x="3083197"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9" name="Rectangle 105">
            <a:extLst>
              <a:ext uri="{FF2B5EF4-FFF2-40B4-BE49-F238E27FC236}">
                <a16:creationId xmlns:a16="http://schemas.microsoft.com/office/drawing/2014/main" id="{970F9FCF-AA68-4E8F-8EA5-AAC4C5810EAB}"/>
              </a:ext>
            </a:extLst>
          </p:cNvPr>
          <p:cNvSpPr>
            <a:spLocks noChangeArrowheads="1"/>
          </p:cNvSpPr>
          <p:nvPr/>
        </p:nvSpPr>
        <p:spPr bwMode="auto">
          <a:xfrm>
            <a:off x="8996805"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0" name="Rectangle 106">
            <a:extLst>
              <a:ext uri="{FF2B5EF4-FFF2-40B4-BE49-F238E27FC236}">
                <a16:creationId xmlns:a16="http://schemas.microsoft.com/office/drawing/2014/main" id="{9D296959-779A-4776-ABF7-2FF2A73C81D2}"/>
              </a:ext>
            </a:extLst>
          </p:cNvPr>
          <p:cNvSpPr>
            <a:spLocks noChangeArrowheads="1"/>
          </p:cNvSpPr>
          <p:nvPr/>
        </p:nvSpPr>
        <p:spPr bwMode="auto">
          <a:xfrm>
            <a:off x="9451068"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1" name="Rectangle 107">
            <a:extLst>
              <a:ext uri="{FF2B5EF4-FFF2-40B4-BE49-F238E27FC236}">
                <a16:creationId xmlns:a16="http://schemas.microsoft.com/office/drawing/2014/main" id="{59855A4C-2548-423F-B57F-42922BC9B572}"/>
              </a:ext>
            </a:extLst>
          </p:cNvPr>
          <p:cNvSpPr>
            <a:spLocks noChangeArrowheads="1"/>
          </p:cNvSpPr>
          <p:nvPr/>
        </p:nvSpPr>
        <p:spPr bwMode="auto">
          <a:xfrm>
            <a:off x="9906501"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2" name="Rectangle 108">
            <a:extLst>
              <a:ext uri="{FF2B5EF4-FFF2-40B4-BE49-F238E27FC236}">
                <a16:creationId xmlns:a16="http://schemas.microsoft.com/office/drawing/2014/main" id="{54509127-BDD5-48E1-BE65-947CAC6B0439}"/>
              </a:ext>
            </a:extLst>
          </p:cNvPr>
          <p:cNvSpPr>
            <a:spLocks noChangeArrowheads="1"/>
          </p:cNvSpPr>
          <p:nvPr/>
        </p:nvSpPr>
        <p:spPr bwMode="auto">
          <a:xfrm>
            <a:off x="10360763"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3" name="Rectangle 109">
            <a:extLst>
              <a:ext uri="{FF2B5EF4-FFF2-40B4-BE49-F238E27FC236}">
                <a16:creationId xmlns:a16="http://schemas.microsoft.com/office/drawing/2014/main" id="{58C13B87-F971-4720-889B-EE6DE93E6B49}"/>
              </a:ext>
            </a:extLst>
          </p:cNvPr>
          <p:cNvSpPr>
            <a:spLocks noChangeArrowheads="1"/>
          </p:cNvSpPr>
          <p:nvPr/>
        </p:nvSpPr>
        <p:spPr bwMode="auto">
          <a:xfrm>
            <a:off x="10816197"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4" name="Rectangle 110">
            <a:extLst>
              <a:ext uri="{FF2B5EF4-FFF2-40B4-BE49-F238E27FC236}">
                <a16:creationId xmlns:a16="http://schemas.microsoft.com/office/drawing/2014/main" id="{681AD0E1-0BA7-4208-8DF7-EAB9E75AECF0}"/>
              </a:ext>
            </a:extLst>
          </p:cNvPr>
          <p:cNvSpPr>
            <a:spLocks noChangeArrowheads="1"/>
          </p:cNvSpPr>
          <p:nvPr/>
        </p:nvSpPr>
        <p:spPr bwMode="auto">
          <a:xfrm>
            <a:off x="11270460"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5" name="Rectangle 111">
            <a:extLst>
              <a:ext uri="{FF2B5EF4-FFF2-40B4-BE49-F238E27FC236}">
                <a16:creationId xmlns:a16="http://schemas.microsoft.com/office/drawing/2014/main" id="{FCBB3D30-B78E-44FC-8174-C95F9A1641DF}"/>
              </a:ext>
            </a:extLst>
          </p:cNvPr>
          <p:cNvSpPr>
            <a:spLocks noChangeArrowheads="1"/>
          </p:cNvSpPr>
          <p:nvPr/>
        </p:nvSpPr>
        <p:spPr bwMode="auto">
          <a:xfrm>
            <a:off x="1172589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6" name="Rectangle 113">
            <a:extLst>
              <a:ext uri="{FF2B5EF4-FFF2-40B4-BE49-F238E27FC236}">
                <a16:creationId xmlns:a16="http://schemas.microsoft.com/office/drawing/2014/main" id="{699FABD8-D290-42AB-87FC-C9A58ADC7A0F}"/>
              </a:ext>
            </a:extLst>
          </p:cNvPr>
          <p:cNvSpPr>
            <a:spLocks noChangeArrowheads="1"/>
          </p:cNvSpPr>
          <p:nvPr/>
        </p:nvSpPr>
        <p:spPr bwMode="auto">
          <a:xfrm>
            <a:off x="35411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7" name="Rectangle 114">
            <a:extLst>
              <a:ext uri="{FF2B5EF4-FFF2-40B4-BE49-F238E27FC236}">
                <a16:creationId xmlns:a16="http://schemas.microsoft.com/office/drawing/2014/main" id="{0B4D148D-F129-4DB7-88C2-471CB37E2DFF}"/>
              </a:ext>
            </a:extLst>
          </p:cNvPr>
          <p:cNvSpPr>
            <a:spLocks noChangeArrowheads="1"/>
          </p:cNvSpPr>
          <p:nvPr/>
        </p:nvSpPr>
        <p:spPr bwMode="auto">
          <a:xfrm>
            <a:off x="80954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8" name="Rectangle 115">
            <a:extLst>
              <a:ext uri="{FF2B5EF4-FFF2-40B4-BE49-F238E27FC236}">
                <a16:creationId xmlns:a16="http://schemas.microsoft.com/office/drawing/2014/main" id="{6DF2FDEE-C085-4999-B8E9-1B5D1D8FDA58}"/>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9" name="Rectangle 116">
            <a:extLst>
              <a:ext uri="{FF2B5EF4-FFF2-40B4-BE49-F238E27FC236}">
                <a16:creationId xmlns:a16="http://schemas.microsoft.com/office/drawing/2014/main" id="{2F001154-22EC-4762-9895-75CD714E3181}"/>
              </a:ext>
            </a:extLst>
          </p:cNvPr>
          <p:cNvSpPr>
            <a:spLocks noChangeArrowheads="1"/>
          </p:cNvSpPr>
          <p:nvPr/>
        </p:nvSpPr>
        <p:spPr bwMode="auto">
          <a:xfrm>
            <a:off x="1719239"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0" name="Rectangle 117">
            <a:extLst>
              <a:ext uri="{FF2B5EF4-FFF2-40B4-BE49-F238E27FC236}">
                <a16:creationId xmlns:a16="http://schemas.microsoft.com/office/drawing/2014/main" id="{8CB1148A-8A8E-4217-B7AD-E1D5D2B0D9EB}"/>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1" name="Rectangle 118">
            <a:extLst>
              <a:ext uri="{FF2B5EF4-FFF2-40B4-BE49-F238E27FC236}">
                <a16:creationId xmlns:a16="http://schemas.microsoft.com/office/drawing/2014/main" id="{20FE1950-CE5A-4D2F-96A0-94186638CA98}"/>
              </a:ext>
            </a:extLst>
          </p:cNvPr>
          <p:cNvSpPr>
            <a:spLocks noChangeArrowheads="1"/>
          </p:cNvSpPr>
          <p:nvPr/>
        </p:nvSpPr>
        <p:spPr bwMode="auto">
          <a:xfrm>
            <a:off x="2628934"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2" name="Rectangle 119">
            <a:extLst>
              <a:ext uri="{FF2B5EF4-FFF2-40B4-BE49-F238E27FC236}">
                <a16:creationId xmlns:a16="http://schemas.microsoft.com/office/drawing/2014/main" id="{83A14354-B3F5-4073-AA5C-F099A82F6A08}"/>
              </a:ext>
            </a:extLst>
          </p:cNvPr>
          <p:cNvSpPr>
            <a:spLocks noChangeArrowheads="1"/>
          </p:cNvSpPr>
          <p:nvPr/>
        </p:nvSpPr>
        <p:spPr bwMode="auto">
          <a:xfrm>
            <a:off x="3083197"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3" name="Rectangle 132">
            <a:extLst>
              <a:ext uri="{FF2B5EF4-FFF2-40B4-BE49-F238E27FC236}">
                <a16:creationId xmlns:a16="http://schemas.microsoft.com/office/drawing/2014/main" id="{76AA0892-AC62-4F6F-833D-458C99E021BD}"/>
              </a:ext>
            </a:extLst>
          </p:cNvPr>
          <p:cNvSpPr>
            <a:spLocks noChangeArrowheads="1"/>
          </p:cNvSpPr>
          <p:nvPr/>
        </p:nvSpPr>
        <p:spPr bwMode="auto">
          <a:xfrm>
            <a:off x="8996805"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4" name="Rectangle 133">
            <a:extLst>
              <a:ext uri="{FF2B5EF4-FFF2-40B4-BE49-F238E27FC236}">
                <a16:creationId xmlns:a16="http://schemas.microsoft.com/office/drawing/2014/main" id="{A9C2DB91-40AA-4597-9B38-C5864CB8F9BE}"/>
              </a:ext>
            </a:extLst>
          </p:cNvPr>
          <p:cNvSpPr>
            <a:spLocks noChangeArrowheads="1"/>
          </p:cNvSpPr>
          <p:nvPr/>
        </p:nvSpPr>
        <p:spPr bwMode="auto">
          <a:xfrm>
            <a:off x="9451068"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5" name="Rectangle 134">
            <a:extLst>
              <a:ext uri="{FF2B5EF4-FFF2-40B4-BE49-F238E27FC236}">
                <a16:creationId xmlns:a16="http://schemas.microsoft.com/office/drawing/2014/main" id="{4C7BF4BD-0F20-4B33-94A1-72CA3EDF2983}"/>
              </a:ext>
            </a:extLst>
          </p:cNvPr>
          <p:cNvSpPr>
            <a:spLocks noChangeArrowheads="1"/>
          </p:cNvSpPr>
          <p:nvPr/>
        </p:nvSpPr>
        <p:spPr bwMode="auto">
          <a:xfrm>
            <a:off x="9906501"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6" name="Rectangle 135">
            <a:extLst>
              <a:ext uri="{FF2B5EF4-FFF2-40B4-BE49-F238E27FC236}">
                <a16:creationId xmlns:a16="http://schemas.microsoft.com/office/drawing/2014/main" id="{06A886E0-5EF6-4EF7-A054-B2E0B10BC970}"/>
              </a:ext>
            </a:extLst>
          </p:cNvPr>
          <p:cNvSpPr>
            <a:spLocks noChangeArrowheads="1"/>
          </p:cNvSpPr>
          <p:nvPr/>
        </p:nvSpPr>
        <p:spPr bwMode="auto">
          <a:xfrm>
            <a:off x="10360763"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7" name="Rectangle 136">
            <a:extLst>
              <a:ext uri="{FF2B5EF4-FFF2-40B4-BE49-F238E27FC236}">
                <a16:creationId xmlns:a16="http://schemas.microsoft.com/office/drawing/2014/main" id="{15585719-9169-4D98-80F3-2CB8A58F3F5E}"/>
              </a:ext>
            </a:extLst>
          </p:cNvPr>
          <p:cNvSpPr>
            <a:spLocks noChangeArrowheads="1"/>
          </p:cNvSpPr>
          <p:nvPr/>
        </p:nvSpPr>
        <p:spPr bwMode="auto">
          <a:xfrm>
            <a:off x="10816197"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8" name="Rectangle 137">
            <a:extLst>
              <a:ext uri="{FF2B5EF4-FFF2-40B4-BE49-F238E27FC236}">
                <a16:creationId xmlns:a16="http://schemas.microsoft.com/office/drawing/2014/main" id="{1528ECA1-B6B5-4F12-B518-F98298404AD8}"/>
              </a:ext>
            </a:extLst>
          </p:cNvPr>
          <p:cNvSpPr>
            <a:spLocks noChangeArrowheads="1"/>
          </p:cNvSpPr>
          <p:nvPr/>
        </p:nvSpPr>
        <p:spPr bwMode="auto">
          <a:xfrm>
            <a:off x="1127046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9" name="Rectangle 138">
            <a:extLst>
              <a:ext uri="{FF2B5EF4-FFF2-40B4-BE49-F238E27FC236}">
                <a16:creationId xmlns:a16="http://schemas.microsoft.com/office/drawing/2014/main" id="{A5E04FCD-9144-4125-B905-01BA90E876FE}"/>
              </a:ext>
            </a:extLst>
          </p:cNvPr>
          <p:cNvSpPr>
            <a:spLocks noChangeArrowheads="1"/>
          </p:cNvSpPr>
          <p:nvPr/>
        </p:nvSpPr>
        <p:spPr bwMode="auto">
          <a:xfrm>
            <a:off x="1172589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0" name="Rectangle 140">
            <a:extLst>
              <a:ext uri="{FF2B5EF4-FFF2-40B4-BE49-F238E27FC236}">
                <a16:creationId xmlns:a16="http://schemas.microsoft.com/office/drawing/2014/main" id="{A3A97D31-5EE8-448D-8A5F-2BFCFB9E7036}"/>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1" name="Rectangle 141">
            <a:extLst>
              <a:ext uri="{FF2B5EF4-FFF2-40B4-BE49-F238E27FC236}">
                <a16:creationId xmlns:a16="http://schemas.microsoft.com/office/drawing/2014/main" id="{D5A6A0D9-0DCB-4C02-B821-ECBB42E71769}"/>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2" name="Rectangle 142">
            <a:extLst>
              <a:ext uri="{FF2B5EF4-FFF2-40B4-BE49-F238E27FC236}">
                <a16:creationId xmlns:a16="http://schemas.microsoft.com/office/drawing/2014/main" id="{E4CFE5B5-7797-4C7B-B3D9-787A3D923EFF}"/>
              </a:ext>
            </a:extLst>
          </p:cNvPr>
          <p:cNvSpPr>
            <a:spLocks noChangeArrowheads="1"/>
          </p:cNvSpPr>
          <p:nvPr/>
        </p:nvSpPr>
        <p:spPr bwMode="auto">
          <a:xfrm>
            <a:off x="1263805"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3" name="Rectangle 143">
            <a:extLst>
              <a:ext uri="{FF2B5EF4-FFF2-40B4-BE49-F238E27FC236}">
                <a16:creationId xmlns:a16="http://schemas.microsoft.com/office/drawing/2014/main" id="{16868543-F08E-4EF2-A138-A5D60AD4C433}"/>
              </a:ext>
            </a:extLst>
          </p:cNvPr>
          <p:cNvSpPr>
            <a:spLocks noChangeArrowheads="1"/>
          </p:cNvSpPr>
          <p:nvPr/>
        </p:nvSpPr>
        <p:spPr bwMode="auto">
          <a:xfrm>
            <a:off x="1719239"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4" name="Rectangle 144">
            <a:extLst>
              <a:ext uri="{FF2B5EF4-FFF2-40B4-BE49-F238E27FC236}">
                <a16:creationId xmlns:a16="http://schemas.microsoft.com/office/drawing/2014/main" id="{7AA615AC-F660-426D-A925-78A832B1F87C}"/>
              </a:ext>
            </a:extLst>
          </p:cNvPr>
          <p:cNvSpPr>
            <a:spLocks noChangeArrowheads="1"/>
          </p:cNvSpPr>
          <p:nvPr/>
        </p:nvSpPr>
        <p:spPr bwMode="auto">
          <a:xfrm>
            <a:off x="2173502"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5" name="Rectangle 145">
            <a:extLst>
              <a:ext uri="{FF2B5EF4-FFF2-40B4-BE49-F238E27FC236}">
                <a16:creationId xmlns:a16="http://schemas.microsoft.com/office/drawing/2014/main" id="{DA02DEE7-518D-4550-A98E-419A429F2830}"/>
              </a:ext>
            </a:extLst>
          </p:cNvPr>
          <p:cNvSpPr>
            <a:spLocks noChangeArrowheads="1"/>
          </p:cNvSpPr>
          <p:nvPr/>
        </p:nvSpPr>
        <p:spPr bwMode="auto">
          <a:xfrm>
            <a:off x="2628934"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6" name="Rectangle 146">
            <a:extLst>
              <a:ext uri="{FF2B5EF4-FFF2-40B4-BE49-F238E27FC236}">
                <a16:creationId xmlns:a16="http://schemas.microsoft.com/office/drawing/2014/main" id="{CF13D66E-ABF4-4967-B8B3-F517D9B3C45C}"/>
              </a:ext>
            </a:extLst>
          </p:cNvPr>
          <p:cNvSpPr>
            <a:spLocks noChangeArrowheads="1"/>
          </p:cNvSpPr>
          <p:nvPr/>
        </p:nvSpPr>
        <p:spPr bwMode="auto">
          <a:xfrm>
            <a:off x="3083197"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7" name="Rectangle 159">
            <a:extLst>
              <a:ext uri="{FF2B5EF4-FFF2-40B4-BE49-F238E27FC236}">
                <a16:creationId xmlns:a16="http://schemas.microsoft.com/office/drawing/2014/main" id="{7B7E4AC4-5592-4DE6-AD9F-62E8E5E7C391}"/>
              </a:ext>
            </a:extLst>
          </p:cNvPr>
          <p:cNvSpPr>
            <a:spLocks noChangeArrowheads="1"/>
          </p:cNvSpPr>
          <p:nvPr/>
        </p:nvSpPr>
        <p:spPr bwMode="auto">
          <a:xfrm>
            <a:off x="8996805"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8" name="Rectangle 160">
            <a:extLst>
              <a:ext uri="{FF2B5EF4-FFF2-40B4-BE49-F238E27FC236}">
                <a16:creationId xmlns:a16="http://schemas.microsoft.com/office/drawing/2014/main" id="{64C2F106-22BF-42DB-B523-838D7919E609}"/>
              </a:ext>
            </a:extLst>
          </p:cNvPr>
          <p:cNvSpPr>
            <a:spLocks noChangeArrowheads="1"/>
          </p:cNvSpPr>
          <p:nvPr/>
        </p:nvSpPr>
        <p:spPr bwMode="auto">
          <a:xfrm>
            <a:off x="9451068"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9" name="Rectangle 161">
            <a:extLst>
              <a:ext uri="{FF2B5EF4-FFF2-40B4-BE49-F238E27FC236}">
                <a16:creationId xmlns:a16="http://schemas.microsoft.com/office/drawing/2014/main" id="{476760DC-3414-46D3-8ED3-E57574242DE7}"/>
              </a:ext>
            </a:extLst>
          </p:cNvPr>
          <p:cNvSpPr>
            <a:spLocks noChangeArrowheads="1"/>
          </p:cNvSpPr>
          <p:nvPr/>
        </p:nvSpPr>
        <p:spPr bwMode="auto">
          <a:xfrm>
            <a:off x="9906501"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0" name="Rectangle 162">
            <a:extLst>
              <a:ext uri="{FF2B5EF4-FFF2-40B4-BE49-F238E27FC236}">
                <a16:creationId xmlns:a16="http://schemas.microsoft.com/office/drawing/2014/main" id="{35BC5B5E-6559-46F0-8351-DB26B20688E7}"/>
              </a:ext>
            </a:extLst>
          </p:cNvPr>
          <p:cNvSpPr>
            <a:spLocks noChangeArrowheads="1"/>
          </p:cNvSpPr>
          <p:nvPr/>
        </p:nvSpPr>
        <p:spPr bwMode="auto">
          <a:xfrm>
            <a:off x="10360763"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1" name="Rectangle 163">
            <a:extLst>
              <a:ext uri="{FF2B5EF4-FFF2-40B4-BE49-F238E27FC236}">
                <a16:creationId xmlns:a16="http://schemas.microsoft.com/office/drawing/2014/main" id="{524E5712-0FF8-47E1-B2AE-812F34F65ED9}"/>
              </a:ext>
            </a:extLst>
          </p:cNvPr>
          <p:cNvSpPr>
            <a:spLocks noChangeArrowheads="1"/>
          </p:cNvSpPr>
          <p:nvPr/>
        </p:nvSpPr>
        <p:spPr bwMode="auto">
          <a:xfrm>
            <a:off x="10816197"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2" name="Rectangle 164">
            <a:extLst>
              <a:ext uri="{FF2B5EF4-FFF2-40B4-BE49-F238E27FC236}">
                <a16:creationId xmlns:a16="http://schemas.microsoft.com/office/drawing/2014/main" id="{617C8CE6-515E-494D-A867-E140F467B681}"/>
              </a:ext>
            </a:extLst>
          </p:cNvPr>
          <p:cNvSpPr>
            <a:spLocks noChangeArrowheads="1"/>
          </p:cNvSpPr>
          <p:nvPr/>
        </p:nvSpPr>
        <p:spPr bwMode="auto">
          <a:xfrm>
            <a:off x="11270460"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3" name="Rectangle 165">
            <a:extLst>
              <a:ext uri="{FF2B5EF4-FFF2-40B4-BE49-F238E27FC236}">
                <a16:creationId xmlns:a16="http://schemas.microsoft.com/office/drawing/2014/main" id="{D8599EDD-A959-45FB-8FD2-64277464E977}"/>
              </a:ext>
            </a:extLst>
          </p:cNvPr>
          <p:cNvSpPr>
            <a:spLocks noChangeArrowheads="1"/>
          </p:cNvSpPr>
          <p:nvPr/>
        </p:nvSpPr>
        <p:spPr bwMode="auto">
          <a:xfrm>
            <a:off x="11725892"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4" name="Rectangle 167">
            <a:extLst>
              <a:ext uri="{FF2B5EF4-FFF2-40B4-BE49-F238E27FC236}">
                <a16:creationId xmlns:a16="http://schemas.microsoft.com/office/drawing/2014/main" id="{0603D8C1-859C-43D4-B068-9EB9FBCE206C}"/>
              </a:ext>
            </a:extLst>
          </p:cNvPr>
          <p:cNvSpPr>
            <a:spLocks noChangeArrowheads="1"/>
          </p:cNvSpPr>
          <p:nvPr/>
        </p:nvSpPr>
        <p:spPr bwMode="auto">
          <a:xfrm>
            <a:off x="35411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5" name="Rectangle 168">
            <a:extLst>
              <a:ext uri="{FF2B5EF4-FFF2-40B4-BE49-F238E27FC236}">
                <a16:creationId xmlns:a16="http://schemas.microsoft.com/office/drawing/2014/main" id="{B93977AF-46E4-45C2-8A01-209FA245E2C2}"/>
              </a:ext>
            </a:extLst>
          </p:cNvPr>
          <p:cNvSpPr>
            <a:spLocks noChangeArrowheads="1"/>
          </p:cNvSpPr>
          <p:nvPr/>
        </p:nvSpPr>
        <p:spPr bwMode="auto">
          <a:xfrm>
            <a:off x="809542"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6" name="Rectangle 169">
            <a:extLst>
              <a:ext uri="{FF2B5EF4-FFF2-40B4-BE49-F238E27FC236}">
                <a16:creationId xmlns:a16="http://schemas.microsoft.com/office/drawing/2014/main" id="{50A4256E-5C7A-4A2F-AB2B-C8EFA85293EA}"/>
              </a:ext>
            </a:extLst>
          </p:cNvPr>
          <p:cNvSpPr>
            <a:spLocks noChangeArrowheads="1"/>
          </p:cNvSpPr>
          <p:nvPr/>
        </p:nvSpPr>
        <p:spPr bwMode="auto">
          <a:xfrm>
            <a:off x="1263805"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7" name="Rectangle 170">
            <a:extLst>
              <a:ext uri="{FF2B5EF4-FFF2-40B4-BE49-F238E27FC236}">
                <a16:creationId xmlns:a16="http://schemas.microsoft.com/office/drawing/2014/main" id="{59DD1AC1-2925-4164-9326-E23F394AFACB}"/>
              </a:ext>
            </a:extLst>
          </p:cNvPr>
          <p:cNvSpPr>
            <a:spLocks noChangeArrowheads="1"/>
          </p:cNvSpPr>
          <p:nvPr/>
        </p:nvSpPr>
        <p:spPr bwMode="auto">
          <a:xfrm>
            <a:off x="1719239"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8" name="Rectangle 171">
            <a:extLst>
              <a:ext uri="{FF2B5EF4-FFF2-40B4-BE49-F238E27FC236}">
                <a16:creationId xmlns:a16="http://schemas.microsoft.com/office/drawing/2014/main" id="{D9BD2BBC-9899-4590-8E1D-9C58972E57A8}"/>
              </a:ext>
            </a:extLst>
          </p:cNvPr>
          <p:cNvSpPr>
            <a:spLocks noChangeArrowheads="1"/>
          </p:cNvSpPr>
          <p:nvPr/>
        </p:nvSpPr>
        <p:spPr bwMode="auto">
          <a:xfrm>
            <a:off x="2173502"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9" name="Rectangle 172">
            <a:extLst>
              <a:ext uri="{FF2B5EF4-FFF2-40B4-BE49-F238E27FC236}">
                <a16:creationId xmlns:a16="http://schemas.microsoft.com/office/drawing/2014/main" id="{A93CAC56-6630-4410-BA23-589CFEF93313}"/>
              </a:ext>
            </a:extLst>
          </p:cNvPr>
          <p:cNvSpPr>
            <a:spLocks noChangeArrowheads="1"/>
          </p:cNvSpPr>
          <p:nvPr/>
        </p:nvSpPr>
        <p:spPr bwMode="auto">
          <a:xfrm>
            <a:off x="2628934"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0" name="Rectangle 173">
            <a:extLst>
              <a:ext uri="{FF2B5EF4-FFF2-40B4-BE49-F238E27FC236}">
                <a16:creationId xmlns:a16="http://schemas.microsoft.com/office/drawing/2014/main" id="{721D7B09-2669-42D7-A71A-2581A0113F13}"/>
              </a:ext>
            </a:extLst>
          </p:cNvPr>
          <p:cNvSpPr>
            <a:spLocks noChangeArrowheads="1"/>
          </p:cNvSpPr>
          <p:nvPr/>
        </p:nvSpPr>
        <p:spPr bwMode="auto">
          <a:xfrm>
            <a:off x="3083197"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1" name="Rectangle 186">
            <a:extLst>
              <a:ext uri="{FF2B5EF4-FFF2-40B4-BE49-F238E27FC236}">
                <a16:creationId xmlns:a16="http://schemas.microsoft.com/office/drawing/2014/main" id="{A024ED31-769A-4A0C-A18B-E09709B473F7}"/>
              </a:ext>
            </a:extLst>
          </p:cNvPr>
          <p:cNvSpPr>
            <a:spLocks noChangeArrowheads="1"/>
          </p:cNvSpPr>
          <p:nvPr/>
        </p:nvSpPr>
        <p:spPr bwMode="auto">
          <a:xfrm>
            <a:off x="8996805"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2" name="Rectangle 187">
            <a:extLst>
              <a:ext uri="{FF2B5EF4-FFF2-40B4-BE49-F238E27FC236}">
                <a16:creationId xmlns:a16="http://schemas.microsoft.com/office/drawing/2014/main" id="{5D25C9B2-51EB-439E-B42C-8439DBE38630}"/>
              </a:ext>
            </a:extLst>
          </p:cNvPr>
          <p:cNvSpPr>
            <a:spLocks noChangeArrowheads="1"/>
          </p:cNvSpPr>
          <p:nvPr/>
        </p:nvSpPr>
        <p:spPr bwMode="auto">
          <a:xfrm>
            <a:off x="9451068"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3" name="Rectangle 188">
            <a:extLst>
              <a:ext uri="{FF2B5EF4-FFF2-40B4-BE49-F238E27FC236}">
                <a16:creationId xmlns:a16="http://schemas.microsoft.com/office/drawing/2014/main" id="{CB51A720-AF45-41F9-BAA4-2D2D9B1A8F06}"/>
              </a:ext>
            </a:extLst>
          </p:cNvPr>
          <p:cNvSpPr>
            <a:spLocks noChangeArrowheads="1"/>
          </p:cNvSpPr>
          <p:nvPr/>
        </p:nvSpPr>
        <p:spPr bwMode="auto">
          <a:xfrm>
            <a:off x="9906501"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4" name="Rectangle 189">
            <a:extLst>
              <a:ext uri="{FF2B5EF4-FFF2-40B4-BE49-F238E27FC236}">
                <a16:creationId xmlns:a16="http://schemas.microsoft.com/office/drawing/2014/main" id="{C79495A3-835C-4974-A319-4B7063E8D511}"/>
              </a:ext>
            </a:extLst>
          </p:cNvPr>
          <p:cNvSpPr>
            <a:spLocks noChangeArrowheads="1"/>
          </p:cNvSpPr>
          <p:nvPr/>
        </p:nvSpPr>
        <p:spPr bwMode="auto">
          <a:xfrm>
            <a:off x="10360763"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5" name="Rectangle 190">
            <a:extLst>
              <a:ext uri="{FF2B5EF4-FFF2-40B4-BE49-F238E27FC236}">
                <a16:creationId xmlns:a16="http://schemas.microsoft.com/office/drawing/2014/main" id="{A635A506-51C2-4991-9EE9-6D4F58B2A78B}"/>
              </a:ext>
            </a:extLst>
          </p:cNvPr>
          <p:cNvSpPr>
            <a:spLocks noChangeArrowheads="1"/>
          </p:cNvSpPr>
          <p:nvPr/>
        </p:nvSpPr>
        <p:spPr bwMode="auto">
          <a:xfrm>
            <a:off x="10816197"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6" name="Rectangle 191">
            <a:extLst>
              <a:ext uri="{FF2B5EF4-FFF2-40B4-BE49-F238E27FC236}">
                <a16:creationId xmlns:a16="http://schemas.microsoft.com/office/drawing/2014/main" id="{08D7A92B-AB5F-4B0A-887C-7D9EBE4B1B93}"/>
              </a:ext>
            </a:extLst>
          </p:cNvPr>
          <p:cNvSpPr>
            <a:spLocks noChangeArrowheads="1"/>
          </p:cNvSpPr>
          <p:nvPr/>
        </p:nvSpPr>
        <p:spPr bwMode="auto">
          <a:xfrm>
            <a:off x="1127046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7" name="Rectangle 192">
            <a:extLst>
              <a:ext uri="{FF2B5EF4-FFF2-40B4-BE49-F238E27FC236}">
                <a16:creationId xmlns:a16="http://schemas.microsoft.com/office/drawing/2014/main" id="{35958760-CFAF-4281-9A3D-2676F1188443}"/>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8" name="Rectangle 194">
            <a:extLst>
              <a:ext uri="{FF2B5EF4-FFF2-40B4-BE49-F238E27FC236}">
                <a16:creationId xmlns:a16="http://schemas.microsoft.com/office/drawing/2014/main" id="{92029F51-881A-43F7-9AA5-93A2ED11CBE1}"/>
              </a:ext>
            </a:extLst>
          </p:cNvPr>
          <p:cNvSpPr>
            <a:spLocks noChangeArrowheads="1"/>
          </p:cNvSpPr>
          <p:nvPr/>
        </p:nvSpPr>
        <p:spPr bwMode="auto">
          <a:xfrm>
            <a:off x="354110"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9" name="Rectangle 195">
            <a:extLst>
              <a:ext uri="{FF2B5EF4-FFF2-40B4-BE49-F238E27FC236}">
                <a16:creationId xmlns:a16="http://schemas.microsoft.com/office/drawing/2014/main" id="{42A3ED3D-6F9D-4F03-B4CA-936ED0F204F2}"/>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0" name="Rectangle 196">
            <a:extLst>
              <a:ext uri="{FF2B5EF4-FFF2-40B4-BE49-F238E27FC236}">
                <a16:creationId xmlns:a16="http://schemas.microsoft.com/office/drawing/2014/main" id="{AC2A2B9C-988E-4A8C-8FAE-5034533F2906}"/>
              </a:ext>
            </a:extLst>
          </p:cNvPr>
          <p:cNvSpPr>
            <a:spLocks noChangeArrowheads="1"/>
          </p:cNvSpPr>
          <p:nvPr/>
        </p:nvSpPr>
        <p:spPr bwMode="auto">
          <a:xfrm>
            <a:off x="1263805"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1" name="Rectangle 197">
            <a:extLst>
              <a:ext uri="{FF2B5EF4-FFF2-40B4-BE49-F238E27FC236}">
                <a16:creationId xmlns:a16="http://schemas.microsoft.com/office/drawing/2014/main" id="{E2C4B438-1F77-4FA1-8C82-F295DAA97AAD}"/>
              </a:ext>
            </a:extLst>
          </p:cNvPr>
          <p:cNvSpPr>
            <a:spLocks noChangeArrowheads="1"/>
          </p:cNvSpPr>
          <p:nvPr/>
        </p:nvSpPr>
        <p:spPr bwMode="auto">
          <a:xfrm>
            <a:off x="1719239"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2" name="Rectangle 198">
            <a:extLst>
              <a:ext uri="{FF2B5EF4-FFF2-40B4-BE49-F238E27FC236}">
                <a16:creationId xmlns:a16="http://schemas.microsoft.com/office/drawing/2014/main" id="{79DC185F-3902-41A7-806F-A84ACBB11EA3}"/>
              </a:ext>
            </a:extLst>
          </p:cNvPr>
          <p:cNvSpPr>
            <a:spLocks noChangeArrowheads="1"/>
          </p:cNvSpPr>
          <p:nvPr/>
        </p:nvSpPr>
        <p:spPr bwMode="auto">
          <a:xfrm>
            <a:off x="2173502"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3" name="Rectangle 199">
            <a:extLst>
              <a:ext uri="{FF2B5EF4-FFF2-40B4-BE49-F238E27FC236}">
                <a16:creationId xmlns:a16="http://schemas.microsoft.com/office/drawing/2014/main" id="{C6E21298-E9AA-4E0A-BD16-901A320D5070}"/>
              </a:ext>
            </a:extLst>
          </p:cNvPr>
          <p:cNvSpPr>
            <a:spLocks noChangeArrowheads="1"/>
          </p:cNvSpPr>
          <p:nvPr/>
        </p:nvSpPr>
        <p:spPr bwMode="auto">
          <a:xfrm>
            <a:off x="2628934"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4" name="Rectangle 200">
            <a:extLst>
              <a:ext uri="{FF2B5EF4-FFF2-40B4-BE49-F238E27FC236}">
                <a16:creationId xmlns:a16="http://schemas.microsoft.com/office/drawing/2014/main" id="{71546F84-807D-4F8E-A64C-9BFECFED6303}"/>
              </a:ext>
            </a:extLst>
          </p:cNvPr>
          <p:cNvSpPr>
            <a:spLocks noChangeArrowheads="1"/>
          </p:cNvSpPr>
          <p:nvPr/>
        </p:nvSpPr>
        <p:spPr bwMode="auto">
          <a:xfrm>
            <a:off x="3083197"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5" name="Rectangle 214">
            <a:extLst>
              <a:ext uri="{FF2B5EF4-FFF2-40B4-BE49-F238E27FC236}">
                <a16:creationId xmlns:a16="http://schemas.microsoft.com/office/drawing/2014/main" id="{CFB4EA3C-FFA6-432E-9174-8C7700EBF454}"/>
              </a:ext>
            </a:extLst>
          </p:cNvPr>
          <p:cNvSpPr>
            <a:spLocks noChangeArrowheads="1"/>
          </p:cNvSpPr>
          <p:nvPr/>
        </p:nvSpPr>
        <p:spPr bwMode="auto">
          <a:xfrm>
            <a:off x="8996805"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6" name="Rectangle 215">
            <a:extLst>
              <a:ext uri="{FF2B5EF4-FFF2-40B4-BE49-F238E27FC236}">
                <a16:creationId xmlns:a16="http://schemas.microsoft.com/office/drawing/2014/main" id="{F8864E38-6F87-4A94-998C-DA1B4D050F30}"/>
              </a:ext>
            </a:extLst>
          </p:cNvPr>
          <p:cNvSpPr>
            <a:spLocks noChangeArrowheads="1"/>
          </p:cNvSpPr>
          <p:nvPr/>
        </p:nvSpPr>
        <p:spPr bwMode="auto">
          <a:xfrm>
            <a:off x="9451068"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7" name="Rectangle 216">
            <a:extLst>
              <a:ext uri="{FF2B5EF4-FFF2-40B4-BE49-F238E27FC236}">
                <a16:creationId xmlns:a16="http://schemas.microsoft.com/office/drawing/2014/main" id="{CE27A9F8-9958-4033-AB44-66F20B12EB24}"/>
              </a:ext>
            </a:extLst>
          </p:cNvPr>
          <p:cNvSpPr>
            <a:spLocks noChangeArrowheads="1"/>
          </p:cNvSpPr>
          <p:nvPr/>
        </p:nvSpPr>
        <p:spPr bwMode="auto">
          <a:xfrm>
            <a:off x="9906502"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8" name="Rectangle 217">
            <a:extLst>
              <a:ext uri="{FF2B5EF4-FFF2-40B4-BE49-F238E27FC236}">
                <a16:creationId xmlns:a16="http://schemas.microsoft.com/office/drawing/2014/main" id="{4B9DD88C-AAF5-42E9-B1D0-E407BBE2562D}"/>
              </a:ext>
            </a:extLst>
          </p:cNvPr>
          <p:cNvSpPr>
            <a:spLocks noChangeArrowheads="1"/>
          </p:cNvSpPr>
          <p:nvPr/>
        </p:nvSpPr>
        <p:spPr bwMode="auto">
          <a:xfrm>
            <a:off x="10360764"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9" name="Rectangle 218">
            <a:extLst>
              <a:ext uri="{FF2B5EF4-FFF2-40B4-BE49-F238E27FC236}">
                <a16:creationId xmlns:a16="http://schemas.microsoft.com/office/drawing/2014/main" id="{19811468-3F50-46A5-9FCC-E142EB047E28}"/>
              </a:ext>
            </a:extLst>
          </p:cNvPr>
          <p:cNvSpPr>
            <a:spLocks noChangeArrowheads="1"/>
          </p:cNvSpPr>
          <p:nvPr/>
        </p:nvSpPr>
        <p:spPr bwMode="auto">
          <a:xfrm>
            <a:off x="10816197"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0" name="Rectangle 219">
            <a:extLst>
              <a:ext uri="{FF2B5EF4-FFF2-40B4-BE49-F238E27FC236}">
                <a16:creationId xmlns:a16="http://schemas.microsoft.com/office/drawing/2014/main" id="{8B7D78B3-2097-4A23-9C3F-1125A291261D}"/>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1" name="Rectangle 220">
            <a:extLst>
              <a:ext uri="{FF2B5EF4-FFF2-40B4-BE49-F238E27FC236}">
                <a16:creationId xmlns:a16="http://schemas.microsoft.com/office/drawing/2014/main" id="{DBB4AA29-F514-41F3-B6B4-9610813E1395}"/>
              </a:ext>
            </a:extLst>
          </p:cNvPr>
          <p:cNvSpPr>
            <a:spLocks noChangeArrowheads="1"/>
          </p:cNvSpPr>
          <p:nvPr/>
        </p:nvSpPr>
        <p:spPr bwMode="auto">
          <a:xfrm>
            <a:off x="11725893"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2" name="Rectangle 222">
            <a:extLst>
              <a:ext uri="{FF2B5EF4-FFF2-40B4-BE49-F238E27FC236}">
                <a16:creationId xmlns:a16="http://schemas.microsoft.com/office/drawing/2014/main" id="{287D0D65-4B00-4631-B5FC-94D7E43E842D}"/>
              </a:ext>
            </a:extLst>
          </p:cNvPr>
          <p:cNvSpPr>
            <a:spLocks noChangeArrowheads="1"/>
          </p:cNvSpPr>
          <p:nvPr/>
        </p:nvSpPr>
        <p:spPr bwMode="auto">
          <a:xfrm>
            <a:off x="35411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3" name="Rectangle 223">
            <a:extLst>
              <a:ext uri="{FF2B5EF4-FFF2-40B4-BE49-F238E27FC236}">
                <a16:creationId xmlns:a16="http://schemas.microsoft.com/office/drawing/2014/main" id="{FBB8768D-6FD5-4CB0-A06E-CF3727089158}"/>
              </a:ext>
            </a:extLst>
          </p:cNvPr>
          <p:cNvSpPr>
            <a:spLocks noChangeArrowheads="1"/>
          </p:cNvSpPr>
          <p:nvPr/>
        </p:nvSpPr>
        <p:spPr bwMode="auto">
          <a:xfrm>
            <a:off x="80954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4" name="Rectangle 224">
            <a:extLst>
              <a:ext uri="{FF2B5EF4-FFF2-40B4-BE49-F238E27FC236}">
                <a16:creationId xmlns:a16="http://schemas.microsoft.com/office/drawing/2014/main" id="{281CA9FD-C68E-46EE-A725-A9F8AA1B82A2}"/>
              </a:ext>
            </a:extLst>
          </p:cNvPr>
          <p:cNvSpPr>
            <a:spLocks noChangeArrowheads="1"/>
          </p:cNvSpPr>
          <p:nvPr/>
        </p:nvSpPr>
        <p:spPr bwMode="auto">
          <a:xfrm>
            <a:off x="1263806"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5" name="Rectangle 225">
            <a:extLst>
              <a:ext uri="{FF2B5EF4-FFF2-40B4-BE49-F238E27FC236}">
                <a16:creationId xmlns:a16="http://schemas.microsoft.com/office/drawing/2014/main" id="{2C929F36-95D0-44EF-A29A-4917FCAA9DC8}"/>
              </a:ext>
            </a:extLst>
          </p:cNvPr>
          <p:cNvSpPr>
            <a:spLocks noChangeArrowheads="1"/>
          </p:cNvSpPr>
          <p:nvPr/>
        </p:nvSpPr>
        <p:spPr bwMode="auto">
          <a:xfrm>
            <a:off x="1719239"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6" name="Rectangle 226">
            <a:extLst>
              <a:ext uri="{FF2B5EF4-FFF2-40B4-BE49-F238E27FC236}">
                <a16:creationId xmlns:a16="http://schemas.microsoft.com/office/drawing/2014/main" id="{358BC528-6DA1-42F6-96D0-4B4BA226AB53}"/>
              </a:ext>
            </a:extLst>
          </p:cNvPr>
          <p:cNvSpPr>
            <a:spLocks noChangeArrowheads="1"/>
          </p:cNvSpPr>
          <p:nvPr/>
        </p:nvSpPr>
        <p:spPr bwMode="auto">
          <a:xfrm>
            <a:off x="2173502"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7" name="Rectangle 227">
            <a:extLst>
              <a:ext uri="{FF2B5EF4-FFF2-40B4-BE49-F238E27FC236}">
                <a16:creationId xmlns:a16="http://schemas.microsoft.com/office/drawing/2014/main" id="{70AA7180-339A-4FFD-AF13-4DDD53BCB65F}"/>
              </a:ext>
            </a:extLst>
          </p:cNvPr>
          <p:cNvSpPr>
            <a:spLocks noChangeArrowheads="1"/>
          </p:cNvSpPr>
          <p:nvPr/>
        </p:nvSpPr>
        <p:spPr bwMode="auto">
          <a:xfrm>
            <a:off x="262893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8" name="Rectangle 228">
            <a:extLst>
              <a:ext uri="{FF2B5EF4-FFF2-40B4-BE49-F238E27FC236}">
                <a16:creationId xmlns:a16="http://schemas.microsoft.com/office/drawing/2014/main" id="{29F2CEBB-46BC-4448-9E54-C7750D8C8F54}"/>
              </a:ext>
            </a:extLst>
          </p:cNvPr>
          <p:cNvSpPr>
            <a:spLocks noChangeArrowheads="1"/>
          </p:cNvSpPr>
          <p:nvPr/>
        </p:nvSpPr>
        <p:spPr bwMode="auto">
          <a:xfrm>
            <a:off x="308319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9" name="Rectangle 241">
            <a:extLst>
              <a:ext uri="{FF2B5EF4-FFF2-40B4-BE49-F238E27FC236}">
                <a16:creationId xmlns:a16="http://schemas.microsoft.com/office/drawing/2014/main" id="{728033F9-6F38-4655-93DC-83583534C14D}"/>
              </a:ext>
            </a:extLst>
          </p:cNvPr>
          <p:cNvSpPr>
            <a:spLocks noChangeArrowheads="1"/>
          </p:cNvSpPr>
          <p:nvPr/>
        </p:nvSpPr>
        <p:spPr bwMode="auto">
          <a:xfrm>
            <a:off x="899680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0" name="Rectangle 242">
            <a:extLst>
              <a:ext uri="{FF2B5EF4-FFF2-40B4-BE49-F238E27FC236}">
                <a16:creationId xmlns:a16="http://schemas.microsoft.com/office/drawing/2014/main" id="{31C757BD-CB68-4FDF-94B8-7CD58F1FB71C}"/>
              </a:ext>
            </a:extLst>
          </p:cNvPr>
          <p:cNvSpPr>
            <a:spLocks noChangeArrowheads="1"/>
          </p:cNvSpPr>
          <p:nvPr/>
        </p:nvSpPr>
        <p:spPr bwMode="auto">
          <a:xfrm>
            <a:off x="945106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1" name="Rectangle 243">
            <a:extLst>
              <a:ext uri="{FF2B5EF4-FFF2-40B4-BE49-F238E27FC236}">
                <a16:creationId xmlns:a16="http://schemas.microsoft.com/office/drawing/2014/main" id="{9B0E4C87-6738-405B-883B-AAE740C4C799}"/>
              </a:ext>
            </a:extLst>
          </p:cNvPr>
          <p:cNvSpPr>
            <a:spLocks noChangeArrowheads="1"/>
          </p:cNvSpPr>
          <p:nvPr/>
        </p:nvSpPr>
        <p:spPr bwMode="auto">
          <a:xfrm>
            <a:off x="9906502"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2" name="Rectangle 244">
            <a:extLst>
              <a:ext uri="{FF2B5EF4-FFF2-40B4-BE49-F238E27FC236}">
                <a16:creationId xmlns:a16="http://schemas.microsoft.com/office/drawing/2014/main" id="{DA32B563-8524-4670-AB69-252BDC266634}"/>
              </a:ext>
            </a:extLst>
          </p:cNvPr>
          <p:cNvSpPr>
            <a:spLocks noChangeArrowheads="1"/>
          </p:cNvSpPr>
          <p:nvPr/>
        </p:nvSpPr>
        <p:spPr bwMode="auto">
          <a:xfrm>
            <a:off x="10360764"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3" name="Rectangle 245">
            <a:extLst>
              <a:ext uri="{FF2B5EF4-FFF2-40B4-BE49-F238E27FC236}">
                <a16:creationId xmlns:a16="http://schemas.microsoft.com/office/drawing/2014/main" id="{6EC4888D-ACC8-4037-B218-9E9421F8C155}"/>
              </a:ext>
            </a:extLst>
          </p:cNvPr>
          <p:cNvSpPr>
            <a:spLocks noChangeArrowheads="1"/>
          </p:cNvSpPr>
          <p:nvPr/>
        </p:nvSpPr>
        <p:spPr bwMode="auto">
          <a:xfrm>
            <a:off x="10816197"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4" name="Rectangle 246">
            <a:extLst>
              <a:ext uri="{FF2B5EF4-FFF2-40B4-BE49-F238E27FC236}">
                <a16:creationId xmlns:a16="http://schemas.microsoft.com/office/drawing/2014/main" id="{E79B4470-BBFB-4BE1-89AB-C7574F8C4983}"/>
              </a:ext>
            </a:extLst>
          </p:cNvPr>
          <p:cNvSpPr>
            <a:spLocks noChangeArrowheads="1"/>
          </p:cNvSpPr>
          <p:nvPr/>
        </p:nvSpPr>
        <p:spPr bwMode="auto">
          <a:xfrm>
            <a:off x="1127046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247">
            <a:extLst>
              <a:ext uri="{FF2B5EF4-FFF2-40B4-BE49-F238E27FC236}">
                <a16:creationId xmlns:a16="http://schemas.microsoft.com/office/drawing/2014/main" id="{2E2BFF5D-548A-437A-838D-19C1F071EED0}"/>
              </a:ext>
            </a:extLst>
          </p:cNvPr>
          <p:cNvSpPr>
            <a:spLocks noChangeArrowheads="1"/>
          </p:cNvSpPr>
          <p:nvPr/>
        </p:nvSpPr>
        <p:spPr bwMode="auto">
          <a:xfrm>
            <a:off x="1172589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249">
            <a:extLst>
              <a:ext uri="{FF2B5EF4-FFF2-40B4-BE49-F238E27FC236}">
                <a16:creationId xmlns:a16="http://schemas.microsoft.com/office/drawing/2014/main" id="{FFCA5316-A321-453C-8CE2-53AF9364363F}"/>
              </a:ext>
            </a:extLst>
          </p:cNvPr>
          <p:cNvSpPr>
            <a:spLocks noChangeArrowheads="1"/>
          </p:cNvSpPr>
          <p:nvPr/>
        </p:nvSpPr>
        <p:spPr bwMode="auto">
          <a:xfrm>
            <a:off x="354110"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250">
            <a:extLst>
              <a:ext uri="{FF2B5EF4-FFF2-40B4-BE49-F238E27FC236}">
                <a16:creationId xmlns:a16="http://schemas.microsoft.com/office/drawing/2014/main" id="{AA681E6A-C814-482F-A76C-24B20AD9D03F}"/>
              </a:ext>
            </a:extLst>
          </p:cNvPr>
          <p:cNvSpPr>
            <a:spLocks noChangeArrowheads="1"/>
          </p:cNvSpPr>
          <p:nvPr/>
        </p:nvSpPr>
        <p:spPr bwMode="auto">
          <a:xfrm>
            <a:off x="809543"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251">
            <a:extLst>
              <a:ext uri="{FF2B5EF4-FFF2-40B4-BE49-F238E27FC236}">
                <a16:creationId xmlns:a16="http://schemas.microsoft.com/office/drawing/2014/main" id="{301C7270-7CAD-49F2-B66B-B28D94E0EF77}"/>
              </a:ext>
            </a:extLst>
          </p:cNvPr>
          <p:cNvSpPr>
            <a:spLocks noChangeArrowheads="1"/>
          </p:cNvSpPr>
          <p:nvPr/>
        </p:nvSpPr>
        <p:spPr bwMode="auto">
          <a:xfrm>
            <a:off x="1263806"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252">
            <a:extLst>
              <a:ext uri="{FF2B5EF4-FFF2-40B4-BE49-F238E27FC236}">
                <a16:creationId xmlns:a16="http://schemas.microsoft.com/office/drawing/2014/main" id="{979CEB10-3E83-4407-BEDC-D49144AA153C}"/>
              </a:ext>
            </a:extLst>
          </p:cNvPr>
          <p:cNvSpPr>
            <a:spLocks noChangeArrowheads="1"/>
          </p:cNvSpPr>
          <p:nvPr/>
        </p:nvSpPr>
        <p:spPr bwMode="auto">
          <a:xfrm>
            <a:off x="1719239"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253">
            <a:extLst>
              <a:ext uri="{FF2B5EF4-FFF2-40B4-BE49-F238E27FC236}">
                <a16:creationId xmlns:a16="http://schemas.microsoft.com/office/drawing/2014/main" id="{2F6B505E-6719-4385-8C9E-80108E1D7F7B}"/>
              </a:ext>
            </a:extLst>
          </p:cNvPr>
          <p:cNvSpPr>
            <a:spLocks noChangeArrowheads="1"/>
          </p:cNvSpPr>
          <p:nvPr/>
        </p:nvSpPr>
        <p:spPr bwMode="auto">
          <a:xfrm>
            <a:off x="2173502"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254">
            <a:extLst>
              <a:ext uri="{FF2B5EF4-FFF2-40B4-BE49-F238E27FC236}">
                <a16:creationId xmlns:a16="http://schemas.microsoft.com/office/drawing/2014/main" id="{032E3D58-EF2F-47C1-84FC-FFC2C3C663F7}"/>
              </a:ext>
            </a:extLst>
          </p:cNvPr>
          <p:cNvSpPr>
            <a:spLocks noChangeArrowheads="1"/>
          </p:cNvSpPr>
          <p:nvPr/>
        </p:nvSpPr>
        <p:spPr bwMode="auto">
          <a:xfrm>
            <a:off x="262893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255">
            <a:extLst>
              <a:ext uri="{FF2B5EF4-FFF2-40B4-BE49-F238E27FC236}">
                <a16:creationId xmlns:a16="http://schemas.microsoft.com/office/drawing/2014/main" id="{AE4B524B-159B-4639-80B1-B1298E934946}"/>
              </a:ext>
            </a:extLst>
          </p:cNvPr>
          <p:cNvSpPr>
            <a:spLocks noChangeArrowheads="1"/>
          </p:cNvSpPr>
          <p:nvPr/>
        </p:nvSpPr>
        <p:spPr bwMode="auto">
          <a:xfrm>
            <a:off x="308319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268">
            <a:extLst>
              <a:ext uri="{FF2B5EF4-FFF2-40B4-BE49-F238E27FC236}">
                <a16:creationId xmlns:a16="http://schemas.microsoft.com/office/drawing/2014/main" id="{F44A1C49-7120-46FC-ADFE-3126D15DCC8B}"/>
              </a:ext>
            </a:extLst>
          </p:cNvPr>
          <p:cNvSpPr>
            <a:spLocks noChangeArrowheads="1"/>
          </p:cNvSpPr>
          <p:nvPr/>
        </p:nvSpPr>
        <p:spPr bwMode="auto">
          <a:xfrm>
            <a:off x="899680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269">
            <a:extLst>
              <a:ext uri="{FF2B5EF4-FFF2-40B4-BE49-F238E27FC236}">
                <a16:creationId xmlns:a16="http://schemas.microsoft.com/office/drawing/2014/main" id="{E81048C2-AD36-49EE-9F83-DE219A886273}"/>
              </a:ext>
            </a:extLst>
          </p:cNvPr>
          <p:cNvSpPr>
            <a:spLocks noChangeArrowheads="1"/>
          </p:cNvSpPr>
          <p:nvPr/>
        </p:nvSpPr>
        <p:spPr bwMode="auto">
          <a:xfrm>
            <a:off x="945106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270">
            <a:extLst>
              <a:ext uri="{FF2B5EF4-FFF2-40B4-BE49-F238E27FC236}">
                <a16:creationId xmlns:a16="http://schemas.microsoft.com/office/drawing/2014/main" id="{1C51B872-4D89-44AD-BEC3-889DD85942BD}"/>
              </a:ext>
            </a:extLst>
          </p:cNvPr>
          <p:cNvSpPr>
            <a:spLocks noChangeArrowheads="1"/>
          </p:cNvSpPr>
          <p:nvPr/>
        </p:nvSpPr>
        <p:spPr bwMode="auto">
          <a:xfrm>
            <a:off x="9906502"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271">
            <a:extLst>
              <a:ext uri="{FF2B5EF4-FFF2-40B4-BE49-F238E27FC236}">
                <a16:creationId xmlns:a16="http://schemas.microsoft.com/office/drawing/2014/main" id="{9DA5806A-0222-4504-B311-47FFFE9AE4A6}"/>
              </a:ext>
            </a:extLst>
          </p:cNvPr>
          <p:cNvSpPr>
            <a:spLocks noChangeArrowheads="1"/>
          </p:cNvSpPr>
          <p:nvPr/>
        </p:nvSpPr>
        <p:spPr bwMode="auto">
          <a:xfrm>
            <a:off x="10360764"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272">
            <a:extLst>
              <a:ext uri="{FF2B5EF4-FFF2-40B4-BE49-F238E27FC236}">
                <a16:creationId xmlns:a16="http://schemas.microsoft.com/office/drawing/2014/main" id="{6B98E2B9-61AD-4E8B-8BCB-EB7830DF08DC}"/>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273">
            <a:extLst>
              <a:ext uri="{FF2B5EF4-FFF2-40B4-BE49-F238E27FC236}">
                <a16:creationId xmlns:a16="http://schemas.microsoft.com/office/drawing/2014/main" id="{4B0DA759-2C7B-4700-8A97-72281E91C804}"/>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74">
            <a:extLst>
              <a:ext uri="{FF2B5EF4-FFF2-40B4-BE49-F238E27FC236}">
                <a16:creationId xmlns:a16="http://schemas.microsoft.com/office/drawing/2014/main" id="{908809DC-2628-4896-B87F-004226030EBC}"/>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76">
            <a:extLst>
              <a:ext uri="{FF2B5EF4-FFF2-40B4-BE49-F238E27FC236}">
                <a16:creationId xmlns:a16="http://schemas.microsoft.com/office/drawing/2014/main" id="{623F1777-4E55-4093-B250-548D46D62488}"/>
              </a:ext>
            </a:extLst>
          </p:cNvPr>
          <p:cNvSpPr>
            <a:spLocks noChangeArrowheads="1"/>
          </p:cNvSpPr>
          <p:nvPr/>
        </p:nvSpPr>
        <p:spPr bwMode="auto">
          <a:xfrm>
            <a:off x="35411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77">
            <a:extLst>
              <a:ext uri="{FF2B5EF4-FFF2-40B4-BE49-F238E27FC236}">
                <a16:creationId xmlns:a16="http://schemas.microsoft.com/office/drawing/2014/main" id="{2515C3B5-603D-401D-A531-447BA1E7FDD7}"/>
              </a:ext>
            </a:extLst>
          </p:cNvPr>
          <p:cNvSpPr>
            <a:spLocks noChangeArrowheads="1"/>
          </p:cNvSpPr>
          <p:nvPr/>
        </p:nvSpPr>
        <p:spPr bwMode="auto">
          <a:xfrm>
            <a:off x="80954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78">
            <a:extLst>
              <a:ext uri="{FF2B5EF4-FFF2-40B4-BE49-F238E27FC236}">
                <a16:creationId xmlns:a16="http://schemas.microsoft.com/office/drawing/2014/main" id="{DE5E7D55-A437-437C-A5CD-CE16F8BDC721}"/>
              </a:ext>
            </a:extLst>
          </p:cNvPr>
          <p:cNvSpPr>
            <a:spLocks noChangeArrowheads="1"/>
          </p:cNvSpPr>
          <p:nvPr/>
        </p:nvSpPr>
        <p:spPr bwMode="auto">
          <a:xfrm>
            <a:off x="126380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79">
            <a:extLst>
              <a:ext uri="{FF2B5EF4-FFF2-40B4-BE49-F238E27FC236}">
                <a16:creationId xmlns:a16="http://schemas.microsoft.com/office/drawing/2014/main" id="{6867695A-35E0-4E03-955E-5542EBF0247E}"/>
              </a:ext>
            </a:extLst>
          </p:cNvPr>
          <p:cNvSpPr>
            <a:spLocks noChangeArrowheads="1"/>
          </p:cNvSpPr>
          <p:nvPr/>
        </p:nvSpPr>
        <p:spPr bwMode="auto">
          <a:xfrm>
            <a:off x="1719239"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80">
            <a:extLst>
              <a:ext uri="{FF2B5EF4-FFF2-40B4-BE49-F238E27FC236}">
                <a16:creationId xmlns:a16="http://schemas.microsoft.com/office/drawing/2014/main" id="{4E871617-5158-41C5-BB14-EBADA1396FA2}"/>
              </a:ext>
            </a:extLst>
          </p:cNvPr>
          <p:cNvSpPr>
            <a:spLocks noChangeArrowheads="1"/>
          </p:cNvSpPr>
          <p:nvPr/>
        </p:nvSpPr>
        <p:spPr bwMode="auto">
          <a:xfrm>
            <a:off x="2173502"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81">
            <a:extLst>
              <a:ext uri="{FF2B5EF4-FFF2-40B4-BE49-F238E27FC236}">
                <a16:creationId xmlns:a16="http://schemas.microsoft.com/office/drawing/2014/main" id="{4E2D5191-ECDB-4D1B-A3F5-436A79475BF7}"/>
              </a:ext>
            </a:extLst>
          </p:cNvPr>
          <p:cNvSpPr>
            <a:spLocks noChangeArrowheads="1"/>
          </p:cNvSpPr>
          <p:nvPr/>
        </p:nvSpPr>
        <p:spPr bwMode="auto">
          <a:xfrm>
            <a:off x="262893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82">
            <a:extLst>
              <a:ext uri="{FF2B5EF4-FFF2-40B4-BE49-F238E27FC236}">
                <a16:creationId xmlns:a16="http://schemas.microsoft.com/office/drawing/2014/main" id="{71BE142B-C02B-4FD1-A332-6902B7131A16}"/>
              </a:ext>
            </a:extLst>
          </p:cNvPr>
          <p:cNvSpPr>
            <a:spLocks noChangeArrowheads="1"/>
          </p:cNvSpPr>
          <p:nvPr/>
        </p:nvSpPr>
        <p:spPr bwMode="auto">
          <a:xfrm>
            <a:off x="308319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3">
            <a:extLst>
              <a:ext uri="{FF2B5EF4-FFF2-40B4-BE49-F238E27FC236}">
                <a16:creationId xmlns:a16="http://schemas.microsoft.com/office/drawing/2014/main" id="{1C1A90F5-08ED-4AB6-9F35-63A8866025D0}"/>
              </a:ext>
            </a:extLst>
          </p:cNvPr>
          <p:cNvSpPr>
            <a:spLocks noChangeArrowheads="1"/>
          </p:cNvSpPr>
          <p:nvPr/>
        </p:nvSpPr>
        <p:spPr bwMode="auto">
          <a:xfrm>
            <a:off x="353863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84">
            <a:extLst>
              <a:ext uri="{FF2B5EF4-FFF2-40B4-BE49-F238E27FC236}">
                <a16:creationId xmlns:a16="http://schemas.microsoft.com/office/drawing/2014/main" id="{163D79BB-8C1C-4D0D-AFDD-A8EEE07F4DC4}"/>
              </a:ext>
            </a:extLst>
          </p:cNvPr>
          <p:cNvSpPr>
            <a:spLocks noChangeArrowheads="1"/>
          </p:cNvSpPr>
          <p:nvPr/>
        </p:nvSpPr>
        <p:spPr bwMode="auto">
          <a:xfrm>
            <a:off x="399289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285">
            <a:extLst>
              <a:ext uri="{FF2B5EF4-FFF2-40B4-BE49-F238E27FC236}">
                <a16:creationId xmlns:a16="http://schemas.microsoft.com/office/drawing/2014/main" id="{1B2DF357-EFD3-403D-A136-E53ACA518239}"/>
              </a:ext>
            </a:extLst>
          </p:cNvPr>
          <p:cNvSpPr>
            <a:spLocks noChangeArrowheads="1"/>
          </p:cNvSpPr>
          <p:nvPr/>
        </p:nvSpPr>
        <p:spPr bwMode="auto">
          <a:xfrm>
            <a:off x="4448327"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286">
            <a:extLst>
              <a:ext uri="{FF2B5EF4-FFF2-40B4-BE49-F238E27FC236}">
                <a16:creationId xmlns:a16="http://schemas.microsoft.com/office/drawing/2014/main" id="{99BE0D0E-EECE-441B-9B0B-10138A8DC6DD}"/>
              </a:ext>
            </a:extLst>
          </p:cNvPr>
          <p:cNvSpPr>
            <a:spLocks noChangeArrowheads="1"/>
          </p:cNvSpPr>
          <p:nvPr/>
        </p:nvSpPr>
        <p:spPr bwMode="auto">
          <a:xfrm>
            <a:off x="490259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287">
            <a:extLst>
              <a:ext uri="{FF2B5EF4-FFF2-40B4-BE49-F238E27FC236}">
                <a16:creationId xmlns:a16="http://schemas.microsoft.com/office/drawing/2014/main" id="{5F8922A9-01DD-4E8E-A435-E9368C30AC56}"/>
              </a:ext>
            </a:extLst>
          </p:cNvPr>
          <p:cNvSpPr>
            <a:spLocks noChangeArrowheads="1"/>
          </p:cNvSpPr>
          <p:nvPr/>
        </p:nvSpPr>
        <p:spPr bwMode="auto">
          <a:xfrm>
            <a:off x="5358022"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288">
            <a:extLst>
              <a:ext uri="{FF2B5EF4-FFF2-40B4-BE49-F238E27FC236}">
                <a16:creationId xmlns:a16="http://schemas.microsoft.com/office/drawing/2014/main" id="{BE148054-6735-4808-92F8-53F3E0FF27FD}"/>
              </a:ext>
            </a:extLst>
          </p:cNvPr>
          <p:cNvSpPr>
            <a:spLocks noChangeArrowheads="1"/>
          </p:cNvSpPr>
          <p:nvPr/>
        </p:nvSpPr>
        <p:spPr bwMode="auto">
          <a:xfrm>
            <a:off x="5812285"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289">
            <a:extLst>
              <a:ext uri="{FF2B5EF4-FFF2-40B4-BE49-F238E27FC236}">
                <a16:creationId xmlns:a16="http://schemas.microsoft.com/office/drawing/2014/main" id="{83EF7D19-EE81-4C8B-BB74-1EBFE79A10D4}"/>
              </a:ext>
            </a:extLst>
          </p:cNvPr>
          <p:cNvSpPr>
            <a:spLocks noChangeArrowheads="1"/>
          </p:cNvSpPr>
          <p:nvPr/>
        </p:nvSpPr>
        <p:spPr bwMode="auto">
          <a:xfrm>
            <a:off x="6267718"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290">
            <a:extLst>
              <a:ext uri="{FF2B5EF4-FFF2-40B4-BE49-F238E27FC236}">
                <a16:creationId xmlns:a16="http://schemas.microsoft.com/office/drawing/2014/main" id="{4F511F31-AAA8-4436-8486-592CB8944FC3}"/>
              </a:ext>
            </a:extLst>
          </p:cNvPr>
          <p:cNvSpPr>
            <a:spLocks noChangeArrowheads="1"/>
          </p:cNvSpPr>
          <p:nvPr/>
        </p:nvSpPr>
        <p:spPr bwMode="auto">
          <a:xfrm>
            <a:off x="6721981"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291">
            <a:extLst>
              <a:ext uri="{FF2B5EF4-FFF2-40B4-BE49-F238E27FC236}">
                <a16:creationId xmlns:a16="http://schemas.microsoft.com/office/drawing/2014/main" id="{369EBF34-9826-4B91-A306-5839D20C49EC}"/>
              </a:ext>
            </a:extLst>
          </p:cNvPr>
          <p:cNvSpPr>
            <a:spLocks noChangeArrowheads="1"/>
          </p:cNvSpPr>
          <p:nvPr/>
        </p:nvSpPr>
        <p:spPr bwMode="auto">
          <a:xfrm>
            <a:off x="7177414"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292">
            <a:extLst>
              <a:ext uri="{FF2B5EF4-FFF2-40B4-BE49-F238E27FC236}">
                <a16:creationId xmlns:a16="http://schemas.microsoft.com/office/drawing/2014/main" id="{859A171A-D946-4682-BEB2-E7822CAF95FD}"/>
              </a:ext>
            </a:extLst>
          </p:cNvPr>
          <p:cNvSpPr>
            <a:spLocks noChangeArrowheads="1"/>
          </p:cNvSpPr>
          <p:nvPr/>
        </p:nvSpPr>
        <p:spPr bwMode="auto">
          <a:xfrm>
            <a:off x="763167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293">
            <a:extLst>
              <a:ext uri="{FF2B5EF4-FFF2-40B4-BE49-F238E27FC236}">
                <a16:creationId xmlns:a16="http://schemas.microsoft.com/office/drawing/2014/main" id="{AF93A40B-14CA-4CA7-9133-C7B48DAC4152}"/>
              </a:ext>
            </a:extLst>
          </p:cNvPr>
          <p:cNvSpPr>
            <a:spLocks noChangeArrowheads="1"/>
          </p:cNvSpPr>
          <p:nvPr/>
        </p:nvSpPr>
        <p:spPr bwMode="auto">
          <a:xfrm>
            <a:off x="808711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294">
            <a:extLst>
              <a:ext uri="{FF2B5EF4-FFF2-40B4-BE49-F238E27FC236}">
                <a16:creationId xmlns:a16="http://schemas.microsoft.com/office/drawing/2014/main" id="{30BB7367-2D64-40A9-8FC2-6664A0872F69}"/>
              </a:ext>
            </a:extLst>
          </p:cNvPr>
          <p:cNvSpPr>
            <a:spLocks noChangeArrowheads="1"/>
          </p:cNvSpPr>
          <p:nvPr/>
        </p:nvSpPr>
        <p:spPr bwMode="auto">
          <a:xfrm>
            <a:off x="854137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295">
            <a:extLst>
              <a:ext uri="{FF2B5EF4-FFF2-40B4-BE49-F238E27FC236}">
                <a16:creationId xmlns:a16="http://schemas.microsoft.com/office/drawing/2014/main" id="{14A42AB5-CCB0-416F-85D7-152BACA427FC}"/>
              </a:ext>
            </a:extLst>
          </p:cNvPr>
          <p:cNvSpPr>
            <a:spLocks noChangeArrowheads="1"/>
          </p:cNvSpPr>
          <p:nvPr/>
        </p:nvSpPr>
        <p:spPr bwMode="auto">
          <a:xfrm>
            <a:off x="899680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296">
            <a:extLst>
              <a:ext uri="{FF2B5EF4-FFF2-40B4-BE49-F238E27FC236}">
                <a16:creationId xmlns:a16="http://schemas.microsoft.com/office/drawing/2014/main" id="{31700671-BD7D-40A1-81C9-CF9CE4C2A725}"/>
              </a:ext>
            </a:extLst>
          </p:cNvPr>
          <p:cNvSpPr>
            <a:spLocks noChangeArrowheads="1"/>
          </p:cNvSpPr>
          <p:nvPr/>
        </p:nvSpPr>
        <p:spPr bwMode="auto">
          <a:xfrm>
            <a:off x="945106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297">
            <a:extLst>
              <a:ext uri="{FF2B5EF4-FFF2-40B4-BE49-F238E27FC236}">
                <a16:creationId xmlns:a16="http://schemas.microsoft.com/office/drawing/2014/main" id="{1C490051-C4F6-4F21-9CBD-DFB84514AD2B}"/>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298">
            <a:extLst>
              <a:ext uri="{FF2B5EF4-FFF2-40B4-BE49-F238E27FC236}">
                <a16:creationId xmlns:a16="http://schemas.microsoft.com/office/drawing/2014/main" id="{14B47FB0-304B-408C-AA3F-0F5BB6A5AA3F}"/>
              </a:ext>
            </a:extLst>
          </p:cNvPr>
          <p:cNvSpPr>
            <a:spLocks noChangeArrowheads="1"/>
          </p:cNvSpPr>
          <p:nvPr/>
        </p:nvSpPr>
        <p:spPr bwMode="auto">
          <a:xfrm>
            <a:off x="10360764"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299">
            <a:extLst>
              <a:ext uri="{FF2B5EF4-FFF2-40B4-BE49-F238E27FC236}">
                <a16:creationId xmlns:a16="http://schemas.microsoft.com/office/drawing/2014/main" id="{9AE02871-B6BC-490F-A388-280843B2B1F3}"/>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300">
            <a:extLst>
              <a:ext uri="{FF2B5EF4-FFF2-40B4-BE49-F238E27FC236}">
                <a16:creationId xmlns:a16="http://schemas.microsoft.com/office/drawing/2014/main" id="{BCA5BD2F-9032-4907-8901-2774F8E56D47}"/>
              </a:ext>
            </a:extLst>
          </p:cNvPr>
          <p:cNvSpPr>
            <a:spLocks noChangeArrowheads="1"/>
          </p:cNvSpPr>
          <p:nvPr/>
        </p:nvSpPr>
        <p:spPr bwMode="auto">
          <a:xfrm>
            <a:off x="1127046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301">
            <a:extLst>
              <a:ext uri="{FF2B5EF4-FFF2-40B4-BE49-F238E27FC236}">
                <a16:creationId xmlns:a16="http://schemas.microsoft.com/office/drawing/2014/main" id="{36189607-33CC-47D6-88FA-F4CD1D7D1954}"/>
              </a:ext>
            </a:extLst>
          </p:cNvPr>
          <p:cNvSpPr>
            <a:spLocks noChangeArrowheads="1"/>
          </p:cNvSpPr>
          <p:nvPr/>
        </p:nvSpPr>
        <p:spPr bwMode="auto">
          <a:xfrm>
            <a:off x="1172589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303">
            <a:extLst>
              <a:ext uri="{FF2B5EF4-FFF2-40B4-BE49-F238E27FC236}">
                <a16:creationId xmlns:a16="http://schemas.microsoft.com/office/drawing/2014/main" id="{7926FB0B-1EC7-42B6-A9AF-4F352A02DE93}"/>
              </a:ext>
            </a:extLst>
          </p:cNvPr>
          <p:cNvSpPr>
            <a:spLocks noChangeArrowheads="1"/>
          </p:cNvSpPr>
          <p:nvPr/>
        </p:nvSpPr>
        <p:spPr bwMode="auto">
          <a:xfrm>
            <a:off x="35411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304">
            <a:extLst>
              <a:ext uri="{FF2B5EF4-FFF2-40B4-BE49-F238E27FC236}">
                <a16:creationId xmlns:a16="http://schemas.microsoft.com/office/drawing/2014/main" id="{C6CE7582-1C15-40D6-A04B-3AB4A11174B4}"/>
              </a:ext>
            </a:extLst>
          </p:cNvPr>
          <p:cNvSpPr>
            <a:spLocks noChangeArrowheads="1"/>
          </p:cNvSpPr>
          <p:nvPr/>
        </p:nvSpPr>
        <p:spPr bwMode="auto">
          <a:xfrm>
            <a:off x="809543"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305">
            <a:extLst>
              <a:ext uri="{FF2B5EF4-FFF2-40B4-BE49-F238E27FC236}">
                <a16:creationId xmlns:a16="http://schemas.microsoft.com/office/drawing/2014/main" id="{1A4C7EDE-CAE5-4A0E-A085-D115521EE112}"/>
              </a:ext>
            </a:extLst>
          </p:cNvPr>
          <p:cNvSpPr>
            <a:spLocks noChangeArrowheads="1"/>
          </p:cNvSpPr>
          <p:nvPr/>
        </p:nvSpPr>
        <p:spPr bwMode="auto">
          <a:xfrm>
            <a:off x="126380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306">
            <a:extLst>
              <a:ext uri="{FF2B5EF4-FFF2-40B4-BE49-F238E27FC236}">
                <a16:creationId xmlns:a16="http://schemas.microsoft.com/office/drawing/2014/main" id="{A45537C6-B529-4B21-AD2D-EF53D7A3A687}"/>
              </a:ext>
            </a:extLst>
          </p:cNvPr>
          <p:cNvSpPr>
            <a:spLocks noChangeArrowheads="1"/>
          </p:cNvSpPr>
          <p:nvPr/>
        </p:nvSpPr>
        <p:spPr bwMode="auto">
          <a:xfrm>
            <a:off x="1719239"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307">
            <a:extLst>
              <a:ext uri="{FF2B5EF4-FFF2-40B4-BE49-F238E27FC236}">
                <a16:creationId xmlns:a16="http://schemas.microsoft.com/office/drawing/2014/main" id="{BD7156AF-407F-4067-A722-2F7D5A6CBD41}"/>
              </a:ext>
            </a:extLst>
          </p:cNvPr>
          <p:cNvSpPr>
            <a:spLocks noChangeArrowheads="1"/>
          </p:cNvSpPr>
          <p:nvPr/>
        </p:nvSpPr>
        <p:spPr bwMode="auto">
          <a:xfrm>
            <a:off x="2173502"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308">
            <a:extLst>
              <a:ext uri="{FF2B5EF4-FFF2-40B4-BE49-F238E27FC236}">
                <a16:creationId xmlns:a16="http://schemas.microsoft.com/office/drawing/2014/main" id="{DB5E4949-C1A1-462A-A907-81360D68C1D5}"/>
              </a:ext>
            </a:extLst>
          </p:cNvPr>
          <p:cNvSpPr>
            <a:spLocks noChangeArrowheads="1"/>
          </p:cNvSpPr>
          <p:nvPr/>
        </p:nvSpPr>
        <p:spPr bwMode="auto">
          <a:xfrm>
            <a:off x="262893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309">
            <a:extLst>
              <a:ext uri="{FF2B5EF4-FFF2-40B4-BE49-F238E27FC236}">
                <a16:creationId xmlns:a16="http://schemas.microsoft.com/office/drawing/2014/main" id="{FAD5200A-AC76-4A0D-9277-A1C8E4D69729}"/>
              </a:ext>
            </a:extLst>
          </p:cNvPr>
          <p:cNvSpPr>
            <a:spLocks noChangeArrowheads="1"/>
          </p:cNvSpPr>
          <p:nvPr/>
        </p:nvSpPr>
        <p:spPr bwMode="auto">
          <a:xfrm>
            <a:off x="308319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310">
            <a:extLst>
              <a:ext uri="{FF2B5EF4-FFF2-40B4-BE49-F238E27FC236}">
                <a16:creationId xmlns:a16="http://schemas.microsoft.com/office/drawing/2014/main" id="{B10E8F52-7FCD-4B17-964A-1A97E2CB0669}"/>
              </a:ext>
            </a:extLst>
          </p:cNvPr>
          <p:cNvSpPr>
            <a:spLocks noChangeArrowheads="1"/>
          </p:cNvSpPr>
          <p:nvPr/>
        </p:nvSpPr>
        <p:spPr bwMode="auto">
          <a:xfrm>
            <a:off x="353863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311">
            <a:extLst>
              <a:ext uri="{FF2B5EF4-FFF2-40B4-BE49-F238E27FC236}">
                <a16:creationId xmlns:a16="http://schemas.microsoft.com/office/drawing/2014/main" id="{199F53BC-5327-4C34-A560-B7D93F5F951E}"/>
              </a:ext>
            </a:extLst>
          </p:cNvPr>
          <p:cNvSpPr>
            <a:spLocks noChangeArrowheads="1"/>
          </p:cNvSpPr>
          <p:nvPr/>
        </p:nvSpPr>
        <p:spPr bwMode="auto">
          <a:xfrm>
            <a:off x="399289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312">
            <a:extLst>
              <a:ext uri="{FF2B5EF4-FFF2-40B4-BE49-F238E27FC236}">
                <a16:creationId xmlns:a16="http://schemas.microsoft.com/office/drawing/2014/main" id="{2FC7F96E-2AA5-4430-8933-303E0E254435}"/>
              </a:ext>
            </a:extLst>
          </p:cNvPr>
          <p:cNvSpPr>
            <a:spLocks noChangeArrowheads="1"/>
          </p:cNvSpPr>
          <p:nvPr/>
        </p:nvSpPr>
        <p:spPr bwMode="auto">
          <a:xfrm>
            <a:off x="444832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313">
            <a:extLst>
              <a:ext uri="{FF2B5EF4-FFF2-40B4-BE49-F238E27FC236}">
                <a16:creationId xmlns:a16="http://schemas.microsoft.com/office/drawing/2014/main" id="{6F48430D-4266-4379-B0B9-939C11A824B5}"/>
              </a:ext>
            </a:extLst>
          </p:cNvPr>
          <p:cNvSpPr>
            <a:spLocks noChangeArrowheads="1"/>
          </p:cNvSpPr>
          <p:nvPr/>
        </p:nvSpPr>
        <p:spPr bwMode="auto">
          <a:xfrm>
            <a:off x="490259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314">
            <a:extLst>
              <a:ext uri="{FF2B5EF4-FFF2-40B4-BE49-F238E27FC236}">
                <a16:creationId xmlns:a16="http://schemas.microsoft.com/office/drawing/2014/main" id="{E96290E6-15F2-4B8D-BD72-D47344F70D55}"/>
              </a:ext>
            </a:extLst>
          </p:cNvPr>
          <p:cNvSpPr>
            <a:spLocks noChangeArrowheads="1"/>
          </p:cNvSpPr>
          <p:nvPr/>
        </p:nvSpPr>
        <p:spPr bwMode="auto">
          <a:xfrm>
            <a:off x="535802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315">
            <a:extLst>
              <a:ext uri="{FF2B5EF4-FFF2-40B4-BE49-F238E27FC236}">
                <a16:creationId xmlns:a16="http://schemas.microsoft.com/office/drawing/2014/main" id="{FBC8EBAB-9D6C-48D6-BE00-C2F53C03F66A}"/>
              </a:ext>
            </a:extLst>
          </p:cNvPr>
          <p:cNvSpPr>
            <a:spLocks noChangeArrowheads="1"/>
          </p:cNvSpPr>
          <p:nvPr/>
        </p:nvSpPr>
        <p:spPr bwMode="auto">
          <a:xfrm>
            <a:off x="5812285"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316">
            <a:extLst>
              <a:ext uri="{FF2B5EF4-FFF2-40B4-BE49-F238E27FC236}">
                <a16:creationId xmlns:a16="http://schemas.microsoft.com/office/drawing/2014/main" id="{2E89C0F2-BC8E-4CA4-A11F-96B5B0E77AA2}"/>
              </a:ext>
            </a:extLst>
          </p:cNvPr>
          <p:cNvSpPr>
            <a:spLocks noChangeArrowheads="1"/>
          </p:cNvSpPr>
          <p:nvPr/>
        </p:nvSpPr>
        <p:spPr bwMode="auto">
          <a:xfrm>
            <a:off x="6267718"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317">
            <a:extLst>
              <a:ext uri="{FF2B5EF4-FFF2-40B4-BE49-F238E27FC236}">
                <a16:creationId xmlns:a16="http://schemas.microsoft.com/office/drawing/2014/main" id="{ABB2F2E5-0B78-4924-8C02-91133456E04E}"/>
              </a:ext>
            </a:extLst>
          </p:cNvPr>
          <p:cNvSpPr>
            <a:spLocks noChangeArrowheads="1"/>
          </p:cNvSpPr>
          <p:nvPr/>
        </p:nvSpPr>
        <p:spPr bwMode="auto">
          <a:xfrm>
            <a:off x="6721981"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318">
            <a:extLst>
              <a:ext uri="{FF2B5EF4-FFF2-40B4-BE49-F238E27FC236}">
                <a16:creationId xmlns:a16="http://schemas.microsoft.com/office/drawing/2014/main" id="{8A77E39A-3439-42E5-864E-07050A9B949A}"/>
              </a:ext>
            </a:extLst>
          </p:cNvPr>
          <p:cNvSpPr>
            <a:spLocks noChangeArrowheads="1"/>
          </p:cNvSpPr>
          <p:nvPr/>
        </p:nvSpPr>
        <p:spPr bwMode="auto">
          <a:xfrm>
            <a:off x="7177414"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319">
            <a:extLst>
              <a:ext uri="{FF2B5EF4-FFF2-40B4-BE49-F238E27FC236}">
                <a16:creationId xmlns:a16="http://schemas.microsoft.com/office/drawing/2014/main" id="{25EAA1C5-3174-4F4B-BFF3-90C5CCB903EC}"/>
              </a:ext>
            </a:extLst>
          </p:cNvPr>
          <p:cNvSpPr>
            <a:spLocks noChangeArrowheads="1"/>
          </p:cNvSpPr>
          <p:nvPr/>
        </p:nvSpPr>
        <p:spPr bwMode="auto">
          <a:xfrm>
            <a:off x="763167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320">
            <a:extLst>
              <a:ext uri="{FF2B5EF4-FFF2-40B4-BE49-F238E27FC236}">
                <a16:creationId xmlns:a16="http://schemas.microsoft.com/office/drawing/2014/main" id="{1F2DB9F1-C65F-4052-A053-3F8F3AF0F08F}"/>
              </a:ext>
            </a:extLst>
          </p:cNvPr>
          <p:cNvSpPr>
            <a:spLocks noChangeArrowheads="1"/>
          </p:cNvSpPr>
          <p:nvPr/>
        </p:nvSpPr>
        <p:spPr bwMode="auto">
          <a:xfrm>
            <a:off x="808711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321">
            <a:extLst>
              <a:ext uri="{FF2B5EF4-FFF2-40B4-BE49-F238E27FC236}">
                <a16:creationId xmlns:a16="http://schemas.microsoft.com/office/drawing/2014/main" id="{AFFB727D-B40C-4F86-915F-7329F028339A}"/>
              </a:ext>
            </a:extLst>
          </p:cNvPr>
          <p:cNvSpPr>
            <a:spLocks noChangeArrowheads="1"/>
          </p:cNvSpPr>
          <p:nvPr/>
        </p:nvSpPr>
        <p:spPr bwMode="auto">
          <a:xfrm>
            <a:off x="854137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322">
            <a:extLst>
              <a:ext uri="{FF2B5EF4-FFF2-40B4-BE49-F238E27FC236}">
                <a16:creationId xmlns:a16="http://schemas.microsoft.com/office/drawing/2014/main" id="{584872F2-AD23-451B-B00B-D48843FDC2F0}"/>
              </a:ext>
            </a:extLst>
          </p:cNvPr>
          <p:cNvSpPr>
            <a:spLocks noChangeArrowheads="1"/>
          </p:cNvSpPr>
          <p:nvPr/>
        </p:nvSpPr>
        <p:spPr bwMode="auto">
          <a:xfrm>
            <a:off x="899680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323">
            <a:extLst>
              <a:ext uri="{FF2B5EF4-FFF2-40B4-BE49-F238E27FC236}">
                <a16:creationId xmlns:a16="http://schemas.microsoft.com/office/drawing/2014/main" id="{59E7ABF1-EA01-439C-89DC-4066F7684B5B}"/>
              </a:ext>
            </a:extLst>
          </p:cNvPr>
          <p:cNvSpPr>
            <a:spLocks noChangeArrowheads="1"/>
          </p:cNvSpPr>
          <p:nvPr/>
        </p:nvSpPr>
        <p:spPr bwMode="auto">
          <a:xfrm>
            <a:off x="945106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324">
            <a:extLst>
              <a:ext uri="{FF2B5EF4-FFF2-40B4-BE49-F238E27FC236}">
                <a16:creationId xmlns:a16="http://schemas.microsoft.com/office/drawing/2014/main" id="{F5673CC4-BA29-4135-9BA9-AED7EAA77A45}"/>
              </a:ext>
            </a:extLst>
          </p:cNvPr>
          <p:cNvSpPr>
            <a:spLocks noChangeArrowheads="1"/>
          </p:cNvSpPr>
          <p:nvPr/>
        </p:nvSpPr>
        <p:spPr bwMode="auto">
          <a:xfrm>
            <a:off x="990650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325">
            <a:extLst>
              <a:ext uri="{FF2B5EF4-FFF2-40B4-BE49-F238E27FC236}">
                <a16:creationId xmlns:a16="http://schemas.microsoft.com/office/drawing/2014/main" id="{06B3D335-F1DF-4E26-A5A1-31E9CD919EA6}"/>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326">
            <a:extLst>
              <a:ext uri="{FF2B5EF4-FFF2-40B4-BE49-F238E27FC236}">
                <a16:creationId xmlns:a16="http://schemas.microsoft.com/office/drawing/2014/main" id="{834239CB-0B66-488B-B963-CD4BC4A66C7E}"/>
              </a:ext>
            </a:extLst>
          </p:cNvPr>
          <p:cNvSpPr>
            <a:spLocks noChangeArrowheads="1"/>
          </p:cNvSpPr>
          <p:nvPr/>
        </p:nvSpPr>
        <p:spPr bwMode="auto">
          <a:xfrm>
            <a:off x="1081619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327">
            <a:extLst>
              <a:ext uri="{FF2B5EF4-FFF2-40B4-BE49-F238E27FC236}">
                <a16:creationId xmlns:a16="http://schemas.microsoft.com/office/drawing/2014/main" id="{5DF8D3AD-C701-45DA-A09C-0B72B8B4D06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328">
            <a:extLst>
              <a:ext uri="{FF2B5EF4-FFF2-40B4-BE49-F238E27FC236}">
                <a16:creationId xmlns:a16="http://schemas.microsoft.com/office/drawing/2014/main" id="{4A5BD061-AFE7-47F7-A037-4635A1719163}"/>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303">
            <a:extLst>
              <a:ext uri="{FF2B5EF4-FFF2-40B4-BE49-F238E27FC236}">
                <a16:creationId xmlns:a16="http://schemas.microsoft.com/office/drawing/2014/main" id="{72E47367-DB80-4AEF-B453-F2874E290804}"/>
              </a:ext>
            </a:extLst>
          </p:cNvPr>
          <p:cNvSpPr>
            <a:spLocks noChangeArrowheads="1"/>
          </p:cNvSpPr>
          <p:nvPr/>
        </p:nvSpPr>
        <p:spPr bwMode="auto">
          <a:xfrm>
            <a:off x="35411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304">
            <a:extLst>
              <a:ext uri="{FF2B5EF4-FFF2-40B4-BE49-F238E27FC236}">
                <a16:creationId xmlns:a16="http://schemas.microsoft.com/office/drawing/2014/main" id="{A5D11ACD-18C7-4BD8-97B9-7564D82EECED}"/>
              </a:ext>
            </a:extLst>
          </p:cNvPr>
          <p:cNvSpPr>
            <a:spLocks noChangeArrowheads="1"/>
          </p:cNvSpPr>
          <p:nvPr/>
        </p:nvSpPr>
        <p:spPr bwMode="auto">
          <a:xfrm>
            <a:off x="80954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305">
            <a:extLst>
              <a:ext uri="{FF2B5EF4-FFF2-40B4-BE49-F238E27FC236}">
                <a16:creationId xmlns:a16="http://schemas.microsoft.com/office/drawing/2014/main" id="{7304767C-0411-429C-B5FC-DE14E770D4E3}"/>
              </a:ext>
            </a:extLst>
          </p:cNvPr>
          <p:cNvSpPr>
            <a:spLocks noChangeArrowheads="1"/>
          </p:cNvSpPr>
          <p:nvPr/>
        </p:nvSpPr>
        <p:spPr bwMode="auto">
          <a:xfrm>
            <a:off x="126380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306">
            <a:extLst>
              <a:ext uri="{FF2B5EF4-FFF2-40B4-BE49-F238E27FC236}">
                <a16:creationId xmlns:a16="http://schemas.microsoft.com/office/drawing/2014/main" id="{D74BCE79-1C15-40ED-A6B2-30D89DC13305}"/>
              </a:ext>
            </a:extLst>
          </p:cNvPr>
          <p:cNvSpPr>
            <a:spLocks noChangeArrowheads="1"/>
          </p:cNvSpPr>
          <p:nvPr/>
        </p:nvSpPr>
        <p:spPr bwMode="auto">
          <a:xfrm>
            <a:off x="1719239"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307">
            <a:extLst>
              <a:ext uri="{FF2B5EF4-FFF2-40B4-BE49-F238E27FC236}">
                <a16:creationId xmlns:a16="http://schemas.microsoft.com/office/drawing/2014/main" id="{4966B602-0BC1-433A-A6DC-60644E5D1576}"/>
              </a:ext>
            </a:extLst>
          </p:cNvPr>
          <p:cNvSpPr>
            <a:spLocks noChangeArrowheads="1"/>
          </p:cNvSpPr>
          <p:nvPr/>
        </p:nvSpPr>
        <p:spPr bwMode="auto">
          <a:xfrm>
            <a:off x="2173502"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308">
            <a:extLst>
              <a:ext uri="{FF2B5EF4-FFF2-40B4-BE49-F238E27FC236}">
                <a16:creationId xmlns:a16="http://schemas.microsoft.com/office/drawing/2014/main" id="{5FA73E87-F9E1-4922-AB56-257040A0C260}"/>
              </a:ext>
            </a:extLst>
          </p:cNvPr>
          <p:cNvSpPr>
            <a:spLocks noChangeArrowheads="1"/>
          </p:cNvSpPr>
          <p:nvPr/>
        </p:nvSpPr>
        <p:spPr bwMode="auto">
          <a:xfrm>
            <a:off x="262893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309">
            <a:extLst>
              <a:ext uri="{FF2B5EF4-FFF2-40B4-BE49-F238E27FC236}">
                <a16:creationId xmlns:a16="http://schemas.microsoft.com/office/drawing/2014/main" id="{3523D0D6-BF5C-4992-89BC-D80F4B65DDA7}"/>
              </a:ext>
            </a:extLst>
          </p:cNvPr>
          <p:cNvSpPr>
            <a:spLocks noChangeArrowheads="1"/>
          </p:cNvSpPr>
          <p:nvPr/>
        </p:nvSpPr>
        <p:spPr bwMode="auto">
          <a:xfrm>
            <a:off x="3083198"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310">
            <a:extLst>
              <a:ext uri="{FF2B5EF4-FFF2-40B4-BE49-F238E27FC236}">
                <a16:creationId xmlns:a16="http://schemas.microsoft.com/office/drawing/2014/main" id="{5D76C7BC-28B0-4D32-B952-79C61B9622E0}"/>
              </a:ext>
            </a:extLst>
          </p:cNvPr>
          <p:cNvSpPr>
            <a:spLocks noChangeArrowheads="1"/>
          </p:cNvSpPr>
          <p:nvPr/>
        </p:nvSpPr>
        <p:spPr bwMode="auto">
          <a:xfrm>
            <a:off x="353863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311">
            <a:extLst>
              <a:ext uri="{FF2B5EF4-FFF2-40B4-BE49-F238E27FC236}">
                <a16:creationId xmlns:a16="http://schemas.microsoft.com/office/drawing/2014/main" id="{02B04400-D266-4DBE-913D-B08E3CF680B4}"/>
              </a:ext>
            </a:extLst>
          </p:cNvPr>
          <p:cNvSpPr>
            <a:spLocks noChangeArrowheads="1"/>
          </p:cNvSpPr>
          <p:nvPr/>
        </p:nvSpPr>
        <p:spPr bwMode="auto">
          <a:xfrm>
            <a:off x="399289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312">
            <a:extLst>
              <a:ext uri="{FF2B5EF4-FFF2-40B4-BE49-F238E27FC236}">
                <a16:creationId xmlns:a16="http://schemas.microsoft.com/office/drawing/2014/main" id="{7B93B4CC-C4D7-437E-A267-7391A7627D42}"/>
              </a:ext>
            </a:extLst>
          </p:cNvPr>
          <p:cNvSpPr>
            <a:spLocks noChangeArrowheads="1"/>
          </p:cNvSpPr>
          <p:nvPr/>
        </p:nvSpPr>
        <p:spPr bwMode="auto">
          <a:xfrm>
            <a:off x="4448327"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313">
            <a:extLst>
              <a:ext uri="{FF2B5EF4-FFF2-40B4-BE49-F238E27FC236}">
                <a16:creationId xmlns:a16="http://schemas.microsoft.com/office/drawing/2014/main" id="{4B2581D9-C04D-4A48-A51B-2934BA88C105}"/>
              </a:ext>
            </a:extLst>
          </p:cNvPr>
          <p:cNvSpPr>
            <a:spLocks noChangeArrowheads="1"/>
          </p:cNvSpPr>
          <p:nvPr/>
        </p:nvSpPr>
        <p:spPr bwMode="auto">
          <a:xfrm>
            <a:off x="490259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314">
            <a:extLst>
              <a:ext uri="{FF2B5EF4-FFF2-40B4-BE49-F238E27FC236}">
                <a16:creationId xmlns:a16="http://schemas.microsoft.com/office/drawing/2014/main" id="{6F9A094D-9E36-418E-BD81-0BED0CA37542}"/>
              </a:ext>
            </a:extLst>
          </p:cNvPr>
          <p:cNvSpPr>
            <a:spLocks noChangeArrowheads="1"/>
          </p:cNvSpPr>
          <p:nvPr/>
        </p:nvSpPr>
        <p:spPr bwMode="auto">
          <a:xfrm>
            <a:off x="535802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315">
            <a:extLst>
              <a:ext uri="{FF2B5EF4-FFF2-40B4-BE49-F238E27FC236}">
                <a16:creationId xmlns:a16="http://schemas.microsoft.com/office/drawing/2014/main" id="{99CE1A4E-E309-4173-B637-E7FA8780A5B0}"/>
              </a:ext>
            </a:extLst>
          </p:cNvPr>
          <p:cNvSpPr>
            <a:spLocks noChangeArrowheads="1"/>
          </p:cNvSpPr>
          <p:nvPr/>
        </p:nvSpPr>
        <p:spPr bwMode="auto">
          <a:xfrm>
            <a:off x="5812285"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316">
            <a:extLst>
              <a:ext uri="{FF2B5EF4-FFF2-40B4-BE49-F238E27FC236}">
                <a16:creationId xmlns:a16="http://schemas.microsoft.com/office/drawing/2014/main" id="{35908A89-8ABE-4EA6-AB07-7C6C075084C7}"/>
              </a:ext>
            </a:extLst>
          </p:cNvPr>
          <p:cNvSpPr>
            <a:spLocks noChangeArrowheads="1"/>
          </p:cNvSpPr>
          <p:nvPr/>
        </p:nvSpPr>
        <p:spPr bwMode="auto">
          <a:xfrm>
            <a:off x="6267718"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317">
            <a:extLst>
              <a:ext uri="{FF2B5EF4-FFF2-40B4-BE49-F238E27FC236}">
                <a16:creationId xmlns:a16="http://schemas.microsoft.com/office/drawing/2014/main" id="{52D7FC56-1108-4D22-9631-D0A08F954F2D}"/>
              </a:ext>
            </a:extLst>
          </p:cNvPr>
          <p:cNvSpPr>
            <a:spLocks noChangeArrowheads="1"/>
          </p:cNvSpPr>
          <p:nvPr/>
        </p:nvSpPr>
        <p:spPr bwMode="auto">
          <a:xfrm>
            <a:off x="6721981"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318">
            <a:extLst>
              <a:ext uri="{FF2B5EF4-FFF2-40B4-BE49-F238E27FC236}">
                <a16:creationId xmlns:a16="http://schemas.microsoft.com/office/drawing/2014/main" id="{E6B3457F-C39E-40F4-B8B4-741981759F9C}"/>
              </a:ext>
            </a:extLst>
          </p:cNvPr>
          <p:cNvSpPr>
            <a:spLocks noChangeArrowheads="1"/>
          </p:cNvSpPr>
          <p:nvPr/>
        </p:nvSpPr>
        <p:spPr bwMode="auto">
          <a:xfrm>
            <a:off x="7177414"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319">
            <a:extLst>
              <a:ext uri="{FF2B5EF4-FFF2-40B4-BE49-F238E27FC236}">
                <a16:creationId xmlns:a16="http://schemas.microsoft.com/office/drawing/2014/main" id="{08E774A7-E1DE-46A1-A6F9-D13721437291}"/>
              </a:ext>
            </a:extLst>
          </p:cNvPr>
          <p:cNvSpPr>
            <a:spLocks noChangeArrowheads="1"/>
          </p:cNvSpPr>
          <p:nvPr/>
        </p:nvSpPr>
        <p:spPr bwMode="auto">
          <a:xfrm>
            <a:off x="763167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320">
            <a:extLst>
              <a:ext uri="{FF2B5EF4-FFF2-40B4-BE49-F238E27FC236}">
                <a16:creationId xmlns:a16="http://schemas.microsoft.com/office/drawing/2014/main" id="{7B8BB479-CE5F-4C3D-9C65-414F6B72D38F}"/>
              </a:ext>
            </a:extLst>
          </p:cNvPr>
          <p:cNvSpPr>
            <a:spLocks noChangeArrowheads="1"/>
          </p:cNvSpPr>
          <p:nvPr/>
        </p:nvSpPr>
        <p:spPr bwMode="auto">
          <a:xfrm>
            <a:off x="808711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321">
            <a:extLst>
              <a:ext uri="{FF2B5EF4-FFF2-40B4-BE49-F238E27FC236}">
                <a16:creationId xmlns:a16="http://schemas.microsoft.com/office/drawing/2014/main" id="{2E97BD59-5139-4C10-8550-C855D2D1FEC1}"/>
              </a:ext>
            </a:extLst>
          </p:cNvPr>
          <p:cNvSpPr>
            <a:spLocks noChangeArrowheads="1"/>
          </p:cNvSpPr>
          <p:nvPr/>
        </p:nvSpPr>
        <p:spPr bwMode="auto">
          <a:xfrm>
            <a:off x="854137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322">
            <a:extLst>
              <a:ext uri="{FF2B5EF4-FFF2-40B4-BE49-F238E27FC236}">
                <a16:creationId xmlns:a16="http://schemas.microsoft.com/office/drawing/2014/main" id="{3AA2DF57-9830-4A49-9748-4ADE27F46F6D}"/>
              </a:ext>
            </a:extLst>
          </p:cNvPr>
          <p:cNvSpPr>
            <a:spLocks noChangeArrowheads="1"/>
          </p:cNvSpPr>
          <p:nvPr/>
        </p:nvSpPr>
        <p:spPr bwMode="auto">
          <a:xfrm>
            <a:off x="899680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323">
            <a:extLst>
              <a:ext uri="{FF2B5EF4-FFF2-40B4-BE49-F238E27FC236}">
                <a16:creationId xmlns:a16="http://schemas.microsoft.com/office/drawing/2014/main" id="{01A36D7F-15E1-44B8-9B0F-4F2DAABB6669}"/>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324">
            <a:extLst>
              <a:ext uri="{FF2B5EF4-FFF2-40B4-BE49-F238E27FC236}">
                <a16:creationId xmlns:a16="http://schemas.microsoft.com/office/drawing/2014/main" id="{716C32D4-81F1-4B63-9A1A-24136249381B}"/>
              </a:ext>
            </a:extLst>
          </p:cNvPr>
          <p:cNvSpPr>
            <a:spLocks noChangeArrowheads="1"/>
          </p:cNvSpPr>
          <p:nvPr/>
        </p:nvSpPr>
        <p:spPr bwMode="auto">
          <a:xfrm>
            <a:off x="990650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325">
            <a:extLst>
              <a:ext uri="{FF2B5EF4-FFF2-40B4-BE49-F238E27FC236}">
                <a16:creationId xmlns:a16="http://schemas.microsoft.com/office/drawing/2014/main" id="{6341F2A0-638B-4AEC-A1C2-759E1F2E1FE8}"/>
              </a:ext>
            </a:extLst>
          </p:cNvPr>
          <p:cNvSpPr>
            <a:spLocks noChangeArrowheads="1"/>
          </p:cNvSpPr>
          <p:nvPr/>
        </p:nvSpPr>
        <p:spPr bwMode="auto">
          <a:xfrm>
            <a:off x="10360764"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326">
            <a:extLst>
              <a:ext uri="{FF2B5EF4-FFF2-40B4-BE49-F238E27FC236}">
                <a16:creationId xmlns:a16="http://schemas.microsoft.com/office/drawing/2014/main" id="{AC3BBC0F-0B8D-458F-94A7-D77F591B6038}"/>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327">
            <a:extLst>
              <a:ext uri="{FF2B5EF4-FFF2-40B4-BE49-F238E27FC236}">
                <a16:creationId xmlns:a16="http://schemas.microsoft.com/office/drawing/2014/main" id="{2BCB09AE-15F7-4D67-9547-C60DDCB0CEA6}"/>
              </a:ext>
            </a:extLst>
          </p:cNvPr>
          <p:cNvSpPr>
            <a:spLocks noChangeArrowheads="1"/>
          </p:cNvSpPr>
          <p:nvPr/>
        </p:nvSpPr>
        <p:spPr bwMode="auto">
          <a:xfrm>
            <a:off x="1127046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328">
            <a:extLst>
              <a:ext uri="{FF2B5EF4-FFF2-40B4-BE49-F238E27FC236}">
                <a16:creationId xmlns:a16="http://schemas.microsoft.com/office/drawing/2014/main" id="{19811182-AAD5-444A-AEBF-DA4474795936}"/>
              </a:ext>
            </a:extLst>
          </p:cNvPr>
          <p:cNvSpPr>
            <a:spLocks noChangeArrowheads="1"/>
          </p:cNvSpPr>
          <p:nvPr/>
        </p:nvSpPr>
        <p:spPr bwMode="auto">
          <a:xfrm>
            <a:off x="1172589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91">
            <a:extLst>
              <a:ext uri="{FF2B5EF4-FFF2-40B4-BE49-F238E27FC236}">
                <a16:creationId xmlns:a16="http://schemas.microsoft.com/office/drawing/2014/main" id="{F5F1C36C-3F5F-453A-8021-577AF8102B7D}"/>
              </a:ext>
            </a:extLst>
          </p:cNvPr>
          <p:cNvSpPr>
            <a:spLocks noChangeArrowheads="1"/>
          </p:cNvSpPr>
          <p:nvPr userDrawn="1"/>
        </p:nvSpPr>
        <p:spPr bwMode="auto">
          <a:xfrm>
            <a:off x="3538630" y="18627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92">
            <a:extLst>
              <a:ext uri="{FF2B5EF4-FFF2-40B4-BE49-F238E27FC236}">
                <a16:creationId xmlns:a16="http://schemas.microsoft.com/office/drawing/2014/main" id="{B68E0835-F6A9-4C24-80BC-2C4982644A6B}"/>
              </a:ext>
            </a:extLst>
          </p:cNvPr>
          <p:cNvSpPr>
            <a:spLocks noChangeArrowheads="1"/>
          </p:cNvSpPr>
          <p:nvPr userDrawn="1"/>
        </p:nvSpPr>
        <p:spPr bwMode="auto">
          <a:xfrm>
            <a:off x="3992893" y="18627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8">
            <a:extLst>
              <a:ext uri="{FF2B5EF4-FFF2-40B4-BE49-F238E27FC236}">
                <a16:creationId xmlns:a16="http://schemas.microsoft.com/office/drawing/2014/main" id="{C7E8024E-9FFB-4AFF-946C-F32504357775}"/>
              </a:ext>
            </a:extLst>
          </p:cNvPr>
          <p:cNvSpPr>
            <a:spLocks noChangeArrowheads="1"/>
          </p:cNvSpPr>
          <p:nvPr userDrawn="1"/>
        </p:nvSpPr>
        <p:spPr bwMode="auto">
          <a:xfrm>
            <a:off x="3538630" y="23711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9">
            <a:extLst>
              <a:ext uri="{FF2B5EF4-FFF2-40B4-BE49-F238E27FC236}">
                <a16:creationId xmlns:a16="http://schemas.microsoft.com/office/drawing/2014/main" id="{542FA810-66E0-4E5C-A29B-2F35550C8B07}"/>
              </a:ext>
            </a:extLst>
          </p:cNvPr>
          <p:cNvSpPr>
            <a:spLocks noChangeArrowheads="1"/>
          </p:cNvSpPr>
          <p:nvPr userDrawn="1"/>
        </p:nvSpPr>
        <p:spPr bwMode="auto">
          <a:xfrm>
            <a:off x="3992893" y="23711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45">
            <a:extLst>
              <a:ext uri="{FF2B5EF4-FFF2-40B4-BE49-F238E27FC236}">
                <a16:creationId xmlns:a16="http://schemas.microsoft.com/office/drawing/2014/main" id="{E3ADD3A0-60F3-4CCF-A787-C83FEFD7452B}"/>
              </a:ext>
            </a:extLst>
          </p:cNvPr>
          <p:cNvSpPr>
            <a:spLocks noChangeArrowheads="1"/>
          </p:cNvSpPr>
          <p:nvPr userDrawn="1"/>
        </p:nvSpPr>
        <p:spPr bwMode="auto">
          <a:xfrm>
            <a:off x="3538630" y="28783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46">
            <a:extLst>
              <a:ext uri="{FF2B5EF4-FFF2-40B4-BE49-F238E27FC236}">
                <a16:creationId xmlns:a16="http://schemas.microsoft.com/office/drawing/2014/main" id="{03B5D2C0-D46F-4CA6-BB0C-7E966C3AB9DB}"/>
              </a:ext>
            </a:extLst>
          </p:cNvPr>
          <p:cNvSpPr>
            <a:spLocks noChangeArrowheads="1"/>
          </p:cNvSpPr>
          <p:nvPr userDrawn="1"/>
        </p:nvSpPr>
        <p:spPr bwMode="auto">
          <a:xfrm>
            <a:off x="3992893" y="28783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72">
            <a:extLst>
              <a:ext uri="{FF2B5EF4-FFF2-40B4-BE49-F238E27FC236}">
                <a16:creationId xmlns:a16="http://schemas.microsoft.com/office/drawing/2014/main" id="{A5A79340-EBE4-4E04-AF35-EAB781F1CA7F}"/>
              </a:ext>
            </a:extLst>
          </p:cNvPr>
          <p:cNvSpPr>
            <a:spLocks noChangeArrowheads="1"/>
          </p:cNvSpPr>
          <p:nvPr userDrawn="1"/>
        </p:nvSpPr>
        <p:spPr bwMode="auto">
          <a:xfrm>
            <a:off x="3538630" y="338679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73">
            <a:extLst>
              <a:ext uri="{FF2B5EF4-FFF2-40B4-BE49-F238E27FC236}">
                <a16:creationId xmlns:a16="http://schemas.microsoft.com/office/drawing/2014/main" id="{A3D2A4FF-3DD1-4D92-A192-6C0C4D36720E}"/>
              </a:ext>
            </a:extLst>
          </p:cNvPr>
          <p:cNvSpPr>
            <a:spLocks noChangeArrowheads="1"/>
          </p:cNvSpPr>
          <p:nvPr userDrawn="1"/>
        </p:nvSpPr>
        <p:spPr bwMode="auto">
          <a:xfrm>
            <a:off x="3992893" y="338679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99">
            <a:extLst>
              <a:ext uri="{FF2B5EF4-FFF2-40B4-BE49-F238E27FC236}">
                <a16:creationId xmlns:a16="http://schemas.microsoft.com/office/drawing/2014/main" id="{F8123DF8-9385-4180-994E-0FB3C83AB056}"/>
              </a:ext>
            </a:extLst>
          </p:cNvPr>
          <p:cNvSpPr>
            <a:spLocks noChangeArrowheads="1"/>
          </p:cNvSpPr>
          <p:nvPr userDrawn="1"/>
        </p:nvSpPr>
        <p:spPr bwMode="auto">
          <a:xfrm>
            <a:off x="3538630" y="38951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200">
            <a:extLst>
              <a:ext uri="{FF2B5EF4-FFF2-40B4-BE49-F238E27FC236}">
                <a16:creationId xmlns:a16="http://schemas.microsoft.com/office/drawing/2014/main" id="{35B83622-CCF4-4468-AC64-CB149002826E}"/>
              </a:ext>
            </a:extLst>
          </p:cNvPr>
          <p:cNvSpPr>
            <a:spLocks noChangeArrowheads="1"/>
          </p:cNvSpPr>
          <p:nvPr userDrawn="1"/>
        </p:nvSpPr>
        <p:spPr bwMode="auto">
          <a:xfrm>
            <a:off x="3992893" y="38951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227">
            <a:extLst>
              <a:ext uri="{FF2B5EF4-FFF2-40B4-BE49-F238E27FC236}">
                <a16:creationId xmlns:a16="http://schemas.microsoft.com/office/drawing/2014/main" id="{BFBE24A8-7F94-482E-85C3-410179531E60}"/>
              </a:ext>
            </a:extLst>
          </p:cNvPr>
          <p:cNvSpPr>
            <a:spLocks noChangeArrowheads="1"/>
          </p:cNvSpPr>
          <p:nvPr userDrawn="1"/>
        </p:nvSpPr>
        <p:spPr bwMode="auto">
          <a:xfrm>
            <a:off x="3538631" y="44035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228">
            <a:extLst>
              <a:ext uri="{FF2B5EF4-FFF2-40B4-BE49-F238E27FC236}">
                <a16:creationId xmlns:a16="http://schemas.microsoft.com/office/drawing/2014/main" id="{7BB41F2F-EDE1-4BB3-B582-2B31560A4BBC}"/>
              </a:ext>
            </a:extLst>
          </p:cNvPr>
          <p:cNvSpPr>
            <a:spLocks noChangeArrowheads="1"/>
          </p:cNvSpPr>
          <p:nvPr userDrawn="1"/>
        </p:nvSpPr>
        <p:spPr bwMode="auto">
          <a:xfrm>
            <a:off x="3992894" y="44035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254">
            <a:extLst>
              <a:ext uri="{FF2B5EF4-FFF2-40B4-BE49-F238E27FC236}">
                <a16:creationId xmlns:a16="http://schemas.microsoft.com/office/drawing/2014/main" id="{B7B10579-D69C-4FCC-AF11-0E5789DC7BAB}"/>
              </a:ext>
            </a:extLst>
          </p:cNvPr>
          <p:cNvSpPr>
            <a:spLocks noChangeArrowheads="1"/>
          </p:cNvSpPr>
          <p:nvPr userDrawn="1"/>
        </p:nvSpPr>
        <p:spPr bwMode="auto">
          <a:xfrm>
            <a:off x="3538631" y="49107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255">
            <a:extLst>
              <a:ext uri="{FF2B5EF4-FFF2-40B4-BE49-F238E27FC236}">
                <a16:creationId xmlns:a16="http://schemas.microsoft.com/office/drawing/2014/main" id="{A4A3592F-5BAF-4960-8617-39A5A4418C41}"/>
              </a:ext>
            </a:extLst>
          </p:cNvPr>
          <p:cNvSpPr>
            <a:spLocks noChangeArrowheads="1"/>
          </p:cNvSpPr>
          <p:nvPr userDrawn="1"/>
        </p:nvSpPr>
        <p:spPr bwMode="auto">
          <a:xfrm>
            <a:off x="3992894" y="49107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91">
            <a:extLst>
              <a:ext uri="{FF2B5EF4-FFF2-40B4-BE49-F238E27FC236}">
                <a16:creationId xmlns:a16="http://schemas.microsoft.com/office/drawing/2014/main" id="{D185731F-D098-4E64-B7BB-077680516CB5}"/>
              </a:ext>
            </a:extLst>
          </p:cNvPr>
          <p:cNvSpPr>
            <a:spLocks noChangeArrowheads="1"/>
          </p:cNvSpPr>
          <p:nvPr userDrawn="1"/>
        </p:nvSpPr>
        <p:spPr bwMode="auto">
          <a:xfrm>
            <a:off x="4448326" y="18548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92">
            <a:extLst>
              <a:ext uri="{FF2B5EF4-FFF2-40B4-BE49-F238E27FC236}">
                <a16:creationId xmlns:a16="http://schemas.microsoft.com/office/drawing/2014/main" id="{C9CCA8BE-3357-4F70-B832-4B61283439F8}"/>
              </a:ext>
            </a:extLst>
          </p:cNvPr>
          <p:cNvSpPr>
            <a:spLocks noChangeArrowheads="1"/>
          </p:cNvSpPr>
          <p:nvPr userDrawn="1"/>
        </p:nvSpPr>
        <p:spPr bwMode="auto">
          <a:xfrm>
            <a:off x="4902589" y="18548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18">
            <a:extLst>
              <a:ext uri="{FF2B5EF4-FFF2-40B4-BE49-F238E27FC236}">
                <a16:creationId xmlns:a16="http://schemas.microsoft.com/office/drawing/2014/main" id="{E455E6B1-820F-4874-9998-3F33FDF6762A}"/>
              </a:ext>
            </a:extLst>
          </p:cNvPr>
          <p:cNvSpPr>
            <a:spLocks noChangeArrowheads="1"/>
          </p:cNvSpPr>
          <p:nvPr userDrawn="1"/>
        </p:nvSpPr>
        <p:spPr bwMode="auto">
          <a:xfrm>
            <a:off x="4448326" y="23632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19">
            <a:extLst>
              <a:ext uri="{FF2B5EF4-FFF2-40B4-BE49-F238E27FC236}">
                <a16:creationId xmlns:a16="http://schemas.microsoft.com/office/drawing/2014/main" id="{A5878F30-11F9-4620-BB7C-A20308D54D2A}"/>
              </a:ext>
            </a:extLst>
          </p:cNvPr>
          <p:cNvSpPr>
            <a:spLocks noChangeArrowheads="1"/>
          </p:cNvSpPr>
          <p:nvPr userDrawn="1"/>
        </p:nvSpPr>
        <p:spPr bwMode="auto">
          <a:xfrm>
            <a:off x="4902589" y="23632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5">
            <a:extLst>
              <a:ext uri="{FF2B5EF4-FFF2-40B4-BE49-F238E27FC236}">
                <a16:creationId xmlns:a16="http://schemas.microsoft.com/office/drawing/2014/main" id="{282B328E-96DE-404A-8A33-DD08463AA16C}"/>
              </a:ext>
            </a:extLst>
          </p:cNvPr>
          <p:cNvSpPr>
            <a:spLocks noChangeArrowheads="1"/>
          </p:cNvSpPr>
          <p:nvPr userDrawn="1"/>
        </p:nvSpPr>
        <p:spPr bwMode="auto">
          <a:xfrm>
            <a:off x="4448326" y="28704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46">
            <a:extLst>
              <a:ext uri="{FF2B5EF4-FFF2-40B4-BE49-F238E27FC236}">
                <a16:creationId xmlns:a16="http://schemas.microsoft.com/office/drawing/2014/main" id="{6B4AC90D-580B-4B11-8435-170433BF37CE}"/>
              </a:ext>
            </a:extLst>
          </p:cNvPr>
          <p:cNvSpPr>
            <a:spLocks noChangeArrowheads="1"/>
          </p:cNvSpPr>
          <p:nvPr userDrawn="1"/>
        </p:nvSpPr>
        <p:spPr bwMode="auto">
          <a:xfrm>
            <a:off x="4902589" y="28704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72">
            <a:extLst>
              <a:ext uri="{FF2B5EF4-FFF2-40B4-BE49-F238E27FC236}">
                <a16:creationId xmlns:a16="http://schemas.microsoft.com/office/drawing/2014/main" id="{9FF1A1F4-2E5F-4786-B499-D60DC75B214B}"/>
              </a:ext>
            </a:extLst>
          </p:cNvPr>
          <p:cNvSpPr>
            <a:spLocks noChangeArrowheads="1"/>
          </p:cNvSpPr>
          <p:nvPr userDrawn="1"/>
        </p:nvSpPr>
        <p:spPr bwMode="auto">
          <a:xfrm>
            <a:off x="4448326" y="337886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73">
            <a:extLst>
              <a:ext uri="{FF2B5EF4-FFF2-40B4-BE49-F238E27FC236}">
                <a16:creationId xmlns:a16="http://schemas.microsoft.com/office/drawing/2014/main" id="{0F1C8560-0B43-4D98-ADB6-195504D71D3D}"/>
              </a:ext>
            </a:extLst>
          </p:cNvPr>
          <p:cNvSpPr>
            <a:spLocks noChangeArrowheads="1"/>
          </p:cNvSpPr>
          <p:nvPr userDrawn="1"/>
        </p:nvSpPr>
        <p:spPr bwMode="auto">
          <a:xfrm>
            <a:off x="4902589" y="337886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99">
            <a:extLst>
              <a:ext uri="{FF2B5EF4-FFF2-40B4-BE49-F238E27FC236}">
                <a16:creationId xmlns:a16="http://schemas.microsoft.com/office/drawing/2014/main" id="{A4D091FA-192E-4111-9D0A-1154813D182B}"/>
              </a:ext>
            </a:extLst>
          </p:cNvPr>
          <p:cNvSpPr>
            <a:spLocks noChangeArrowheads="1"/>
          </p:cNvSpPr>
          <p:nvPr userDrawn="1"/>
        </p:nvSpPr>
        <p:spPr bwMode="auto">
          <a:xfrm>
            <a:off x="4448326" y="38872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200">
            <a:extLst>
              <a:ext uri="{FF2B5EF4-FFF2-40B4-BE49-F238E27FC236}">
                <a16:creationId xmlns:a16="http://schemas.microsoft.com/office/drawing/2014/main" id="{2456DB9E-FD91-4F1E-8D75-71C5A435799A}"/>
              </a:ext>
            </a:extLst>
          </p:cNvPr>
          <p:cNvSpPr>
            <a:spLocks noChangeArrowheads="1"/>
          </p:cNvSpPr>
          <p:nvPr userDrawn="1"/>
        </p:nvSpPr>
        <p:spPr bwMode="auto">
          <a:xfrm>
            <a:off x="4902589" y="38872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227">
            <a:extLst>
              <a:ext uri="{FF2B5EF4-FFF2-40B4-BE49-F238E27FC236}">
                <a16:creationId xmlns:a16="http://schemas.microsoft.com/office/drawing/2014/main" id="{82ADDEB8-4944-41EC-9927-6FCED6B44E0F}"/>
              </a:ext>
            </a:extLst>
          </p:cNvPr>
          <p:cNvSpPr>
            <a:spLocks noChangeArrowheads="1"/>
          </p:cNvSpPr>
          <p:nvPr userDrawn="1"/>
        </p:nvSpPr>
        <p:spPr bwMode="auto">
          <a:xfrm>
            <a:off x="4448327" y="43956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228">
            <a:extLst>
              <a:ext uri="{FF2B5EF4-FFF2-40B4-BE49-F238E27FC236}">
                <a16:creationId xmlns:a16="http://schemas.microsoft.com/office/drawing/2014/main" id="{3E7F6ABB-32D8-4D9F-8019-5A6F21704275}"/>
              </a:ext>
            </a:extLst>
          </p:cNvPr>
          <p:cNvSpPr>
            <a:spLocks noChangeArrowheads="1"/>
          </p:cNvSpPr>
          <p:nvPr userDrawn="1"/>
        </p:nvSpPr>
        <p:spPr bwMode="auto">
          <a:xfrm>
            <a:off x="4902590" y="43956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254">
            <a:extLst>
              <a:ext uri="{FF2B5EF4-FFF2-40B4-BE49-F238E27FC236}">
                <a16:creationId xmlns:a16="http://schemas.microsoft.com/office/drawing/2014/main" id="{FF3C13CA-9CE5-4787-9D9F-6F33F6D7219E}"/>
              </a:ext>
            </a:extLst>
          </p:cNvPr>
          <p:cNvSpPr>
            <a:spLocks noChangeArrowheads="1"/>
          </p:cNvSpPr>
          <p:nvPr userDrawn="1"/>
        </p:nvSpPr>
        <p:spPr bwMode="auto">
          <a:xfrm>
            <a:off x="4448327" y="49028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255">
            <a:extLst>
              <a:ext uri="{FF2B5EF4-FFF2-40B4-BE49-F238E27FC236}">
                <a16:creationId xmlns:a16="http://schemas.microsoft.com/office/drawing/2014/main" id="{F45F3084-D5DF-4E2A-9FD2-8FADA756F908}"/>
              </a:ext>
            </a:extLst>
          </p:cNvPr>
          <p:cNvSpPr>
            <a:spLocks noChangeArrowheads="1"/>
          </p:cNvSpPr>
          <p:nvPr userDrawn="1"/>
        </p:nvSpPr>
        <p:spPr bwMode="auto">
          <a:xfrm>
            <a:off x="4902590" y="49028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91">
            <a:extLst>
              <a:ext uri="{FF2B5EF4-FFF2-40B4-BE49-F238E27FC236}">
                <a16:creationId xmlns:a16="http://schemas.microsoft.com/office/drawing/2014/main" id="{C8C188D8-825C-491C-B927-12A86B68F9C8}"/>
              </a:ext>
            </a:extLst>
          </p:cNvPr>
          <p:cNvSpPr>
            <a:spLocks noChangeArrowheads="1"/>
          </p:cNvSpPr>
          <p:nvPr userDrawn="1"/>
        </p:nvSpPr>
        <p:spPr bwMode="auto">
          <a:xfrm>
            <a:off x="5358022" y="18304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92">
            <a:extLst>
              <a:ext uri="{FF2B5EF4-FFF2-40B4-BE49-F238E27FC236}">
                <a16:creationId xmlns:a16="http://schemas.microsoft.com/office/drawing/2014/main" id="{F1A1CAD1-7E2F-491A-A2F7-752577008BAE}"/>
              </a:ext>
            </a:extLst>
          </p:cNvPr>
          <p:cNvSpPr>
            <a:spLocks noChangeArrowheads="1"/>
          </p:cNvSpPr>
          <p:nvPr userDrawn="1"/>
        </p:nvSpPr>
        <p:spPr bwMode="auto">
          <a:xfrm>
            <a:off x="5812285" y="18304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18">
            <a:extLst>
              <a:ext uri="{FF2B5EF4-FFF2-40B4-BE49-F238E27FC236}">
                <a16:creationId xmlns:a16="http://schemas.microsoft.com/office/drawing/2014/main" id="{C9F7170B-09CB-4F23-B86C-E3C5A5A9526F}"/>
              </a:ext>
            </a:extLst>
          </p:cNvPr>
          <p:cNvSpPr>
            <a:spLocks noChangeArrowheads="1"/>
          </p:cNvSpPr>
          <p:nvPr userDrawn="1"/>
        </p:nvSpPr>
        <p:spPr bwMode="auto">
          <a:xfrm>
            <a:off x="5358022" y="23388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19">
            <a:extLst>
              <a:ext uri="{FF2B5EF4-FFF2-40B4-BE49-F238E27FC236}">
                <a16:creationId xmlns:a16="http://schemas.microsoft.com/office/drawing/2014/main" id="{91FF46E2-A356-45DF-9FE0-6D68E8BBB82B}"/>
              </a:ext>
            </a:extLst>
          </p:cNvPr>
          <p:cNvSpPr>
            <a:spLocks noChangeArrowheads="1"/>
          </p:cNvSpPr>
          <p:nvPr userDrawn="1"/>
        </p:nvSpPr>
        <p:spPr bwMode="auto">
          <a:xfrm>
            <a:off x="5812285" y="23388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45">
            <a:extLst>
              <a:ext uri="{FF2B5EF4-FFF2-40B4-BE49-F238E27FC236}">
                <a16:creationId xmlns:a16="http://schemas.microsoft.com/office/drawing/2014/main" id="{233DF4C6-7DB2-4DEC-965E-4E0FD1AE2F7E}"/>
              </a:ext>
            </a:extLst>
          </p:cNvPr>
          <p:cNvSpPr>
            <a:spLocks noChangeArrowheads="1"/>
          </p:cNvSpPr>
          <p:nvPr userDrawn="1"/>
        </p:nvSpPr>
        <p:spPr bwMode="auto">
          <a:xfrm>
            <a:off x="5358022" y="28460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46">
            <a:extLst>
              <a:ext uri="{FF2B5EF4-FFF2-40B4-BE49-F238E27FC236}">
                <a16:creationId xmlns:a16="http://schemas.microsoft.com/office/drawing/2014/main" id="{BA0EBE02-0FF5-4E5F-B07E-C74F70CB3BB6}"/>
              </a:ext>
            </a:extLst>
          </p:cNvPr>
          <p:cNvSpPr>
            <a:spLocks noChangeArrowheads="1"/>
          </p:cNvSpPr>
          <p:nvPr userDrawn="1"/>
        </p:nvSpPr>
        <p:spPr bwMode="auto">
          <a:xfrm>
            <a:off x="5812285" y="28460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72">
            <a:extLst>
              <a:ext uri="{FF2B5EF4-FFF2-40B4-BE49-F238E27FC236}">
                <a16:creationId xmlns:a16="http://schemas.microsoft.com/office/drawing/2014/main" id="{C1FFCEB5-7D01-4DF1-AE5C-13AA614FBB24}"/>
              </a:ext>
            </a:extLst>
          </p:cNvPr>
          <p:cNvSpPr>
            <a:spLocks noChangeArrowheads="1"/>
          </p:cNvSpPr>
          <p:nvPr userDrawn="1"/>
        </p:nvSpPr>
        <p:spPr bwMode="auto">
          <a:xfrm>
            <a:off x="5358022" y="335444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73">
            <a:extLst>
              <a:ext uri="{FF2B5EF4-FFF2-40B4-BE49-F238E27FC236}">
                <a16:creationId xmlns:a16="http://schemas.microsoft.com/office/drawing/2014/main" id="{4E743A8D-CDF1-43FE-9A64-273018A788F5}"/>
              </a:ext>
            </a:extLst>
          </p:cNvPr>
          <p:cNvSpPr>
            <a:spLocks noChangeArrowheads="1"/>
          </p:cNvSpPr>
          <p:nvPr userDrawn="1"/>
        </p:nvSpPr>
        <p:spPr bwMode="auto">
          <a:xfrm>
            <a:off x="5812285" y="335444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99">
            <a:extLst>
              <a:ext uri="{FF2B5EF4-FFF2-40B4-BE49-F238E27FC236}">
                <a16:creationId xmlns:a16="http://schemas.microsoft.com/office/drawing/2014/main" id="{5816494B-7CF7-4661-9520-ECF2157C306A}"/>
              </a:ext>
            </a:extLst>
          </p:cNvPr>
          <p:cNvSpPr>
            <a:spLocks noChangeArrowheads="1"/>
          </p:cNvSpPr>
          <p:nvPr userDrawn="1"/>
        </p:nvSpPr>
        <p:spPr bwMode="auto">
          <a:xfrm>
            <a:off x="5358022" y="38628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200">
            <a:extLst>
              <a:ext uri="{FF2B5EF4-FFF2-40B4-BE49-F238E27FC236}">
                <a16:creationId xmlns:a16="http://schemas.microsoft.com/office/drawing/2014/main" id="{D5F4C1D4-E8FC-483F-82E0-C314B4887C06}"/>
              </a:ext>
            </a:extLst>
          </p:cNvPr>
          <p:cNvSpPr>
            <a:spLocks noChangeArrowheads="1"/>
          </p:cNvSpPr>
          <p:nvPr userDrawn="1"/>
        </p:nvSpPr>
        <p:spPr bwMode="auto">
          <a:xfrm>
            <a:off x="5812285" y="38628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227">
            <a:extLst>
              <a:ext uri="{FF2B5EF4-FFF2-40B4-BE49-F238E27FC236}">
                <a16:creationId xmlns:a16="http://schemas.microsoft.com/office/drawing/2014/main" id="{1DE23893-72CE-44E4-9514-E4A35927AD0D}"/>
              </a:ext>
            </a:extLst>
          </p:cNvPr>
          <p:cNvSpPr>
            <a:spLocks noChangeArrowheads="1"/>
          </p:cNvSpPr>
          <p:nvPr userDrawn="1"/>
        </p:nvSpPr>
        <p:spPr bwMode="auto">
          <a:xfrm>
            <a:off x="5358023" y="43712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228">
            <a:extLst>
              <a:ext uri="{FF2B5EF4-FFF2-40B4-BE49-F238E27FC236}">
                <a16:creationId xmlns:a16="http://schemas.microsoft.com/office/drawing/2014/main" id="{FDAE80AB-A18F-4777-8A7E-3AF3817C0054}"/>
              </a:ext>
            </a:extLst>
          </p:cNvPr>
          <p:cNvSpPr>
            <a:spLocks noChangeArrowheads="1"/>
          </p:cNvSpPr>
          <p:nvPr userDrawn="1"/>
        </p:nvSpPr>
        <p:spPr bwMode="auto">
          <a:xfrm>
            <a:off x="5812286" y="43712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254">
            <a:extLst>
              <a:ext uri="{FF2B5EF4-FFF2-40B4-BE49-F238E27FC236}">
                <a16:creationId xmlns:a16="http://schemas.microsoft.com/office/drawing/2014/main" id="{057CEA97-FB2D-4753-85A3-0C33E822D3CE}"/>
              </a:ext>
            </a:extLst>
          </p:cNvPr>
          <p:cNvSpPr>
            <a:spLocks noChangeArrowheads="1"/>
          </p:cNvSpPr>
          <p:nvPr userDrawn="1"/>
        </p:nvSpPr>
        <p:spPr bwMode="auto">
          <a:xfrm>
            <a:off x="5358023" y="48784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255">
            <a:extLst>
              <a:ext uri="{FF2B5EF4-FFF2-40B4-BE49-F238E27FC236}">
                <a16:creationId xmlns:a16="http://schemas.microsoft.com/office/drawing/2014/main" id="{79420A4A-5528-4EC0-987F-DF7C0EEB41F6}"/>
              </a:ext>
            </a:extLst>
          </p:cNvPr>
          <p:cNvSpPr>
            <a:spLocks noChangeArrowheads="1"/>
          </p:cNvSpPr>
          <p:nvPr userDrawn="1"/>
        </p:nvSpPr>
        <p:spPr bwMode="auto">
          <a:xfrm>
            <a:off x="5812286" y="48784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91">
            <a:extLst>
              <a:ext uri="{FF2B5EF4-FFF2-40B4-BE49-F238E27FC236}">
                <a16:creationId xmlns:a16="http://schemas.microsoft.com/office/drawing/2014/main" id="{DBC80B5A-0476-410E-B60C-6450F79B3E0B}"/>
              </a:ext>
            </a:extLst>
          </p:cNvPr>
          <p:cNvSpPr>
            <a:spLocks noChangeArrowheads="1"/>
          </p:cNvSpPr>
          <p:nvPr userDrawn="1"/>
        </p:nvSpPr>
        <p:spPr bwMode="auto">
          <a:xfrm>
            <a:off x="6267716" y="18429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92">
            <a:extLst>
              <a:ext uri="{FF2B5EF4-FFF2-40B4-BE49-F238E27FC236}">
                <a16:creationId xmlns:a16="http://schemas.microsoft.com/office/drawing/2014/main" id="{65FABB81-DBF4-42B4-8D90-A98EC802144F}"/>
              </a:ext>
            </a:extLst>
          </p:cNvPr>
          <p:cNvSpPr>
            <a:spLocks noChangeArrowheads="1"/>
          </p:cNvSpPr>
          <p:nvPr userDrawn="1"/>
        </p:nvSpPr>
        <p:spPr bwMode="auto">
          <a:xfrm>
            <a:off x="6721979" y="18429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18">
            <a:extLst>
              <a:ext uri="{FF2B5EF4-FFF2-40B4-BE49-F238E27FC236}">
                <a16:creationId xmlns:a16="http://schemas.microsoft.com/office/drawing/2014/main" id="{A6202184-9808-4043-9640-D0544AB5D404}"/>
              </a:ext>
            </a:extLst>
          </p:cNvPr>
          <p:cNvSpPr>
            <a:spLocks noChangeArrowheads="1"/>
          </p:cNvSpPr>
          <p:nvPr userDrawn="1"/>
        </p:nvSpPr>
        <p:spPr bwMode="auto">
          <a:xfrm>
            <a:off x="6267716" y="23513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19">
            <a:extLst>
              <a:ext uri="{FF2B5EF4-FFF2-40B4-BE49-F238E27FC236}">
                <a16:creationId xmlns:a16="http://schemas.microsoft.com/office/drawing/2014/main" id="{FEED1DE3-7FCB-412B-AD9F-396C8AFC0B44}"/>
              </a:ext>
            </a:extLst>
          </p:cNvPr>
          <p:cNvSpPr>
            <a:spLocks noChangeArrowheads="1"/>
          </p:cNvSpPr>
          <p:nvPr userDrawn="1"/>
        </p:nvSpPr>
        <p:spPr bwMode="auto">
          <a:xfrm>
            <a:off x="6721979" y="23513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145">
            <a:extLst>
              <a:ext uri="{FF2B5EF4-FFF2-40B4-BE49-F238E27FC236}">
                <a16:creationId xmlns:a16="http://schemas.microsoft.com/office/drawing/2014/main" id="{E3D106F5-B3BA-48C7-BB89-5F7A7B3FD30F}"/>
              </a:ext>
            </a:extLst>
          </p:cNvPr>
          <p:cNvSpPr>
            <a:spLocks noChangeArrowheads="1"/>
          </p:cNvSpPr>
          <p:nvPr userDrawn="1"/>
        </p:nvSpPr>
        <p:spPr bwMode="auto">
          <a:xfrm>
            <a:off x="6267716" y="28585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146">
            <a:extLst>
              <a:ext uri="{FF2B5EF4-FFF2-40B4-BE49-F238E27FC236}">
                <a16:creationId xmlns:a16="http://schemas.microsoft.com/office/drawing/2014/main" id="{98A5D359-1B62-4D55-856B-6A4D9015C636}"/>
              </a:ext>
            </a:extLst>
          </p:cNvPr>
          <p:cNvSpPr>
            <a:spLocks noChangeArrowheads="1"/>
          </p:cNvSpPr>
          <p:nvPr userDrawn="1"/>
        </p:nvSpPr>
        <p:spPr bwMode="auto">
          <a:xfrm>
            <a:off x="6721979" y="28585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172">
            <a:extLst>
              <a:ext uri="{FF2B5EF4-FFF2-40B4-BE49-F238E27FC236}">
                <a16:creationId xmlns:a16="http://schemas.microsoft.com/office/drawing/2014/main" id="{8AEB6855-7DCA-4BAB-B081-5EAFB1014586}"/>
              </a:ext>
            </a:extLst>
          </p:cNvPr>
          <p:cNvSpPr>
            <a:spLocks noChangeArrowheads="1"/>
          </p:cNvSpPr>
          <p:nvPr userDrawn="1"/>
        </p:nvSpPr>
        <p:spPr bwMode="auto">
          <a:xfrm>
            <a:off x="6267716" y="3366974"/>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173">
            <a:extLst>
              <a:ext uri="{FF2B5EF4-FFF2-40B4-BE49-F238E27FC236}">
                <a16:creationId xmlns:a16="http://schemas.microsoft.com/office/drawing/2014/main" id="{18A0DCB0-4E9E-42D7-ABF1-2CB0A069240A}"/>
              </a:ext>
            </a:extLst>
          </p:cNvPr>
          <p:cNvSpPr>
            <a:spLocks noChangeArrowheads="1"/>
          </p:cNvSpPr>
          <p:nvPr userDrawn="1"/>
        </p:nvSpPr>
        <p:spPr bwMode="auto">
          <a:xfrm>
            <a:off x="6721979" y="3366974"/>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199">
            <a:extLst>
              <a:ext uri="{FF2B5EF4-FFF2-40B4-BE49-F238E27FC236}">
                <a16:creationId xmlns:a16="http://schemas.microsoft.com/office/drawing/2014/main" id="{C94A534B-EDB6-41CC-BFD6-C8E5C64E30CF}"/>
              </a:ext>
            </a:extLst>
          </p:cNvPr>
          <p:cNvSpPr>
            <a:spLocks noChangeArrowheads="1"/>
          </p:cNvSpPr>
          <p:nvPr userDrawn="1"/>
        </p:nvSpPr>
        <p:spPr bwMode="auto">
          <a:xfrm>
            <a:off x="6267716" y="38753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00">
            <a:extLst>
              <a:ext uri="{FF2B5EF4-FFF2-40B4-BE49-F238E27FC236}">
                <a16:creationId xmlns:a16="http://schemas.microsoft.com/office/drawing/2014/main" id="{D3305D9B-7E5D-4A06-B20C-705E7AADA0EE}"/>
              </a:ext>
            </a:extLst>
          </p:cNvPr>
          <p:cNvSpPr>
            <a:spLocks noChangeArrowheads="1"/>
          </p:cNvSpPr>
          <p:nvPr userDrawn="1"/>
        </p:nvSpPr>
        <p:spPr bwMode="auto">
          <a:xfrm>
            <a:off x="6721979" y="38753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27">
            <a:extLst>
              <a:ext uri="{FF2B5EF4-FFF2-40B4-BE49-F238E27FC236}">
                <a16:creationId xmlns:a16="http://schemas.microsoft.com/office/drawing/2014/main" id="{10DC9989-B0C3-40E8-9A23-4DD46B61F186}"/>
              </a:ext>
            </a:extLst>
          </p:cNvPr>
          <p:cNvSpPr>
            <a:spLocks noChangeArrowheads="1"/>
          </p:cNvSpPr>
          <p:nvPr userDrawn="1"/>
        </p:nvSpPr>
        <p:spPr bwMode="auto">
          <a:xfrm>
            <a:off x="6267717" y="43837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8">
            <a:extLst>
              <a:ext uri="{FF2B5EF4-FFF2-40B4-BE49-F238E27FC236}">
                <a16:creationId xmlns:a16="http://schemas.microsoft.com/office/drawing/2014/main" id="{802DD19F-ACAF-462C-9EF0-03BED7E8C2A2}"/>
              </a:ext>
            </a:extLst>
          </p:cNvPr>
          <p:cNvSpPr>
            <a:spLocks noChangeArrowheads="1"/>
          </p:cNvSpPr>
          <p:nvPr userDrawn="1"/>
        </p:nvSpPr>
        <p:spPr bwMode="auto">
          <a:xfrm>
            <a:off x="6721980" y="43837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54">
            <a:extLst>
              <a:ext uri="{FF2B5EF4-FFF2-40B4-BE49-F238E27FC236}">
                <a16:creationId xmlns:a16="http://schemas.microsoft.com/office/drawing/2014/main" id="{B675BA60-6E6B-4897-B172-3FEB85B0A6BE}"/>
              </a:ext>
            </a:extLst>
          </p:cNvPr>
          <p:cNvSpPr>
            <a:spLocks noChangeArrowheads="1"/>
          </p:cNvSpPr>
          <p:nvPr userDrawn="1"/>
        </p:nvSpPr>
        <p:spPr bwMode="auto">
          <a:xfrm>
            <a:off x="6267717" y="48909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55">
            <a:extLst>
              <a:ext uri="{FF2B5EF4-FFF2-40B4-BE49-F238E27FC236}">
                <a16:creationId xmlns:a16="http://schemas.microsoft.com/office/drawing/2014/main" id="{90EC0740-4B58-4786-864F-D6202316E36B}"/>
              </a:ext>
            </a:extLst>
          </p:cNvPr>
          <p:cNvSpPr>
            <a:spLocks noChangeArrowheads="1"/>
          </p:cNvSpPr>
          <p:nvPr userDrawn="1"/>
        </p:nvSpPr>
        <p:spPr bwMode="auto">
          <a:xfrm>
            <a:off x="6721980" y="48909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91">
            <a:extLst>
              <a:ext uri="{FF2B5EF4-FFF2-40B4-BE49-F238E27FC236}">
                <a16:creationId xmlns:a16="http://schemas.microsoft.com/office/drawing/2014/main" id="{6F4C6DA5-9C32-43AB-9B2B-D5F64DCD5B48}"/>
              </a:ext>
            </a:extLst>
          </p:cNvPr>
          <p:cNvSpPr>
            <a:spLocks noChangeArrowheads="1"/>
          </p:cNvSpPr>
          <p:nvPr userDrawn="1"/>
        </p:nvSpPr>
        <p:spPr bwMode="auto">
          <a:xfrm>
            <a:off x="7177412"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92">
            <a:extLst>
              <a:ext uri="{FF2B5EF4-FFF2-40B4-BE49-F238E27FC236}">
                <a16:creationId xmlns:a16="http://schemas.microsoft.com/office/drawing/2014/main" id="{2E98FFFB-1367-4885-A347-2B10A92AF779}"/>
              </a:ext>
            </a:extLst>
          </p:cNvPr>
          <p:cNvSpPr>
            <a:spLocks noChangeArrowheads="1"/>
          </p:cNvSpPr>
          <p:nvPr userDrawn="1"/>
        </p:nvSpPr>
        <p:spPr bwMode="auto">
          <a:xfrm>
            <a:off x="7631675"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118">
            <a:extLst>
              <a:ext uri="{FF2B5EF4-FFF2-40B4-BE49-F238E27FC236}">
                <a16:creationId xmlns:a16="http://schemas.microsoft.com/office/drawing/2014/main" id="{B0EE3A07-2F28-4D28-AD64-4E71640B185F}"/>
              </a:ext>
            </a:extLst>
          </p:cNvPr>
          <p:cNvSpPr>
            <a:spLocks noChangeArrowheads="1"/>
          </p:cNvSpPr>
          <p:nvPr userDrawn="1"/>
        </p:nvSpPr>
        <p:spPr bwMode="auto">
          <a:xfrm>
            <a:off x="7177412"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119">
            <a:extLst>
              <a:ext uri="{FF2B5EF4-FFF2-40B4-BE49-F238E27FC236}">
                <a16:creationId xmlns:a16="http://schemas.microsoft.com/office/drawing/2014/main" id="{CCE2A03B-C80B-42F1-9230-C10251D1238C}"/>
              </a:ext>
            </a:extLst>
          </p:cNvPr>
          <p:cNvSpPr>
            <a:spLocks noChangeArrowheads="1"/>
          </p:cNvSpPr>
          <p:nvPr userDrawn="1"/>
        </p:nvSpPr>
        <p:spPr bwMode="auto">
          <a:xfrm>
            <a:off x="7631675"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145">
            <a:extLst>
              <a:ext uri="{FF2B5EF4-FFF2-40B4-BE49-F238E27FC236}">
                <a16:creationId xmlns:a16="http://schemas.microsoft.com/office/drawing/2014/main" id="{87375277-0EF5-4601-B688-CC287F3E6A48}"/>
              </a:ext>
            </a:extLst>
          </p:cNvPr>
          <p:cNvSpPr>
            <a:spLocks noChangeArrowheads="1"/>
          </p:cNvSpPr>
          <p:nvPr userDrawn="1"/>
        </p:nvSpPr>
        <p:spPr bwMode="auto">
          <a:xfrm>
            <a:off x="7177412"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146">
            <a:extLst>
              <a:ext uri="{FF2B5EF4-FFF2-40B4-BE49-F238E27FC236}">
                <a16:creationId xmlns:a16="http://schemas.microsoft.com/office/drawing/2014/main" id="{19099545-7878-4215-9ADA-69237497B88B}"/>
              </a:ext>
            </a:extLst>
          </p:cNvPr>
          <p:cNvSpPr>
            <a:spLocks noChangeArrowheads="1"/>
          </p:cNvSpPr>
          <p:nvPr userDrawn="1"/>
        </p:nvSpPr>
        <p:spPr bwMode="auto">
          <a:xfrm>
            <a:off x="7631675"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172">
            <a:extLst>
              <a:ext uri="{FF2B5EF4-FFF2-40B4-BE49-F238E27FC236}">
                <a16:creationId xmlns:a16="http://schemas.microsoft.com/office/drawing/2014/main" id="{13AB64CA-71E8-4F3D-8A8F-48ADB8EE76DD}"/>
              </a:ext>
            </a:extLst>
          </p:cNvPr>
          <p:cNvSpPr>
            <a:spLocks noChangeArrowheads="1"/>
          </p:cNvSpPr>
          <p:nvPr userDrawn="1"/>
        </p:nvSpPr>
        <p:spPr bwMode="auto">
          <a:xfrm>
            <a:off x="7177412"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173">
            <a:extLst>
              <a:ext uri="{FF2B5EF4-FFF2-40B4-BE49-F238E27FC236}">
                <a16:creationId xmlns:a16="http://schemas.microsoft.com/office/drawing/2014/main" id="{E6E68EB4-8B4F-4659-85F0-F33EB0681EAB}"/>
              </a:ext>
            </a:extLst>
          </p:cNvPr>
          <p:cNvSpPr>
            <a:spLocks noChangeArrowheads="1"/>
          </p:cNvSpPr>
          <p:nvPr userDrawn="1"/>
        </p:nvSpPr>
        <p:spPr bwMode="auto">
          <a:xfrm>
            <a:off x="7631675"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199">
            <a:extLst>
              <a:ext uri="{FF2B5EF4-FFF2-40B4-BE49-F238E27FC236}">
                <a16:creationId xmlns:a16="http://schemas.microsoft.com/office/drawing/2014/main" id="{FD5D2EFE-78D7-47A0-B41B-A6D123F33258}"/>
              </a:ext>
            </a:extLst>
          </p:cNvPr>
          <p:cNvSpPr>
            <a:spLocks noChangeArrowheads="1"/>
          </p:cNvSpPr>
          <p:nvPr userDrawn="1"/>
        </p:nvSpPr>
        <p:spPr bwMode="auto">
          <a:xfrm>
            <a:off x="7177412"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00">
            <a:extLst>
              <a:ext uri="{FF2B5EF4-FFF2-40B4-BE49-F238E27FC236}">
                <a16:creationId xmlns:a16="http://schemas.microsoft.com/office/drawing/2014/main" id="{43DD1F99-EF92-4FA7-A688-DFB8CA0428A2}"/>
              </a:ext>
            </a:extLst>
          </p:cNvPr>
          <p:cNvSpPr>
            <a:spLocks noChangeArrowheads="1"/>
          </p:cNvSpPr>
          <p:nvPr userDrawn="1"/>
        </p:nvSpPr>
        <p:spPr bwMode="auto">
          <a:xfrm>
            <a:off x="7631675"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27">
            <a:extLst>
              <a:ext uri="{FF2B5EF4-FFF2-40B4-BE49-F238E27FC236}">
                <a16:creationId xmlns:a16="http://schemas.microsoft.com/office/drawing/2014/main" id="{61B66908-9A89-4CAA-82BB-1B0CBBA7121D}"/>
              </a:ext>
            </a:extLst>
          </p:cNvPr>
          <p:cNvSpPr>
            <a:spLocks noChangeArrowheads="1"/>
          </p:cNvSpPr>
          <p:nvPr userDrawn="1"/>
        </p:nvSpPr>
        <p:spPr bwMode="auto">
          <a:xfrm>
            <a:off x="7177413"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28">
            <a:extLst>
              <a:ext uri="{FF2B5EF4-FFF2-40B4-BE49-F238E27FC236}">
                <a16:creationId xmlns:a16="http://schemas.microsoft.com/office/drawing/2014/main" id="{A25ADF27-53D5-47C3-A679-6359C6A587B3}"/>
              </a:ext>
            </a:extLst>
          </p:cNvPr>
          <p:cNvSpPr>
            <a:spLocks noChangeArrowheads="1"/>
          </p:cNvSpPr>
          <p:nvPr userDrawn="1"/>
        </p:nvSpPr>
        <p:spPr bwMode="auto">
          <a:xfrm>
            <a:off x="7631676"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54">
            <a:extLst>
              <a:ext uri="{FF2B5EF4-FFF2-40B4-BE49-F238E27FC236}">
                <a16:creationId xmlns:a16="http://schemas.microsoft.com/office/drawing/2014/main" id="{3571E780-2740-4415-A8FC-0A7B70032679}"/>
              </a:ext>
            </a:extLst>
          </p:cNvPr>
          <p:cNvSpPr>
            <a:spLocks noChangeArrowheads="1"/>
          </p:cNvSpPr>
          <p:nvPr userDrawn="1"/>
        </p:nvSpPr>
        <p:spPr bwMode="auto">
          <a:xfrm>
            <a:off x="7177413"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5">
            <a:extLst>
              <a:ext uri="{FF2B5EF4-FFF2-40B4-BE49-F238E27FC236}">
                <a16:creationId xmlns:a16="http://schemas.microsoft.com/office/drawing/2014/main" id="{D4DFF327-57BB-4D9E-A2B7-F0DD5B949776}"/>
              </a:ext>
            </a:extLst>
          </p:cNvPr>
          <p:cNvSpPr>
            <a:spLocks noChangeArrowheads="1"/>
          </p:cNvSpPr>
          <p:nvPr userDrawn="1"/>
        </p:nvSpPr>
        <p:spPr bwMode="auto">
          <a:xfrm>
            <a:off x="7631676"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91">
            <a:extLst>
              <a:ext uri="{FF2B5EF4-FFF2-40B4-BE49-F238E27FC236}">
                <a16:creationId xmlns:a16="http://schemas.microsoft.com/office/drawing/2014/main" id="{8A3B7425-E369-4F53-BA6F-5242DA61BF30}"/>
              </a:ext>
            </a:extLst>
          </p:cNvPr>
          <p:cNvSpPr>
            <a:spLocks noChangeArrowheads="1"/>
          </p:cNvSpPr>
          <p:nvPr userDrawn="1"/>
        </p:nvSpPr>
        <p:spPr bwMode="auto">
          <a:xfrm>
            <a:off x="8087107"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92">
            <a:extLst>
              <a:ext uri="{FF2B5EF4-FFF2-40B4-BE49-F238E27FC236}">
                <a16:creationId xmlns:a16="http://schemas.microsoft.com/office/drawing/2014/main" id="{4E6A839F-6FCF-4E31-8BD0-E16864EEE062}"/>
              </a:ext>
            </a:extLst>
          </p:cNvPr>
          <p:cNvSpPr>
            <a:spLocks noChangeArrowheads="1"/>
          </p:cNvSpPr>
          <p:nvPr userDrawn="1"/>
        </p:nvSpPr>
        <p:spPr bwMode="auto">
          <a:xfrm>
            <a:off x="8541370"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118">
            <a:extLst>
              <a:ext uri="{FF2B5EF4-FFF2-40B4-BE49-F238E27FC236}">
                <a16:creationId xmlns:a16="http://schemas.microsoft.com/office/drawing/2014/main" id="{E30405E0-3BAF-415C-962D-57EEE5D59061}"/>
              </a:ext>
            </a:extLst>
          </p:cNvPr>
          <p:cNvSpPr>
            <a:spLocks noChangeArrowheads="1"/>
          </p:cNvSpPr>
          <p:nvPr userDrawn="1"/>
        </p:nvSpPr>
        <p:spPr bwMode="auto">
          <a:xfrm>
            <a:off x="8087107"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119">
            <a:extLst>
              <a:ext uri="{FF2B5EF4-FFF2-40B4-BE49-F238E27FC236}">
                <a16:creationId xmlns:a16="http://schemas.microsoft.com/office/drawing/2014/main" id="{2F0D6E87-BA13-4616-837F-44E6418D2BE9}"/>
              </a:ext>
            </a:extLst>
          </p:cNvPr>
          <p:cNvSpPr>
            <a:spLocks noChangeArrowheads="1"/>
          </p:cNvSpPr>
          <p:nvPr userDrawn="1"/>
        </p:nvSpPr>
        <p:spPr bwMode="auto">
          <a:xfrm>
            <a:off x="8541370"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145">
            <a:extLst>
              <a:ext uri="{FF2B5EF4-FFF2-40B4-BE49-F238E27FC236}">
                <a16:creationId xmlns:a16="http://schemas.microsoft.com/office/drawing/2014/main" id="{6E4DC2C7-60E2-4E39-A040-33E1148C84D5}"/>
              </a:ext>
            </a:extLst>
          </p:cNvPr>
          <p:cNvSpPr>
            <a:spLocks noChangeArrowheads="1"/>
          </p:cNvSpPr>
          <p:nvPr userDrawn="1"/>
        </p:nvSpPr>
        <p:spPr bwMode="auto">
          <a:xfrm>
            <a:off x="8087107"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146">
            <a:extLst>
              <a:ext uri="{FF2B5EF4-FFF2-40B4-BE49-F238E27FC236}">
                <a16:creationId xmlns:a16="http://schemas.microsoft.com/office/drawing/2014/main" id="{966097DC-FD1B-4AB8-9270-D63BF4F1A3CB}"/>
              </a:ext>
            </a:extLst>
          </p:cNvPr>
          <p:cNvSpPr>
            <a:spLocks noChangeArrowheads="1"/>
          </p:cNvSpPr>
          <p:nvPr userDrawn="1"/>
        </p:nvSpPr>
        <p:spPr bwMode="auto">
          <a:xfrm>
            <a:off x="8541370"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172">
            <a:extLst>
              <a:ext uri="{FF2B5EF4-FFF2-40B4-BE49-F238E27FC236}">
                <a16:creationId xmlns:a16="http://schemas.microsoft.com/office/drawing/2014/main" id="{F9963C2C-FE13-4B53-9E0A-33833EBFF4BC}"/>
              </a:ext>
            </a:extLst>
          </p:cNvPr>
          <p:cNvSpPr>
            <a:spLocks noChangeArrowheads="1"/>
          </p:cNvSpPr>
          <p:nvPr userDrawn="1"/>
        </p:nvSpPr>
        <p:spPr bwMode="auto">
          <a:xfrm>
            <a:off x="8087107"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173">
            <a:extLst>
              <a:ext uri="{FF2B5EF4-FFF2-40B4-BE49-F238E27FC236}">
                <a16:creationId xmlns:a16="http://schemas.microsoft.com/office/drawing/2014/main" id="{E25FDE01-0116-404D-AED3-856484360C6A}"/>
              </a:ext>
            </a:extLst>
          </p:cNvPr>
          <p:cNvSpPr>
            <a:spLocks noChangeArrowheads="1"/>
          </p:cNvSpPr>
          <p:nvPr userDrawn="1"/>
        </p:nvSpPr>
        <p:spPr bwMode="auto">
          <a:xfrm>
            <a:off x="8541370"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199">
            <a:extLst>
              <a:ext uri="{FF2B5EF4-FFF2-40B4-BE49-F238E27FC236}">
                <a16:creationId xmlns:a16="http://schemas.microsoft.com/office/drawing/2014/main" id="{6301786C-8F5C-45F8-9EBB-5C24E924F8FB}"/>
              </a:ext>
            </a:extLst>
          </p:cNvPr>
          <p:cNvSpPr>
            <a:spLocks noChangeArrowheads="1"/>
          </p:cNvSpPr>
          <p:nvPr userDrawn="1"/>
        </p:nvSpPr>
        <p:spPr bwMode="auto">
          <a:xfrm>
            <a:off x="8087107"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00">
            <a:extLst>
              <a:ext uri="{FF2B5EF4-FFF2-40B4-BE49-F238E27FC236}">
                <a16:creationId xmlns:a16="http://schemas.microsoft.com/office/drawing/2014/main" id="{5F732FBA-FE3A-4BD8-BBC1-9C523E6253B3}"/>
              </a:ext>
            </a:extLst>
          </p:cNvPr>
          <p:cNvSpPr>
            <a:spLocks noChangeArrowheads="1"/>
          </p:cNvSpPr>
          <p:nvPr userDrawn="1"/>
        </p:nvSpPr>
        <p:spPr bwMode="auto">
          <a:xfrm>
            <a:off x="8541370"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27">
            <a:extLst>
              <a:ext uri="{FF2B5EF4-FFF2-40B4-BE49-F238E27FC236}">
                <a16:creationId xmlns:a16="http://schemas.microsoft.com/office/drawing/2014/main" id="{C637BBAC-97AA-4D18-AA59-2A7536613F5A}"/>
              </a:ext>
            </a:extLst>
          </p:cNvPr>
          <p:cNvSpPr>
            <a:spLocks noChangeArrowheads="1"/>
          </p:cNvSpPr>
          <p:nvPr userDrawn="1"/>
        </p:nvSpPr>
        <p:spPr bwMode="auto">
          <a:xfrm>
            <a:off x="8087108"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28">
            <a:extLst>
              <a:ext uri="{FF2B5EF4-FFF2-40B4-BE49-F238E27FC236}">
                <a16:creationId xmlns:a16="http://schemas.microsoft.com/office/drawing/2014/main" id="{6065E043-00A0-4681-9A2D-6DCA1E6EF993}"/>
              </a:ext>
            </a:extLst>
          </p:cNvPr>
          <p:cNvSpPr>
            <a:spLocks noChangeArrowheads="1"/>
          </p:cNvSpPr>
          <p:nvPr userDrawn="1"/>
        </p:nvSpPr>
        <p:spPr bwMode="auto">
          <a:xfrm>
            <a:off x="8541371"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54">
            <a:extLst>
              <a:ext uri="{FF2B5EF4-FFF2-40B4-BE49-F238E27FC236}">
                <a16:creationId xmlns:a16="http://schemas.microsoft.com/office/drawing/2014/main" id="{CE169FB0-5491-4F5D-BC9E-C9846ADDC0B8}"/>
              </a:ext>
            </a:extLst>
          </p:cNvPr>
          <p:cNvSpPr>
            <a:spLocks noChangeArrowheads="1"/>
          </p:cNvSpPr>
          <p:nvPr userDrawn="1"/>
        </p:nvSpPr>
        <p:spPr bwMode="auto">
          <a:xfrm>
            <a:off x="8087108"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55">
            <a:extLst>
              <a:ext uri="{FF2B5EF4-FFF2-40B4-BE49-F238E27FC236}">
                <a16:creationId xmlns:a16="http://schemas.microsoft.com/office/drawing/2014/main" id="{2057D317-5E06-487E-8C29-ACF2FBFDAD7B}"/>
              </a:ext>
            </a:extLst>
          </p:cNvPr>
          <p:cNvSpPr>
            <a:spLocks noChangeArrowheads="1"/>
          </p:cNvSpPr>
          <p:nvPr userDrawn="1"/>
        </p:nvSpPr>
        <p:spPr bwMode="auto">
          <a:xfrm>
            <a:off x="8541371"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145230934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1"/>
        </a:solidFill>
        <a:effectLst/>
      </p:bgPr>
    </p:bg>
    <p:spTree>
      <p:nvGrpSpPr>
        <p:cNvPr id="1" name=""/>
        <p:cNvGrpSpPr/>
        <p:nvPr/>
      </p:nvGrpSpPr>
      <p:grpSpPr>
        <a:xfrm>
          <a:off x="0" y="0"/>
          <a:ext cx="0" cy="0"/>
          <a:chOff x="0" y="0"/>
          <a:chExt cx="0" cy="0"/>
        </a:xfrm>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3283"/>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3882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4553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45539"/>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225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2251"/>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577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50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6763"/>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nvGrpSpPr>
          <p:cNvPr id="7" name="Group 6">
            <a:extLst>
              <a:ext uri="{FF2B5EF4-FFF2-40B4-BE49-F238E27FC236}">
                <a16:creationId xmlns:a16="http://schemas.microsoft.com/office/drawing/2014/main" id="{27DA42D9-3528-406D-A6F9-46DF735F0B1B}"/>
              </a:ext>
            </a:extLst>
          </p:cNvPr>
          <p:cNvGrpSpPr/>
          <p:nvPr userDrawn="1"/>
        </p:nvGrpSpPr>
        <p:grpSpPr>
          <a:xfrm>
            <a:off x="354110" y="6402442"/>
            <a:ext cx="11480604" cy="109990"/>
            <a:chOff x="354110" y="6402442"/>
            <a:chExt cx="11480604" cy="109990"/>
          </a:xfrm>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Date Placeholder 1"/>
          <p:cNvSpPr>
            <a:spLocks noGrp="1"/>
          </p:cNvSpPr>
          <p:nvPr userDrawn="1">
            <p:ph type="dt" sz="half" idx="10"/>
          </p:nvPr>
        </p:nvSpPr>
        <p:spPr/>
        <p:txBody>
          <a:bodyPr/>
          <a:lstStyle/>
          <a:p>
            <a:fld id="{425404F2-BE9A-4460-8815-8F645183555F}" type="datetimeFigureOut">
              <a:rPr lang="en-US" smtClean="0"/>
              <a:pPr/>
              <a:t>6/9/2026</a:t>
            </a:fld>
            <a:endParaRPr lang="en-US"/>
          </a:p>
        </p:txBody>
      </p:sp>
      <p:sp>
        <p:nvSpPr>
          <p:cNvPr id="3" name="Footer Placeholder 2"/>
          <p:cNvSpPr>
            <a:spLocks noGrp="1"/>
          </p:cNvSpPr>
          <p:nvPr userDrawn="1">
            <p:ph type="ftr" sz="quarter" idx="11"/>
          </p:nvPr>
        </p:nvSpPr>
        <p:spPr/>
        <p:txBody>
          <a:bodyPr/>
          <a:lstStyle/>
          <a:p>
            <a:endParaRPr lang="en-US"/>
          </a:p>
        </p:txBody>
      </p:sp>
      <p:sp>
        <p:nvSpPr>
          <p:cNvPr id="4" name="Slide Number Placeholder 3"/>
          <p:cNvSpPr>
            <a:spLocks noGrp="1"/>
          </p:cNvSpPr>
          <p:nvPr userDrawn="1">
            <p:ph type="sldNum" sz="quarter" idx="12"/>
          </p:nvPr>
        </p:nvSpPr>
        <p:spPr/>
        <p:txBody>
          <a:bodyPr/>
          <a:lstStyle/>
          <a:p>
            <a:r>
              <a:rPr lang="en-US" dirty="0"/>
              <a:t>www.anubhavtrainings.com</a:t>
            </a:r>
          </a:p>
        </p:txBody>
      </p:sp>
      <p:grpSp>
        <p:nvGrpSpPr>
          <p:cNvPr id="618" name="Group 617">
            <a:extLst>
              <a:ext uri="{FF2B5EF4-FFF2-40B4-BE49-F238E27FC236}">
                <a16:creationId xmlns:a16="http://schemas.microsoft.com/office/drawing/2014/main" id="{B5B99429-15CB-4646-807F-6B01F4253B13}"/>
              </a:ext>
            </a:extLst>
          </p:cNvPr>
          <p:cNvGrpSpPr/>
          <p:nvPr userDrawn="1"/>
        </p:nvGrpSpPr>
        <p:grpSpPr>
          <a:xfrm>
            <a:off x="354110" y="5904602"/>
            <a:ext cx="11480604" cy="109990"/>
            <a:chOff x="354110" y="6402442"/>
            <a:chExt cx="11480604" cy="109990"/>
          </a:xfrm>
        </p:grpSpPr>
        <p:sp>
          <p:nvSpPr>
            <p:cNvPr id="619" name="Rectangle 59">
              <a:extLst>
                <a:ext uri="{FF2B5EF4-FFF2-40B4-BE49-F238E27FC236}">
                  <a16:creationId xmlns:a16="http://schemas.microsoft.com/office/drawing/2014/main" id="{624494D0-607C-4971-A357-ED99F45D7C21}"/>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60">
              <a:extLst>
                <a:ext uri="{FF2B5EF4-FFF2-40B4-BE49-F238E27FC236}">
                  <a16:creationId xmlns:a16="http://schemas.microsoft.com/office/drawing/2014/main" id="{22FD15BA-8E62-417D-8392-658E5E86C2FF}"/>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61">
              <a:extLst>
                <a:ext uri="{FF2B5EF4-FFF2-40B4-BE49-F238E27FC236}">
                  <a16:creationId xmlns:a16="http://schemas.microsoft.com/office/drawing/2014/main" id="{C665A07F-2AFB-49CF-8EE0-C81377FC2A54}"/>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62">
              <a:extLst>
                <a:ext uri="{FF2B5EF4-FFF2-40B4-BE49-F238E27FC236}">
                  <a16:creationId xmlns:a16="http://schemas.microsoft.com/office/drawing/2014/main" id="{74997C49-7ACC-4BCC-BC8D-58EBD77EE72A}"/>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63">
              <a:extLst>
                <a:ext uri="{FF2B5EF4-FFF2-40B4-BE49-F238E27FC236}">
                  <a16:creationId xmlns:a16="http://schemas.microsoft.com/office/drawing/2014/main" id="{E3CDD2FB-079B-43EA-89D5-5FD9D7644AC4}"/>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64">
              <a:extLst>
                <a:ext uri="{FF2B5EF4-FFF2-40B4-BE49-F238E27FC236}">
                  <a16:creationId xmlns:a16="http://schemas.microsoft.com/office/drawing/2014/main" id="{9C1479D9-3647-44C4-99E1-C660E2C8E306}"/>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65">
              <a:extLst>
                <a:ext uri="{FF2B5EF4-FFF2-40B4-BE49-F238E27FC236}">
                  <a16:creationId xmlns:a16="http://schemas.microsoft.com/office/drawing/2014/main" id="{AA8F3E10-CD9D-49C0-B0AE-24ABBF3BDC07}"/>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66">
              <a:extLst>
                <a:ext uri="{FF2B5EF4-FFF2-40B4-BE49-F238E27FC236}">
                  <a16:creationId xmlns:a16="http://schemas.microsoft.com/office/drawing/2014/main" id="{9C3B6F09-A4DD-4A26-B213-51E23205497E}"/>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67">
              <a:extLst>
                <a:ext uri="{FF2B5EF4-FFF2-40B4-BE49-F238E27FC236}">
                  <a16:creationId xmlns:a16="http://schemas.microsoft.com/office/drawing/2014/main" id="{2BA14941-5A2D-4CDB-9C2E-79C930D22256}"/>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68">
              <a:extLst>
                <a:ext uri="{FF2B5EF4-FFF2-40B4-BE49-F238E27FC236}">
                  <a16:creationId xmlns:a16="http://schemas.microsoft.com/office/drawing/2014/main" id="{6C5B2E84-85D6-4DD5-88FE-F8495F5E3CA2}"/>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69">
              <a:extLst>
                <a:ext uri="{FF2B5EF4-FFF2-40B4-BE49-F238E27FC236}">
                  <a16:creationId xmlns:a16="http://schemas.microsoft.com/office/drawing/2014/main" id="{1987B595-96EB-427F-8E00-533CBBEB5E6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70">
              <a:extLst>
                <a:ext uri="{FF2B5EF4-FFF2-40B4-BE49-F238E27FC236}">
                  <a16:creationId xmlns:a16="http://schemas.microsoft.com/office/drawing/2014/main" id="{99D33392-C824-498D-AF8A-7AF58A9F3321}"/>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71">
              <a:extLst>
                <a:ext uri="{FF2B5EF4-FFF2-40B4-BE49-F238E27FC236}">
                  <a16:creationId xmlns:a16="http://schemas.microsoft.com/office/drawing/2014/main" id="{6D1CAD59-FE6E-48A2-AE71-1BB80553F20C}"/>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72">
              <a:extLst>
                <a:ext uri="{FF2B5EF4-FFF2-40B4-BE49-F238E27FC236}">
                  <a16:creationId xmlns:a16="http://schemas.microsoft.com/office/drawing/2014/main" id="{BD936CE6-00F6-4CAF-A200-A693710C89B3}"/>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73">
              <a:extLst>
                <a:ext uri="{FF2B5EF4-FFF2-40B4-BE49-F238E27FC236}">
                  <a16:creationId xmlns:a16="http://schemas.microsoft.com/office/drawing/2014/main" id="{10329E52-6B3F-4897-BFBC-A6C4F2D2695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74">
              <a:extLst>
                <a:ext uri="{FF2B5EF4-FFF2-40B4-BE49-F238E27FC236}">
                  <a16:creationId xmlns:a16="http://schemas.microsoft.com/office/drawing/2014/main" id="{B9A5FD8E-2005-457D-B36F-5BD162CB6407}"/>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75">
              <a:extLst>
                <a:ext uri="{FF2B5EF4-FFF2-40B4-BE49-F238E27FC236}">
                  <a16:creationId xmlns:a16="http://schemas.microsoft.com/office/drawing/2014/main" id="{2C1FBF6B-A7C3-4F83-AD53-33D9E848D4A4}"/>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76">
              <a:extLst>
                <a:ext uri="{FF2B5EF4-FFF2-40B4-BE49-F238E27FC236}">
                  <a16:creationId xmlns:a16="http://schemas.microsoft.com/office/drawing/2014/main" id="{964A4B57-1B27-4010-9A9F-F2BCD2530127}"/>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77">
              <a:extLst>
                <a:ext uri="{FF2B5EF4-FFF2-40B4-BE49-F238E27FC236}">
                  <a16:creationId xmlns:a16="http://schemas.microsoft.com/office/drawing/2014/main" id="{D961087D-A1D8-48DD-8BD9-550D63557439}"/>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78">
              <a:extLst>
                <a:ext uri="{FF2B5EF4-FFF2-40B4-BE49-F238E27FC236}">
                  <a16:creationId xmlns:a16="http://schemas.microsoft.com/office/drawing/2014/main" id="{64FADA1C-663B-4FF6-8D80-B311B8ABCD02}"/>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79">
              <a:extLst>
                <a:ext uri="{FF2B5EF4-FFF2-40B4-BE49-F238E27FC236}">
                  <a16:creationId xmlns:a16="http://schemas.microsoft.com/office/drawing/2014/main" id="{E96330D1-4BBF-4D0A-B45F-77999C5C74D6}"/>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80">
              <a:extLst>
                <a:ext uri="{FF2B5EF4-FFF2-40B4-BE49-F238E27FC236}">
                  <a16:creationId xmlns:a16="http://schemas.microsoft.com/office/drawing/2014/main" id="{78AFE672-0739-4A26-8B51-D71BAD6A4326}"/>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81">
              <a:extLst>
                <a:ext uri="{FF2B5EF4-FFF2-40B4-BE49-F238E27FC236}">
                  <a16:creationId xmlns:a16="http://schemas.microsoft.com/office/drawing/2014/main" id="{AA3E4254-137D-4797-BF52-FAB6866F0F05}"/>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82">
              <a:extLst>
                <a:ext uri="{FF2B5EF4-FFF2-40B4-BE49-F238E27FC236}">
                  <a16:creationId xmlns:a16="http://schemas.microsoft.com/office/drawing/2014/main" id="{81844ED9-0C33-41B9-8D6C-0C959F9E0F48}"/>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83">
              <a:extLst>
                <a:ext uri="{FF2B5EF4-FFF2-40B4-BE49-F238E27FC236}">
                  <a16:creationId xmlns:a16="http://schemas.microsoft.com/office/drawing/2014/main" id="{69541354-1FEF-4A05-8852-E0866C02411F}"/>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84">
              <a:extLst>
                <a:ext uri="{FF2B5EF4-FFF2-40B4-BE49-F238E27FC236}">
                  <a16:creationId xmlns:a16="http://schemas.microsoft.com/office/drawing/2014/main" id="{22323587-A6E2-4D2C-9D71-B6D0B4DAF0A2}"/>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66395774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359946853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2_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11C3564-CF67-FE45-A9E2-4B3C230C88D2}"/>
              </a:ext>
            </a:extLst>
          </p:cNvPr>
          <p:cNvSpPr>
            <a:spLocks noGrp="1"/>
          </p:cNvSpPr>
          <p:nvPr>
            <p:ph type="pic" sz="quarter" idx="14"/>
          </p:nvPr>
        </p:nvSpPr>
        <p:spPr>
          <a:xfrm>
            <a:off x="0" y="-1"/>
            <a:ext cx="12188825" cy="3429001"/>
          </a:xfrm>
          <a:prstGeom prst="rect">
            <a:avLst/>
          </a:prstGeom>
          <a:solidFill>
            <a:schemeClr val="bg1">
              <a:lumMod val="95000"/>
            </a:schemeClr>
          </a:solidFill>
        </p:spPr>
        <p:txBody>
          <a:bodyPr>
            <a:normAutofit/>
          </a:bodyPr>
          <a:lstStyle>
            <a:lvl1pPr>
              <a:defRPr sz="1051"/>
            </a:lvl1pPr>
          </a:lstStyle>
          <a:p>
            <a:endParaRPr lang="en-US" dirty="0"/>
          </a:p>
        </p:txBody>
      </p:sp>
    </p:spTree>
    <p:extLst>
      <p:ext uri="{BB962C8B-B14F-4D97-AF65-F5344CB8AC3E}">
        <p14:creationId xmlns:p14="http://schemas.microsoft.com/office/powerpoint/2010/main" val="230967579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86378C3B-E184-A1ED-97D3-9127CD494699}"/>
              </a:ext>
            </a:extLst>
          </p:cNvPr>
          <p:cNvSpPr>
            <a:spLocks noGrp="1"/>
          </p:cNvSpPr>
          <p:nvPr>
            <p:ph type="pic" sz="quarter" idx="10"/>
          </p:nvPr>
        </p:nvSpPr>
        <p:spPr>
          <a:xfrm>
            <a:off x="6306710" y="1325486"/>
            <a:ext cx="5002372" cy="4247185"/>
          </a:xfrm>
          <a:custGeom>
            <a:avLst/>
            <a:gdLst>
              <a:gd name="connsiteX0" fmla="*/ 2017799 w 5003675"/>
              <a:gd name="connsiteY0" fmla="*/ 3 h 4247185"/>
              <a:gd name="connsiteX1" fmla="*/ 2666935 w 5003675"/>
              <a:gd name="connsiteY1" fmla="*/ 270746 h 4247185"/>
              <a:gd name="connsiteX2" fmla="*/ 5003675 w 5003675"/>
              <a:gd name="connsiteY2" fmla="*/ 2618943 h 4247185"/>
              <a:gd name="connsiteX3" fmla="*/ 3636329 w 5003675"/>
              <a:gd name="connsiteY3" fmla="*/ 3979618 h 4247185"/>
              <a:gd name="connsiteX4" fmla="*/ 2336740 w 5003675"/>
              <a:gd name="connsiteY4" fmla="*/ 3976439 h 4247185"/>
              <a:gd name="connsiteX5" fmla="*/ 0 w 5003675"/>
              <a:gd name="connsiteY5" fmla="*/ 1628243 h 4247185"/>
              <a:gd name="connsiteX6" fmla="*/ 1367347 w 5003675"/>
              <a:gd name="connsiteY6" fmla="*/ 267568 h 4247185"/>
              <a:gd name="connsiteX7" fmla="*/ 2017799 w 5003675"/>
              <a:gd name="connsiteY7" fmla="*/ 3 h 4247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03675" h="4247185">
                <a:moveTo>
                  <a:pt x="2017799" y="3"/>
                </a:moveTo>
                <a:cubicBezTo>
                  <a:pt x="2252978" y="578"/>
                  <a:pt x="2487938" y="90871"/>
                  <a:pt x="2666935" y="270746"/>
                </a:cubicBezTo>
                <a:lnTo>
                  <a:pt x="5003675" y="2618943"/>
                </a:lnTo>
                <a:lnTo>
                  <a:pt x="3636329" y="3979618"/>
                </a:lnTo>
                <a:cubicBezTo>
                  <a:pt x="3276579" y="4337612"/>
                  <a:pt x="2694734" y="4336189"/>
                  <a:pt x="2336740" y="3976439"/>
                </a:cubicBezTo>
                <a:lnTo>
                  <a:pt x="0" y="1628243"/>
                </a:lnTo>
                <a:lnTo>
                  <a:pt x="1367347" y="267568"/>
                </a:lnTo>
                <a:cubicBezTo>
                  <a:pt x="1547222" y="88571"/>
                  <a:pt x="1782620" y="-572"/>
                  <a:pt x="2017799" y="3"/>
                </a:cubicBezTo>
                <a:close/>
              </a:path>
            </a:pathLst>
          </a:custGeom>
        </p:spPr>
        <p:txBody>
          <a:bodyPr wrap="square">
            <a:noAutofit/>
          </a:bodyPr>
          <a:lstStyle/>
          <a:p>
            <a:endParaRPr lang="en-PK"/>
          </a:p>
        </p:txBody>
      </p:sp>
    </p:spTree>
    <p:extLst>
      <p:ext uri="{BB962C8B-B14F-4D97-AF65-F5344CB8AC3E}">
        <p14:creationId xmlns:p14="http://schemas.microsoft.com/office/powerpoint/2010/main" val="145423824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CE35D361-ABEE-D79C-865F-AA6BA02832C6}"/>
              </a:ext>
            </a:extLst>
          </p:cNvPr>
          <p:cNvSpPr>
            <a:spLocks noGrp="1"/>
          </p:cNvSpPr>
          <p:nvPr>
            <p:ph type="body" sz="quarter" idx="10"/>
          </p:nvPr>
        </p:nvSpPr>
        <p:spPr>
          <a:xfrm>
            <a:off x="839569" y="971551"/>
            <a:ext cx="5254843" cy="868363"/>
          </a:xfrm>
        </p:spPr>
        <p:txBody>
          <a:bodyPr lIns="0" tIns="0" rIns="0" bIns="0">
            <a:noAutofit/>
          </a:bodyPr>
          <a:lstStyle>
            <a:lvl1pPr marL="0" indent="0">
              <a:buNone/>
              <a:defRPr sz="3999" b="1">
                <a:latin typeface="Segoe UI" panose="020B0502040204020203" pitchFamily="34" charset="0"/>
                <a:cs typeface="Segoe UI" panose="020B0502040204020203" pitchFamily="34" charset="0"/>
              </a:defRPr>
            </a:lvl1pPr>
            <a:lvl2pPr marL="457063" indent="0">
              <a:buNone/>
              <a:defRPr sz="3999" b="1">
                <a:latin typeface="Segoe UI" panose="020B0502040204020203" pitchFamily="34" charset="0"/>
                <a:cs typeface="Segoe UI" panose="020B0502040204020203" pitchFamily="34" charset="0"/>
              </a:defRPr>
            </a:lvl2pPr>
            <a:lvl3pPr marL="914126" indent="0">
              <a:buNone/>
              <a:defRPr sz="3999" b="1">
                <a:latin typeface="Segoe UI" panose="020B0502040204020203" pitchFamily="34" charset="0"/>
                <a:cs typeface="Segoe UI" panose="020B0502040204020203" pitchFamily="34" charset="0"/>
              </a:defRPr>
            </a:lvl3pPr>
            <a:lvl4pPr marL="1371189" indent="0">
              <a:buNone/>
              <a:defRPr sz="3999" b="1">
                <a:latin typeface="Segoe UI" panose="020B0502040204020203" pitchFamily="34" charset="0"/>
                <a:cs typeface="Segoe UI" panose="020B0502040204020203" pitchFamily="34" charset="0"/>
              </a:defRPr>
            </a:lvl4pPr>
            <a:lvl5pPr marL="1828251" indent="0">
              <a:buNone/>
              <a:defRPr sz="3999" b="1">
                <a:latin typeface="Segoe UI" panose="020B0502040204020203" pitchFamily="34" charset="0"/>
                <a:cs typeface="Segoe UI" panose="020B0502040204020203" pitchFamily="34" charset="0"/>
              </a:defRPr>
            </a:lvl5pPr>
          </a:lstStyle>
          <a:p>
            <a:pPr lvl="0"/>
            <a:endParaRPr lang="en-PK" dirty="0"/>
          </a:p>
        </p:txBody>
      </p:sp>
    </p:spTree>
    <p:extLst>
      <p:ext uri="{BB962C8B-B14F-4D97-AF65-F5344CB8AC3E}">
        <p14:creationId xmlns:p14="http://schemas.microsoft.com/office/powerpoint/2010/main" val="414881939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Text Placeholder 7">
            <a:extLst>
              <a:ext uri="{FF2B5EF4-FFF2-40B4-BE49-F238E27FC236}">
                <a16:creationId xmlns:a16="http://schemas.microsoft.com/office/drawing/2014/main" id="{6C5DDD57-31F3-A936-88B6-B56E3475F2DD}"/>
              </a:ext>
            </a:extLst>
          </p:cNvPr>
          <p:cNvSpPr>
            <a:spLocks noGrp="1"/>
          </p:cNvSpPr>
          <p:nvPr>
            <p:ph type="body" sz="quarter" idx="10"/>
          </p:nvPr>
        </p:nvSpPr>
        <p:spPr>
          <a:xfrm>
            <a:off x="839569" y="971551"/>
            <a:ext cx="5254843" cy="868363"/>
          </a:xfrm>
        </p:spPr>
        <p:txBody>
          <a:bodyPr lIns="0" tIns="0" rIns="0" bIns="0">
            <a:noAutofit/>
          </a:bodyPr>
          <a:lstStyle>
            <a:lvl1pPr marL="0" indent="0">
              <a:buNone/>
              <a:defRPr sz="3999" b="1">
                <a:latin typeface="Segoe UI" panose="020B0502040204020203" pitchFamily="34" charset="0"/>
                <a:cs typeface="Segoe UI" panose="020B0502040204020203" pitchFamily="34" charset="0"/>
              </a:defRPr>
            </a:lvl1pPr>
            <a:lvl2pPr marL="457063" indent="0">
              <a:buNone/>
              <a:defRPr sz="3999" b="1">
                <a:latin typeface="Segoe UI" panose="020B0502040204020203" pitchFamily="34" charset="0"/>
                <a:cs typeface="Segoe UI" panose="020B0502040204020203" pitchFamily="34" charset="0"/>
              </a:defRPr>
            </a:lvl2pPr>
            <a:lvl3pPr marL="914126" indent="0">
              <a:buNone/>
              <a:defRPr sz="3999" b="1">
                <a:latin typeface="Segoe UI" panose="020B0502040204020203" pitchFamily="34" charset="0"/>
                <a:cs typeface="Segoe UI" panose="020B0502040204020203" pitchFamily="34" charset="0"/>
              </a:defRPr>
            </a:lvl3pPr>
            <a:lvl4pPr marL="1371189" indent="0">
              <a:buNone/>
              <a:defRPr sz="3999" b="1">
                <a:latin typeface="Segoe UI" panose="020B0502040204020203" pitchFamily="34" charset="0"/>
                <a:cs typeface="Segoe UI" panose="020B0502040204020203" pitchFamily="34" charset="0"/>
              </a:defRPr>
            </a:lvl4pPr>
            <a:lvl5pPr marL="1828251" indent="0">
              <a:buNone/>
              <a:defRPr sz="3999" b="1">
                <a:latin typeface="Segoe UI" panose="020B0502040204020203" pitchFamily="34" charset="0"/>
                <a:cs typeface="Segoe UI" panose="020B0502040204020203" pitchFamily="34" charset="0"/>
              </a:defRPr>
            </a:lvl5pPr>
          </a:lstStyle>
          <a:p>
            <a:pPr lvl="0"/>
            <a:endParaRPr lang="en-PK" dirty="0"/>
          </a:p>
        </p:txBody>
      </p:sp>
      <p:sp>
        <p:nvSpPr>
          <p:cNvPr id="11" name="Picture Placeholder 10">
            <a:extLst>
              <a:ext uri="{FF2B5EF4-FFF2-40B4-BE49-F238E27FC236}">
                <a16:creationId xmlns:a16="http://schemas.microsoft.com/office/drawing/2014/main" id="{45E843CF-E274-2A06-E086-3AB252A4C96D}"/>
              </a:ext>
            </a:extLst>
          </p:cNvPr>
          <p:cNvSpPr>
            <a:spLocks noGrp="1"/>
          </p:cNvSpPr>
          <p:nvPr>
            <p:ph type="pic" sz="quarter" idx="11"/>
          </p:nvPr>
        </p:nvSpPr>
        <p:spPr>
          <a:xfrm>
            <a:off x="7017008" y="680012"/>
            <a:ext cx="4191362" cy="5497976"/>
          </a:xfrm>
          <a:custGeom>
            <a:avLst/>
            <a:gdLst>
              <a:gd name="connsiteX0" fmla="*/ 2096227 w 4192454"/>
              <a:gd name="connsiteY0" fmla="*/ 0 h 5497976"/>
              <a:gd name="connsiteX1" fmla="*/ 4192454 w 4192454"/>
              <a:gd name="connsiteY1" fmla="*/ 0 h 5497976"/>
              <a:gd name="connsiteX2" fmla="*/ 4192454 w 4192454"/>
              <a:gd name="connsiteY2" fmla="*/ 3401749 h 5497976"/>
              <a:gd name="connsiteX3" fmla="*/ 2096227 w 4192454"/>
              <a:gd name="connsiteY3" fmla="*/ 5497976 h 5497976"/>
              <a:gd name="connsiteX4" fmla="*/ 0 w 4192454"/>
              <a:gd name="connsiteY4" fmla="*/ 5497976 h 5497976"/>
              <a:gd name="connsiteX5" fmla="*/ 0 w 4192454"/>
              <a:gd name="connsiteY5" fmla="*/ 2096227 h 5497976"/>
              <a:gd name="connsiteX6" fmla="*/ 2096227 w 4192454"/>
              <a:gd name="connsiteY6" fmla="*/ 0 h 5497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92454" h="5497976">
                <a:moveTo>
                  <a:pt x="2096227" y="0"/>
                </a:moveTo>
                <a:lnTo>
                  <a:pt x="4192454" y="0"/>
                </a:lnTo>
                <a:lnTo>
                  <a:pt x="4192454" y="3401749"/>
                </a:lnTo>
                <a:cubicBezTo>
                  <a:pt x="4192454" y="4559463"/>
                  <a:pt x="3253941" y="5497976"/>
                  <a:pt x="2096227" y="5497976"/>
                </a:cubicBezTo>
                <a:lnTo>
                  <a:pt x="0" y="5497976"/>
                </a:lnTo>
                <a:lnTo>
                  <a:pt x="0" y="2096227"/>
                </a:lnTo>
                <a:cubicBezTo>
                  <a:pt x="0" y="938513"/>
                  <a:pt x="938513" y="0"/>
                  <a:pt x="2096227" y="0"/>
                </a:cubicBezTo>
                <a:close/>
              </a:path>
            </a:pathLst>
          </a:custGeom>
        </p:spPr>
        <p:txBody>
          <a:bodyPr wrap="square">
            <a:noAutofit/>
          </a:bodyPr>
          <a:lstStyle/>
          <a:p>
            <a:endParaRPr lang="en-PK"/>
          </a:p>
        </p:txBody>
      </p:sp>
    </p:spTree>
    <p:extLst>
      <p:ext uri="{BB962C8B-B14F-4D97-AF65-F5344CB8AC3E}">
        <p14:creationId xmlns:p14="http://schemas.microsoft.com/office/powerpoint/2010/main" val="80536416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7EF7B7BF-954B-E717-9848-38C7072F5E5F}"/>
              </a:ext>
            </a:extLst>
          </p:cNvPr>
          <p:cNvSpPr>
            <a:spLocks noGrp="1"/>
          </p:cNvSpPr>
          <p:nvPr>
            <p:ph type="body" sz="quarter" idx="10"/>
          </p:nvPr>
        </p:nvSpPr>
        <p:spPr>
          <a:xfrm>
            <a:off x="839569" y="971551"/>
            <a:ext cx="5254843" cy="868363"/>
          </a:xfrm>
        </p:spPr>
        <p:txBody>
          <a:bodyPr lIns="0" tIns="0" rIns="0" bIns="0">
            <a:noAutofit/>
          </a:bodyPr>
          <a:lstStyle>
            <a:lvl1pPr marL="0" indent="0">
              <a:buNone/>
              <a:defRPr sz="3999" b="1">
                <a:latin typeface="Segoe UI" panose="020B0502040204020203" pitchFamily="34" charset="0"/>
                <a:cs typeface="Segoe UI" panose="020B0502040204020203" pitchFamily="34" charset="0"/>
              </a:defRPr>
            </a:lvl1pPr>
            <a:lvl2pPr marL="457063" indent="0">
              <a:buNone/>
              <a:defRPr sz="3999" b="1">
                <a:latin typeface="Segoe UI" panose="020B0502040204020203" pitchFamily="34" charset="0"/>
                <a:cs typeface="Segoe UI" panose="020B0502040204020203" pitchFamily="34" charset="0"/>
              </a:defRPr>
            </a:lvl2pPr>
            <a:lvl3pPr marL="914126" indent="0">
              <a:buNone/>
              <a:defRPr sz="3999" b="1">
                <a:latin typeface="Segoe UI" panose="020B0502040204020203" pitchFamily="34" charset="0"/>
                <a:cs typeface="Segoe UI" panose="020B0502040204020203" pitchFamily="34" charset="0"/>
              </a:defRPr>
            </a:lvl3pPr>
            <a:lvl4pPr marL="1371189" indent="0">
              <a:buNone/>
              <a:defRPr sz="3999" b="1">
                <a:latin typeface="Segoe UI" panose="020B0502040204020203" pitchFamily="34" charset="0"/>
                <a:cs typeface="Segoe UI" panose="020B0502040204020203" pitchFamily="34" charset="0"/>
              </a:defRPr>
            </a:lvl4pPr>
            <a:lvl5pPr marL="1828251" indent="0">
              <a:buNone/>
              <a:defRPr sz="3999" b="1">
                <a:latin typeface="Segoe UI" panose="020B0502040204020203" pitchFamily="34" charset="0"/>
                <a:cs typeface="Segoe UI" panose="020B0502040204020203" pitchFamily="34" charset="0"/>
              </a:defRPr>
            </a:lvl5pPr>
          </a:lstStyle>
          <a:p>
            <a:pPr lvl="0"/>
            <a:endParaRPr lang="en-PK" dirty="0"/>
          </a:p>
        </p:txBody>
      </p:sp>
      <p:sp>
        <p:nvSpPr>
          <p:cNvPr id="12" name="Picture Placeholder 11">
            <a:extLst>
              <a:ext uri="{FF2B5EF4-FFF2-40B4-BE49-F238E27FC236}">
                <a16:creationId xmlns:a16="http://schemas.microsoft.com/office/drawing/2014/main" id="{2693CE21-91E7-2D69-9690-1A156A79573C}"/>
              </a:ext>
            </a:extLst>
          </p:cNvPr>
          <p:cNvSpPr>
            <a:spLocks noGrp="1"/>
          </p:cNvSpPr>
          <p:nvPr>
            <p:ph type="pic" sz="quarter" idx="11"/>
          </p:nvPr>
        </p:nvSpPr>
        <p:spPr>
          <a:xfrm>
            <a:off x="839569" y="3871154"/>
            <a:ext cx="4992554" cy="2676124"/>
          </a:xfrm>
          <a:custGeom>
            <a:avLst/>
            <a:gdLst>
              <a:gd name="connsiteX0" fmla="*/ 446030 w 4993854"/>
              <a:gd name="connsiteY0" fmla="*/ 0 h 2676124"/>
              <a:gd name="connsiteX1" fmla="*/ 4993854 w 4993854"/>
              <a:gd name="connsiteY1" fmla="*/ 0 h 2676124"/>
              <a:gd name="connsiteX2" fmla="*/ 4993854 w 4993854"/>
              <a:gd name="connsiteY2" fmla="*/ 2230094 h 2676124"/>
              <a:gd name="connsiteX3" fmla="*/ 4547824 w 4993854"/>
              <a:gd name="connsiteY3" fmla="*/ 2676124 h 2676124"/>
              <a:gd name="connsiteX4" fmla="*/ 0 w 4993854"/>
              <a:gd name="connsiteY4" fmla="*/ 2676124 h 2676124"/>
              <a:gd name="connsiteX5" fmla="*/ 0 w 4993854"/>
              <a:gd name="connsiteY5" fmla="*/ 446030 h 2676124"/>
              <a:gd name="connsiteX6" fmla="*/ 446030 w 4993854"/>
              <a:gd name="connsiteY6" fmla="*/ 0 h 2676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93854" h="2676124">
                <a:moveTo>
                  <a:pt x="446030" y="0"/>
                </a:moveTo>
                <a:lnTo>
                  <a:pt x="4993854" y="0"/>
                </a:lnTo>
                <a:lnTo>
                  <a:pt x="4993854" y="2230094"/>
                </a:lnTo>
                <a:cubicBezTo>
                  <a:pt x="4993854" y="2476430"/>
                  <a:pt x="4794160" y="2676124"/>
                  <a:pt x="4547824" y="2676124"/>
                </a:cubicBezTo>
                <a:lnTo>
                  <a:pt x="0" y="2676124"/>
                </a:lnTo>
                <a:lnTo>
                  <a:pt x="0" y="446030"/>
                </a:lnTo>
                <a:cubicBezTo>
                  <a:pt x="0" y="199694"/>
                  <a:pt x="199694" y="0"/>
                  <a:pt x="446030" y="0"/>
                </a:cubicBezTo>
                <a:close/>
              </a:path>
            </a:pathLst>
          </a:custGeom>
        </p:spPr>
        <p:txBody>
          <a:bodyPr wrap="square">
            <a:noAutofit/>
          </a:bodyPr>
          <a:lstStyle/>
          <a:p>
            <a:endParaRPr lang="en-PK"/>
          </a:p>
        </p:txBody>
      </p:sp>
    </p:spTree>
    <p:extLst>
      <p:ext uri="{BB962C8B-B14F-4D97-AF65-F5344CB8AC3E}">
        <p14:creationId xmlns:p14="http://schemas.microsoft.com/office/powerpoint/2010/main" val="278981660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 name="Text Placeholder 7">
            <a:extLst>
              <a:ext uri="{FF2B5EF4-FFF2-40B4-BE49-F238E27FC236}">
                <a16:creationId xmlns:a16="http://schemas.microsoft.com/office/drawing/2014/main" id="{43F07389-8932-42FB-F708-932E2263F576}"/>
              </a:ext>
            </a:extLst>
          </p:cNvPr>
          <p:cNvSpPr>
            <a:spLocks noGrp="1"/>
          </p:cNvSpPr>
          <p:nvPr>
            <p:ph type="body" sz="quarter" idx="10"/>
          </p:nvPr>
        </p:nvSpPr>
        <p:spPr>
          <a:xfrm>
            <a:off x="839570" y="2307014"/>
            <a:ext cx="3407233" cy="1121986"/>
          </a:xfrm>
        </p:spPr>
        <p:txBody>
          <a:bodyPr lIns="0" tIns="0" rIns="0" bIns="0">
            <a:noAutofit/>
          </a:bodyPr>
          <a:lstStyle>
            <a:lvl1pPr marL="0" indent="0">
              <a:buNone/>
              <a:defRPr sz="3999" b="1">
                <a:latin typeface="Segoe UI" panose="020B0502040204020203" pitchFamily="34" charset="0"/>
                <a:cs typeface="Segoe UI" panose="020B0502040204020203" pitchFamily="34" charset="0"/>
              </a:defRPr>
            </a:lvl1pPr>
            <a:lvl2pPr marL="457063" indent="0">
              <a:buNone/>
              <a:defRPr sz="3999" b="1">
                <a:latin typeface="Segoe UI" panose="020B0502040204020203" pitchFamily="34" charset="0"/>
                <a:cs typeface="Segoe UI" panose="020B0502040204020203" pitchFamily="34" charset="0"/>
              </a:defRPr>
            </a:lvl2pPr>
            <a:lvl3pPr marL="914126" indent="0">
              <a:buNone/>
              <a:defRPr sz="3999" b="1">
                <a:latin typeface="Segoe UI" panose="020B0502040204020203" pitchFamily="34" charset="0"/>
                <a:cs typeface="Segoe UI" panose="020B0502040204020203" pitchFamily="34" charset="0"/>
              </a:defRPr>
            </a:lvl3pPr>
            <a:lvl4pPr marL="1371189" indent="0">
              <a:buNone/>
              <a:defRPr sz="3999" b="1">
                <a:latin typeface="Segoe UI" panose="020B0502040204020203" pitchFamily="34" charset="0"/>
                <a:cs typeface="Segoe UI" panose="020B0502040204020203" pitchFamily="34" charset="0"/>
              </a:defRPr>
            </a:lvl4pPr>
            <a:lvl5pPr marL="1828251" indent="0">
              <a:buNone/>
              <a:defRPr sz="3999" b="1">
                <a:latin typeface="Segoe UI" panose="020B0502040204020203" pitchFamily="34" charset="0"/>
                <a:cs typeface="Segoe UI" panose="020B0502040204020203" pitchFamily="34" charset="0"/>
              </a:defRPr>
            </a:lvl5pPr>
          </a:lstStyle>
          <a:p>
            <a:pPr lvl="0"/>
            <a:endParaRPr lang="en-PK" dirty="0"/>
          </a:p>
        </p:txBody>
      </p:sp>
    </p:spTree>
    <p:extLst>
      <p:ext uri="{BB962C8B-B14F-4D97-AF65-F5344CB8AC3E}">
        <p14:creationId xmlns:p14="http://schemas.microsoft.com/office/powerpoint/2010/main" val="58852347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Text Placeholder 7">
            <a:extLst>
              <a:ext uri="{FF2B5EF4-FFF2-40B4-BE49-F238E27FC236}">
                <a16:creationId xmlns:a16="http://schemas.microsoft.com/office/drawing/2014/main" id="{82ADEE87-6030-E1DA-86A9-0872B31F167E}"/>
              </a:ext>
            </a:extLst>
          </p:cNvPr>
          <p:cNvSpPr>
            <a:spLocks noGrp="1"/>
          </p:cNvSpPr>
          <p:nvPr>
            <p:ph type="body" sz="quarter" idx="10"/>
          </p:nvPr>
        </p:nvSpPr>
        <p:spPr>
          <a:xfrm>
            <a:off x="839569" y="971551"/>
            <a:ext cx="5254843" cy="868363"/>
          </a:xfrm>
        </p:spPr>
        <p:txBody>
          <a:bodyPr lIns="0" tIns="0" rIns="0" bIns="0">
            <a:noAutofit/>
          </a:bodyPr>
          <a:lstStyle>
            <a:lvl1pPr marL="0" indent="0">
              <a:buNone/>
              <a:defRPr sz="3999" b="1">
                <a:latin typeface="Segoe UI" panose="020B0502040204020203" pitchFamily="34" charset="0"/>
                <a:cs typeface="Segoe UI" panose="020B0502040204020203" pitchFamily="34" charset="0"/>
              </a:defRPr>
            </a:lvl1pPr>
            <a:lvl2pPr marL="457063" indent="0">
              <a:buNone/>
              <a:defRPr sz="3999" b="1">
                <a:latin typeface="Segoe UI" panose="020B0502040204020203" pitchFamily="34" charset="0"/>
                <a:cs typeface="Segoe UI" panose="020B0502040204020203" pitchFamily="34" charset="0"/>
              </a:defRPr>
            </a:lvl2pPr>
            <a:lvl3pPr marL="914126" indent="0">
              <a:buNone/>
              <a:defRPr sz="3999" b="1">
                <a:latin typeface="Segoe UI" panose="020B0502040204020203" pitchFamily="34" charset="0"/>
                <a:cs typeface="Segoe UI" panose="020B0502040204020203" pitchFamily="34" charset="0"/>
              </a:defRPr>
            </a:lvl3pPr>
            <a:lvl4pPr marL="1371189" indent="0">
              <a:buNone/>
              <a:defRPr sz="3999" b="1">
                <a:latin typeface="Segoe UI" panose="020B0502040204020203" pitchFamily="34" charset="0"/>
                <a:cs typeface="Segoe UI" panose="020B0502040204020203" pitchFamily="34" charset="0"/>
              </a:defRPr>
            </a:lvl4pPr>
            <a:lvl5pPr marL="1828251" indent="0">
              <a:buNone/>
              <a:defRPr sz="3999" b="1">
                <a:latin typeface="Segoe UI" panose="020B0502040204020203" pitchFamily="34" charset="0"/>
                <a:cs typeface="Segoe UI" panose="020B0502040204020203" pitchFamily="34" charset="0"/>
              </a:defRPr>
            </a:lvl5pPr>
          </a:lstStyle>
          <a:p>
            <a:pPr lvl="0"/>
            <a:endParaRPr lang="en-PK" dirty="0"/>
          </a:p>
        </p:txBody>
      </p:sp>
    </p:spTree>
    <p:extLst>
      <p:ext uri="{BB962C8B-B14F-4D97-AF65-F5344CB8AC3E}">
        <p14:creationId xmlns:p14="http://schemas.microsoft.com/office/powerpoint/2010/main" val="96795295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Text Placeholder 7">
            <a:extLst>
              <a:ext uri="{FF2B5EF4-FFF2-40B4-BE49-F238E27FC236}">
                <a16:creationId xmlns:a16="http://schemas.microsoft.com/office/drawing/2014/main" id="{5EA10585-713E-0C3F-37FB-777EB8FFEF81}"/>
              </a:ext>
            </a:extLst>
          </p:cNvPr>
          <p:cNvSpPr>
            <a:spLocks noGrp="1"/>
          </p:cNvSpPr>
          <p:nvPr>
            <p:ph type="body" sz="quarter" idx="10"/>
          </p:nvPr>
        </p:nvSpPr>
        <p:spPr>
          <a:xfrm>
            <a:off x="839569" y="971551"/>
            <a:ext cx="5640565" cy="868363"/>
          </a:xfrm>
        </p:spPr>
        <p:txBody>
          <a:bodyPr lIns="0" tIns="0" rIns="0" bIns="0">
            <a:noAutofit/>
          </a:bodyPr>
          <a:lstStyle>
            <a:lvl1pPr marL="0" indent="0">
              <a:buNone/>
              <a:defRPr sz="3999" b="1">
                <a:latin typeface="Segoe UI" panose="020B0502040204020203" pitchFamily="34" charset="0"/>
                <a:cs typeface="Segoe UI" panose="020B0502040204020203" pitchFamily="34" charset="0"/>
              </a:defRPr>
            </a:lvl1pPr>
            <a:lvl2pPr marL="457063" indent="0">
              <a:buNone/>
              <a:defRPr sz="3999" b="1">
                <a:latin typeface="Segoe UI" panose="020B0502040204020203" pitchFamily="34" charset="0"/>
                <a:cs typeface="Segoe UI" panose="020B0502040204020203" pitchFamily="34" charset="0"/>
              </a:defRPr>
            </a:lvl2pPr>
            <a:lvl3pPr marL="914126" indent="0">
              <a:buNone/>
              <a:defRPr sz="3999" b="1">
                <a:latin typeface="Segoe UI" panose="020B0502040204020203" pitchFamily="34" charset="0"/>
                <a:cs typeface="Segoe UI" panose="020B0502040204020203" pitchFamily="34" charset="0"/>
              </a:defRPr>
            </a:lvl3pPr>
            <a:lvl4pPr marL="1371189" indent="0">
              <a:buNone/>
              <a:defRPr sz="3999" b="1">
                <a:latin typeface="Segoe UI" panose="020B0502040204020203" pitchFamily="34" charset="0"/>
                <a:cs typeface="Segoe UI" panose="020B0502040204020203" pitchFamily="34" charset="0"/>
              </a:defRPr>
            </a:lvl4pPr>
            <a:lvl5pPr marL="1828251" indent="0">
              <a:buNone/>
              <a:defRPr sz="3999" b="1">
                <a:latin typeface="Segoe UI" panose="020B0502040204020203" pitchFamily="34" charset="0"/>
                <a:cs typeface="Segoe UI" panose="020B0502040204020203" pitchFamily="34" charset="0"/>
              </a:defRPr>
            </a:lvl5pPr>
          </a:lstStyle>
          <a:p>
            <a:pPr lvl="0"/>
            <a:endParaRPr lang="en-PK" dirty="0"/>
          </a:p>
        </p:txBody>
      </p:sp>
    </p:spTree>
    <p:extLst>
      <p:ext uri="{BB962C8B-B14F-4D97-AF65-F5344CB8AC3E}">
        <p14:creationId xmlns:p14="http://schemas.microsoft.com/office/powerpoint/2010/main" val="25395936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6C680AFC-5A5D-E566-4767-30630FF921DC}"/>
              </a:ext>
            </a:extLst>
          </p:cNvPr>
          <p:cNvSpPr>
            <a:spLocks noGrp="1"/>
          </p:cNvSpPr>
          <p:nvPr>
            <p:ph type="body" sz="quarter" idx="10"/>
          </p:nvPr>
        </p:nvSpPr>
        <p:spPr>
          <a:xfrm>
            <a:off x="839569" y="971551"/>
            <a:ext cx="7225884" cy="868363"/>
          </a:xfrm>
        </p:spPr>
        <p:txBody>
          <a:bodyPr lIns="0" tIns="0" rIns="0" bIns="0">
            <a:noAutofit/>
          </a:bodyPr>
          <a:lstStyle>
            <a:lvl1pPr marL="0" indent="0">
              <a:buNone/>
              <a:defRPr sz="3999" b="1">
                <a:latin typeface="Segoe UI" panose="020B0502040204020203" pitchFamily="34" charset="0"/>
                <a:cs typeface="Segoe UI" panose="020B0502040204020203" pitchFamily="34" charset="0"/>
              </a:defRPr>
            </a:lvl1pPr>
            <a:lvl2pPr marL="457063" indent="0">
              <a:buNone/>
              <a:defRPr sz="3999" b="1">
                <a:latin typeface="Segoe UI" panose="020B0502040204020203" pitchFamily="34" charset="0"/>
                <a:cs typeface="Segoe UI" panose="020B0502040204020203" pitchFamily="34" charset="0"/>
              </a:defRPr>
            </a:lvl2pPr>
            <a:lvl3pPr marL="914126" indent="0">
              <a:buNone/>
              <a:defRPr sz="3999" b="1">
                <a:latin typeface="Segoe UI" panose="020B0502040204020203" pitchFamily="34" charset="0"/>
                <a:cs typeface="Segoe UI" panose="020B0502040204020203" pitchFamily="34" charset="0"/>
              </a:defRPr>
            </a:lvl3pPr>
            <a:lvl4pPr marL="1371189" indent="0">
              <a:buNone/>
              <a:defRPr sz="3999" b="1">
                <a:latin typeface="Segoe UI" panose="020B0502040204020203" pitchFamily="34" charset="0"/>
                <a:cs typeface="Segoe UI" panose="020B0502040204020203" pitchFamily="34" charset="0"/>
              </a:defRPr>
            </a:lvl4pPr>
            <a:lvl5pPr marL="1828251" indent="0">
              <a:buNone/>
              <a:defRPr sz="3999" b="1">
                <a:latin typeface="Segoe UI" panose="020B0502040204020203" pitchFamily="34" charset="0"/>
                <a:cs typeface="Segoe UI" panose="020B0502040204020203" pitchFamily="34" charset="0"/>
              </a:defRPr>
            </a:lvl5pPr>
          </a:lstStyle>
          <a:p>
            <a:pPr lvl="0"/>
            <a:endParaRPr lang="en-PK" dirty="0"/>
          </a:p>
        </p:txBody>
      </p:sp>
    </p:spTree>
    <p:extLst>
      <p:ext uri="{BB962C8B-B14F-4D97-AF65-F5344CB8AC3E}">
        <p14:creationId xmlns:p14="http://schemas.microsoft.com/office/powerpoint/2010/main" val="354775757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52D4ED0-A469-1D30-D0B9-075007FDB1D1}"/>
              </a:ext>
            </a:extLst>
          </p:cNvPr>
          <p:cNvSpPr>
            <a:spLocks noGrp="1"/>
          </p:cNvSpPr>
          <p:nvPr>
            <p:ph type="body" sz="quarter" idx="10"/>
          </p:nvPr>
        </p:nvSpPr>
        <p:spPr>
          <a:xfrm>
            <a:off x="839569" y="1443990"/>
            <a:ext cx="3684954" cy="1077218"/>
          </a:xfrm>
        </p:spPr>
        <p:txBody>
          <a:bodyPr lIns="0" tIns="0" rIns="0" bIns="0">
            <a:noAutofit/>
          </a:bodyPr>
          <a:lstStyle>
            <a:lvl1pPr marL="0" indent="0">
              <a:buNone/>
              <a:defRPr sz="3999" b="1">
                <a:latin typeface="Segoe UI" panose="020B0502040204020203" pitchFamily="34" charset="0"/>
                <a:cs typeface="Segoe UI" panose="020B0502040204020203" pitchFamily="34" charset="0"/>
              </a:defRPr>
            </a:lvl1pPr>
            <a:lvl2pPr marL="457063" indent="0">
              <a:buNone/>
              <a:defRPr sz="3999" b="1">
                <a:latin typeface="Segoe UI" panose="020B0502040204020203" pitchFamily="34" charset="0"/>
                <a:cs typeface="Segoe UI" panose="020B0502040204020203" pitchFamily="34" charset="0"/>
              </a:defRPr>
            </a:lvl2pPr>
            <a:lvl3pPr marL="914126" indent="0">
              <a:buNone/>
              <a:defRPr sz="3999" b="1">
                <a:latin typeface="Segoe UI" panose="020B0502040204020203" pitchFamily="34" charset="0"/>
                <a:cs typeface="Segoe UI" panose="020B0502040204020203" pitchFamily="34" charset="0"/>
              </a:defRPr>
            </a:lvl3pPr>
            <a:lvl4pPr marL="1371189" indent="0">
              <a:buNone/>
              <a:defRPr sz="3999" b="1">
                <a:latin typeface="Segoe UI" panose="020B0502040204020203" pitchFamily="34" charset="0"/>
                <a:cs typeface="Segoe UI" panose="020B0502040204020203" pitchFamily="34" charset="0"/>
              </a:defRPr>
            </a:lvl4pPr>
            <a:lvl5pPr marL="1828251" indent="0">
              <a:buNone/>
              <a:defRPr sz="3999" b="1">
                <a:latin typeface="Segoe UI" panose="020B0502040204020203" pitchFamily="34" charset="0"/>
                <a:cs typeface="Segoe UI" panose="020B0502040204020203" pitchFamily="34" charset="0"/>
              </a:defRPr>
            </a:lvl5pPr>
          </a:lstStyle>
          <a:p>
            <a:pPr lvl="0"/>
            <a:endParaRPr lang="en-PK" dirty="0"/>
          </a:p>
        </p:txBody>
      </p:sp>
    </p:spTree>
    <p:extLst>
      <p:ext uri="{BB962C8B-B14F-4D97-AF65-F5344CB8AC3E}">
        <p14:creationId xmlns:p14="http://schemas.microsoft.com/office/powerpoint/2010/main" val="19752458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7" name="Text Placeholder 7">
            <a:extLst>
              <a:ext uri="{FF2B5EF4-FFF2-40B4-BE49-F238E27FC236}">
                <a16:creationId xmlns:a16="http://schemas.microsoft.com/office/drawing/2014/main" id="{A9D3FF98-2D57-B6D5-34A1-E29FC9D40A22}"/>
              </a:ext>
            </a:extLst>
          </p:cNvPr>
          <p:cNvSpPr>
            <a:spLocks noGrp="1"/>
          </p:cNvSpPr>
          <p:nvPr>
            <p:ph type="body" sz="quarter" idx="10"/>
          </p:nvPr>
        </p:nvSpPr>
        <p:spPr>
          <a:xfrm>
            <a:off x="839569" y="971551"/>
            <a:ext cx="5605271" cy="868363"/>
          </a:xfrm>
        </p:spPr>
        <p:txBody>
          <a:bodyPr lIns="0" tIns="0" rIns="0" bIns="0">
            <a:noAutofit/>
          </a:bodyPr>
          <a:lstStyle>
            <a:lvl1pPr marL="0" indent="0">
              <a:buNone/>
              <a:defRPr sz="3999" b="1">
                <a:latin typeface="Segoe UI" panose="020B0502040204020203" pitchFamily="34" charset="0"/>
                <a:cs typeface="Segoe UI" panose="020B0502040204020203" pitchFamily="34" charset="0"/>
              </a:defRPr>
            </a:lvl1pPr>
            <a:lvl2pPr marL="457063" indent="0">
              <a:buNone/>
              <a:defRPr sz="3999" b="1">
                <a:latin typeface="Segoe UI" panose="020B0502040204020203" pitchFamily="34" charset="0"/>
                <a:cs typeface="Segoe UI" panose="020B0502040204020203" pitchFamily="34" charset="0"/>
              </a:defRPr>
            </a:lvl2pPr>
            <a:lvl3pPr marL="914126" indent="0">
              <a:buNone/>
              <a:defRPr sz="3999" b="1">
                <a:latin typeface="Segoe UI" panose="020B0502040204020203" pitchFamily="34" charset="0"/>
                <a:cs typeface="Segoe UI" panose="020B0502040204020203" pitchFamily="34" charset="0"/>
              </a:defRPr>
            </a:lvl3pPr>
            <a:lvl4pPr marL="1371189" indent="0">
              <a:buNone/>
              <a:defRPr sz="3999" b="1">
                <a:latin typeface="Segoe UI" panose="020B0502040204020203" pitchFamily="34" charset="0"/>
                <a:cs typeface="Segoe UI" panose="020B0502040204020203" pitchFamily="34" charset="0"/>
              </a:defRPr>
            </a:lvl4pPr>
            <a:lvl5pPr marL="1828251" indent="0">
              <a:buNone/>
              <a:defRPr sz="3999" b="1">
                <a:latin typeface="Segoe UI" panose="020B0502040204020203" pitchFamily="34" charset="0"/>
                <a:cs typeface="Segoe UI" panose="020B0502040204020203" pitchFamily="34" charset="0"/>
              </a:defRPr>
            </a:lvl5pPr>
          </a:lstStyle>
          <a:p>
            <a:pPr lvl="0"/>
            <a:endParaRPr lang="en-PK" dirty="0"/>
          </a:p>
        </p:txBody>
      </p:sp>
    </p:spTree>
    <p:extLst>
      <p:ext uri="{BB962C8B-B14F-4D97-AF65-F5344CB8AC3E}">
        <p14:creationId xmlns:p14="http://schemas.microsoft.com/office/powerpoint/2010/main" val="288804380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7" name="Text Placeholder 7">
            <a:extLst>
              <a:ext uri="{FF2B5EF4-FFF2-40B4-BE49-F238E27FC236}">
                <a16:creationId xmlns:a16="http://schemas.microsoft.com/office/drawing/2014/main" id="{C53A74ED-76FC-8CC0-D7E9-B3BEDEC06882}"/>
              </a:ext>
            </a:extLst>
          </p:cNvPr>
          <p:cNvSpPr>
            <a:spLocks noGrp="1"/>
          </p:cNvSpPr>
          <p:nvPr>
            <p:ph type="body" sz="quarter" idx="10"/>
          </p:nvPr>
        </p:nvSpPr>
        <p:spPr>
          <a:xfrm>
            <a:off x="839569" y="971551"/>
            <a:ext cx="8255762" cy="868363"/>
          </a:xfrm>
        </p:spPr>
        <p:txBody>
          <a:bodyPr lIns="0" tIns="0" rIns="0" bIns="0">
            <a:noAutofit/>
          </a:bodyPr>
          <a:lstStyle>
            <a:lvl1pPr marL="0" indent="0">
              <a:buNone/>
              <a:defRPr sz="3999" b="1">
                <a:latin typeface="Segoe UI" panose="020B0502040204020203" pitchFamily="34" charset="0"/>
                <a:cs typeface="Segoe UI" panose="020B0502040204020203" pitchFamily="34" charset="0"/>
              </a:defRPr>
            </a:lvl1pPr>
            <a:lvl2pPr marL="457063" indent="0">
              <a:buNone/>
              <a:defRPr sz="3999" b="1">
                <a:latin typeface="Segoe UI" panose="020B0502040204020203" pitchFamily="34" charset="0"/>
                <a:cs typeface="Segoe UI" panose="020B0502040204020203" pitchFamily="34" charset="0"/>
              </a:defRPr>
            </a:lvl2pPr>
            <a:lvl3pPr marL="914126" indent="0">
              <a:buNone/>
              <a:defRPr sz="3999" b="1">
                <a:latin typeface="Segoe UI" panose="020B0502040204020203" pitchFamily="34" charset="0"/>
                <a:cs typeface="Segoe UI" panose="020B0502040204020203" pitchFamily="34" charset="0"/>
              </a:defRPr>
            </a:lvl3pPr>
            <a:lvl4pPr marL="1371189" indent="0">
              <a:buNone/>
              <a:defRPr sz="3999" b="1">
                <a:latin typeface="Segoe UI" panose="020B0502040204020203" pitchFamily="34" charset="0"/>
                <a:cs typeface="Segoe UI" panose="020B0502040204020203" pitchFamily="34" charset="0"/>
              </a:defRPr>
            </a:lvl4pPr>
            <a:lvl5pPr marL="1828251" indent="0">
              <a:buNone/>
              <a:defRPr sz="3999" b="1">
                <a:latin typeface="Segoe UI" panose="020B0502040204020203" pitchFamily="34" charset="0"/>
                <a:cs typeface="Segoe UI" panose="020B0502040204020203" pitchFamily="34" charset="0"/>
              </a:defRPr>
            </a:lvl5pPr>
          </a:lstStyle>
          <a:p>
            <a:pPr lvl="0"/>
            <a:endParaRPr lang="en-PK" dirty="0"/>
          </a:p>
        </p:txBody>
      </p:sp>
    </p:spTree>
    <p:extLst>
      <p:ext uri="{BB962C8B-B14F-4D97-AF65-F5344CB8AC3E}">
        <p14:creationId xmlns:p14="http://schemas.microsoft.com/office/powerpoint/2010/main" val="154335494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9C9C5D43-2BAE-AA68-28A0-B95983F1434F}"/>
              </a:ext>
            </a:extLst>
          </p:cNvPr>
          <p:cNvSpPr>
            <a:spLocks noGrp="1"/>
          </p:cNvSpPr>
          <p:nvPr>
            <p:ph type="pic" sz="quarter" idx="11"/>
          </p:nvPr>
        </p:nvSpPr>
        <p:spPr>
          <a:xfrm>
            <a:off x="1378858" y="2778194"/>
            <a:ext cx="1406706" cy="1452458"/>
          </a:xfrm>
          <a:custGeom>
            <a:avLst/>
            <a:gdLst>
              <a:gd name="connsiteX0" fmla="*/ 179411 w 1076445"/>
              <a:gd name="connsiteY0" fmla="*/ 0 h 1111169"/>
              <a:gd name="connsiteX1" fmla="*/ 1076445 w 1076445"/>
              <a:gd name="connsiteY1" fmla="*/ 0 h 1111169"/>
              <a:gd name="connsiteX2" fmla="*/ 1076445 w 1076445"/>
              <a:gd name="connsiteY2" fmla="*/ 931758 h 1111169"/>
              <a:gd name="connsiteX3" fmla="*/ 897034 w 1076445"/>
              <a:gd name="connsiteY3" fmla="*/ 1111169 h 1111169"/>
              <a:gd name="connsiteX4" fmla="*/ 0 w 1076445"/>
              <a:gd name="connsiteY4" fmla="*/ 1111169 h 1111169"/>
              <a:gd name="connsiteX5" fmla="*/ 0 w 1076445"/>
              <a:gd name="connsiteY5" fmla="*/ 179411 h 1111169"/>
              <a:gd name="connsiteX6" fmla="*/ 179411 w 1076445"/>
              <a:gd name="connsiteY6" fmla="*/ 0 h 1111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6445" h="1111169">
                <a:moveTo>
                  <a:pt x="179411" y="0"/>
                </a:moveTo>
                <a:lnTo>
                  <a:pt x="1076445" y="0"/>
                </a:lnTo>
                <a:lnTo>
                  <a:pt x="1076445" y="931758"/>
                </a:lnTo>
                <a:cubicBezTo>
                  <a:pt x="1076445" y="1030844"/>
                  <a:pt x="996120" y="1111169"/>
                  <a:pt x="897034" y="1111169"/>
                </a:cubicBezTo>
                <a:lnTo>
                  <a:pt x="0" y="1111169"/>
                </a:lnTo>
                <a:lnTo>
                  <a:pt x="0" y="179411"/>
                </a:lnTo>
                <a:cubicBezTo>
                  <a:pt x="0" y="80325"/>
                  <a:pt x="80325" y="0"/>
                  <a:pt x="179411" y="0"/>
                </a:cubicBezTo>
                <a:close/>
              </a:path>
            </a:pathLst>
          </a:custGeom>
          <a:ln w="34925">
            <a:solidFill>
              <a:schemeClr val="bg1"/>
            </a:solidFill>
          </a:ln>
          <a:effectLst/>
        </p:spPr>
        <p:txBody>
          <a:bodyPr wrap="square">
            <a:noAutofit/>
          </a:bodyPr>
          <a:lstStyle/>
          <a:p>
            <a:endParaRPr lang="en-PK"/>
          </a:p>
        </p:txBody>
      </p:sp>
      <p:sp>
        <p:nvSpPr>
          <p:cNvPr id="7" name="Picture Placeholder 8">
            <a:extLst>
              <a:ext uri="{FF2B5EF4-FFF2-40B4-BE49-F238E27FC236}">
                <a16:creationId xmlns:a16="http://schemas.microsoft.com/office/drawing/2014/main" id="{5C439F7A-5536-B6C0-F563-E47C03FC5E9F}"/>
              </a:ext>
            </a:extLst>
          </p:cNvPr>
          <p:cNvSpPr>
            <a:spLocks noGrp="1"/>
          </p:cNvSpPr>
          <p:nvPr>
            <p:ph type="pic" sz="quarter" idx="12"/>
          </p:nvPr>
        </p:nvSpPr>
        <p:spPr>
          <a:xfrm>
            <a:off x="4093637" y="2778194"/>
            <a:ext cx="1406706" cy="1452458"/>
          </a:xfrm>
          <a:custGeom>
            <a:avLst/>
            <a:gdLst>
              <a:gd name="connsiteX0" fmla="*/ 179411 w 1076445"/>
              <a:gd name="connsiteY0" fmla="*/ 0 h 1111169"/>
              <a:gd name="connsiteX1" fmla="*/ 1076445 w 1076445"/>
              <a:gd name="connsiteY1" fmla="*/ 0 h 1111169"/>
              <a:gd name="connsiteX2" fmla="*/ 1076445 w 1076445"/>
              <a:gd name="connsiteY2" fmla="*/ 931758 h 1111169"/>
              <a:gd name="connsiteX3" fmla="*/ 897034 w 1076445"/>
              <a:gd name="connsiteY3" fmla="*/ 1111169 h 1111169"/>
              <a:gd name="connsiteX4" fmla="*/ 0 w 1076445"/>
              <a:gd name="connsiteY4" fmla="*/ 1111169 h 1111169"/>
              <a:gd name="connsiteX5" fmla="*/ 0 w 1076445"/>
              <a:gd name="connsiteY5" fmla="*/ 179411 h 1111169"/>
              <a:gd name="connsiteX6" fmla="*/ 179411 w 1076445"/>
              <a:gd name="connsiteY6" fmla="*/ 0 h 1111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6445" h="1111169">
                <a:moveTo>
                  <a:pt x="179411" y="0"/>
                </a:moveTo>
                <a:lnTo>
                  <a:pt x="1076445" y="0"/>
                </a:lnTo>
                <a:lnTo>
                  <a:pt x="1076445" y="931758"/>
                </a:lnTo>
                <a:cubicBezTo>
                  <a:pt x="1076445" y="1030844"/>
                  <a:pt x="996120" y="1111169"/>
                  <a:pt x="897034" y="1111169"/>
                </a:cubicBezTo>
                <a:lnTo>
                  <a:pt x="0" y="1111169"/>
                </a:lnTo>
                <a:lnTo>
                  <a:pt x="0" y="179411"/>
                </a:lnTo>
                <a:cubicBezTo>
                  <a:pt x="0" y="80325"/>
                  <a:pt x="80325" y="0"/>
                  <a:pt x="179411" y="0"/>
                </a:cubicBezTo>
                <a:close/>
              </a:path>
            </a:pathLst>
          </a:custGeom>
          <a:ln w="34925">
            <a:solidFill>
              <a:schemeClr val="bg1"/>
            </a:solidFill>
          </a:ln>
          <a:effectLst/>
        </p:spPr>
        <p:txBody>
          <a:bodyPr wrap="square">
            <a:noAutofit/>
          </a:bodyPr>
          <a:lstStyle/>
          <a:p>
            <a:endParaRPr lang="en-PK"/>
          </a:p>
        </p:txBody>
      </p:sp>
      <p:sp>
        <p:nvSpPr>
          <p:cNvPr id="8" name="Picture Placeholder 8">
            <a:extLst>
              <a:ext uri="{FF2B5EF4-FFF2-40B4-BE49-F238E27FC236}">
                <a16:creationId xmlns:a16="http://schemas.microsoft.com/office/drawing/2014/main" id="{CA5EEFA0-64F6-654A-EE27-E4ED44358947}"/>
              </a:ext>
            </a:extLst>
          </p:cNvPr>
          <p:cNvSpPr>
            <a:spLocks noGrp="1"/>
          </p:cNvSpPr>
          <p:nvPr>
            <p:ph type="pic" sz="quarter" idx="13"/>
          </p:nvPr>
        </p:nvSpPr>
        <p:spPr>
          <a:xfrm>
            <a:off x="6808424" y="2778194"/>
            <a:ext cx="1406706" cy="1452458"/>
          </a:xfrm>
          <a:custGeom>
            <a:avLst/>
            <a:gdLst>
              <a:gd name="connsiteX0" fmla="*/ 179411 w 1076445"/>
              <a:gd name="connsiteY0" fmla="*/ 0 h 1111169"/>
              <a:gd name="connsiteX1" fmla="*/ 1076445 w 1076445"/>
              <a:gd name="connsiteY1" fmla="*/ 0 h 1111169"/>
              <a:gd name="connsiteX2" fmla="*/ 1076445 w 1076445"/>
              <a:gd name="connsiteY2" fmla="*/ 931758 h 1111169"/>
              <a:gd name="connsiteX3" fmla="*/ 897034 w 1076445"/>
              <a:gd name="connsiteY3" fmla="*/ 1111169 h 1111169"/>
              <a:gd name="connsiteX4" fmla="*/ 0 w 1076445"/>
              <a:gd name="connsiteY4" fmla="*/ 1111169 h 1111169"/>
              <a:gd name="connsiteX5" fmla="*/ 0 w 1076445"/>
              <a:gd name="connsiteY5" fmla="*/ 179411 h 1111169"/>
              <a:gd name="connsiteX6" fmla="*/ 179411 w 1076445"/>
              <a:gd name="connsiteY6" fmla="*/ 0 h 1111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6445" h="1111169">
                <a:moveTo>
                  <a:pt x="179411" y="0"/>
                </a:moveTo>
                <a:lnTo>
                  <a:pt x="1076445" y="0"/>
                </a:lnTo>
                <a:lnTo>
                  <a:pt x="1076445" y="931758"/>
                </a:lnTo>
                <a:cubicBezTo>
                  <a:pt x="1076445" y="1030844"/>
                  <a:pt x="996120" y="1111169"/>
                  <a:pt x="897034" y="1111169"/>
                </a:cubicBezTo>
                <a:lnTo>
                  <a:pt x="0" y="1111169"/>
                </a:lnTo>
                <a:lnTo>
                  <a:pt x="0" y="179411"/>
                </a:lnTo>
                <a:cubicBezTo>
                  <a:pt x="0" y="80325"/>
                  <a:pt x="80325" y="0"/>
                  <a:pt x="179411" y="0"/>
                </a:cubicBezTo>
                <a:close/>
              </a:path>
            </a:pathLst>
          </a:custGeom>
          <a:ln w="34925">
            <a:solidFill>
              <a:schemeClr val="bg1"/>
            </a:solidFill>
          </a:ln>
          <a:effectLst/>
        </p:spPr>
        <p:txBody>
          <a:bodyPr wrap="square">
            <a:noAutofit/>
          </a:bodyPr>
          <a:lstStyle/>
          <a:p>
            <a:endParaRPr lang="en-PK"/>
          </a:p>
        </p:txBody>
      </p:sp>
      <p:sp>
        <p:nvSpPr>
          <p:cNvPr id="10" name="Picture Placeholder 8">
            <a:extLst>
              <a:ext uri="{FF2B5EF4-FFF2-40B4-BE49-F238E27FC236}">
                <a16:creationId xmlns:a16="http://schemas.microsoft.com/office/drawing/2014/main" id="{B336F180-1189-E865-EC9D-3A737DFE33B9}"/>
              </a:ext>
            </a:extLst>
          </p:cNvPr>
          <p:cNvSpPr>
            <a:spLocks noGrp="1"/>
          </p:cNvSpPr>
          <p:nvPr>
            <p:ph type="pic" sz="quarter" idx="14"/>
          </p:nvPr>
        </p:nvSpPr>
        <p:spPr>
          <a:xfrm>
            <a:off x="9523208" y="2778194"/>
            <a:ext cx="1406706" cy="1452458"/>
          </a:xfrm>
          <a:custGeom>
            <a:avLst/>
            <a:gdLst>
              <a:gd name="connsiteX0" fmla="*/ 179411 w 1076445"/>
              <a:gd name="connsiteY0" fmla="*/ 0 h 1111169"/>
              <a:gd name="connsiteX1" fmla="*/ 1076445 w 1076445"/>
              <a:gd name="connsiteY1" fmla="*/ 0 h 1111169"/>
              <a:gd name="connsiteX2" fmla="*/ 1076445 w 1076445"/>
              <a:gd name="connsiteY2" fmla="*/ 931758 h 1111169"/>
              <a:gd name="connsiteX3" fmla="*/ 897034 w 1076445"/>
              <a:gd name="connsiteY3" fmla="*/ 1111169 h 1111169"/>
              <a:gd name="connsiteX4" fmla="*/ 0 w 1076445"/>
              <a:gd name="connsiteY4" fmla="*/ 1111169 h 1111169"/>
              <a:gd name="connsiteX5" fmla="*/ 0 w 1076445"/>
              <a:gd name="connsiteY5" fmla="*/ 179411 h 1111169"/>
              <a:gd name="connsiteX6" fmla="*/ 179411 w 1076445"/>
              <a:gd name="connsiteY6" fmla="*/ 0 h 1111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6445" h="1111169">
                <a:moveTo>
                  <a:pt x="179411" y="0"/>
                </a:moveTo>
                <a:lnTo>
                  <a:pt x="1076445" y="0"/>
                </a:lnTo>
                <a:lnTo>
                  <a:pt x="1076445" y="931758"/>
                </a:lnTo>
                <a:cubicBezTo>
                  <a:pt x="1076445" y="1030844"/>
                  <a:pt x="996120" y="1111169"/>
                  <a:pt x="897034" y="1111169"/>
                </a:cubicBezTo>
                <a:lnTo>
                  <a:pt x="0" y="1111169"/>
                </a:lnTo>
                <a:lnTo>
                  <a:pt x="0" y="179411"/>
                </a:lnTo>
                <a:cubicBezTo>
                  <a:pt x="0" y="80325"/>
                  <a:pt x="80325" y="0"/>
                  <a:pt x="179411" y="0"/>
                </a:cubicBezTo>
                <a:close/>
              </a:path>
            </a:pathLst>
          </a:custGeom>
          <a:ln w="34925">
            <a:solidFill>
              <a:schemeClr val="bg1"/>
            </a:solidFill>
          </a:ln>
          <a:effectLst/>
        </p:spPr>
        <p:txBody>
          <a:bodyPr wrap="square">
            <a:noAutofit/>
          </a:bodyPr>
          <a:lstStyle/>
          <a:p>
            <a:endParaRPr lang="en-PK"/>
          </a:p>
        </p:txBody>
      </p:sp>
      <p:sp>
        <p:nvSpPr>
          <p:cNvPr id="6" name="Text Placeholder 7">
            <a:extLst>
              <a:ext uri="{FF2B5EF4-FFF2-40B4-BE49-F238E27FC236}">
                <a16:creationId xmlns:a16="http://schemas.microsoft.com/office/drawing/2014/main" id="{A1681684-B50D-931D-5AC8-80568BFA9AC7}"/>
              </a:ext>
            </a:extLst>
          </p:cNvPr>
          <p:cNvSpPr>
            <a:spLocks noGrp="1"/>
          </p:cNvSpPr>
          <p:nvPr>
            <p:ph type="body" sz="quarter" idx="10"/>
          </p:nvPr>
        </p:nvSpPr>
        <p:spPr>
          <a:xfrm>
            <a:off x="839569" y="971551"/>
            <a:ext cx="5941428" cy="868363"/>
          </a:xfrm>
        </p:spPr>
        <p:txBody>
          <a:bodyPr lIns="0" tIns="0" rIns="0" bIns="0">
            <a:noAutofit/>
          </a:bodyPr>
          <a:lstStyle>
            <a:lvl1pPr marL="0" indent="0">
              <a:buNone/>
              <a:defRPr sz="3999" b="1">
                <a:latin typeface="Segoe UI" panose="020B0502040204020203" pitchFamily="34" charset="0"/>
                <a:cs typeface="Segoe UI" panose="020B0502040204020203" pitchFamily="34" charset="0"/>
              </a:defRPr>
            </a:lvl1pPr>
            <a:lvl2pPr marL="457063" indent="0">
              <a:buNone/>
              <a:defRPr sz="3999" b="1">
                <a:latin typeface="Segoe UI" panose="020B0502040204020203" pitchFamily="34" charset="0"/>
                <a:cs typeface="Segoe UI" panose="020B0502040204020203" pitchFamily="34" charset="0"/>
              </a:defRPr>
            </a:lvl2pPr>
            <a:lvl3pPr marL="914126" indent="0">
              <a:buNone/>
              <a:defRPr sz="3999" b="1">
                <a:latin typeface="Segoe UI" panose="020B0502040204020203" pitchFamily="34" charset="0"/>
                <a:cs typeface="Segoe UI" panose="020B0502040204020203" pitchFamily="34" charset="0"/>
              </a:defRPr>
            </a:lvl3pPr>
            <a:lvl4pPr marL="1371189" indent="0">
              <a:buNone/>
              <a:defRPr sz="3999" b="1">
                <a:latin typeface="Segoe UI" panose="020B0502040204020203" pitchFamily="34" charset="0"/>
                <a:cs typeface="Segoe UI" panose="020B0502040204020203" pitchFamily="34" charset="0"/>
              </a:defRPr>
            </a:lvl4pPr>
            <a:lvl5pPr marL="1828251" indent="0">
              <a:buNone/>
              <a:defRPr sz="3999" b="1">
                <a:latin typeface="Segoe UI" panose="020B0502040204020203" pitchFamily="34" charset="0"/>
                <a:cs typeface="Segoe UI" panose="020B0502040204020203" pitchFamily="34" charset="0"/>
              </a:defRPr>
            </a:lvl5pPr>
          </a:lstStyle>
          <a:p>
            <a:pPr lvl="0"/>
            <a:endParaRPr lang="en-PK" dirty="0"/>
          </a:p>
        </p:txBody>
      </p:sp>
    </p:spTree>
    <p:extLst>
      <p:ext uri="{BB962C8B-B14F-4D97-AF65-F5344CB8AC3E}">
        <p14:creationId xmlns:p14="http://schemas.microsoft.com/office/powerpoint/2010/main" val="9165101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6" name="Text Placeholder 7">
            <a:extLst>
              <a:ext uri="{FF2B5EF4-FFF2-40B4-BE49-F238E27FC236}">
                <a16:creationId xmlns:a16="http://schemas.microsoft.com/office/drawing/2014/main" id="{67BF7C55-2A56-B649-6B81-0CD6A253F1F3}"/>
              </a:ext>
            </a:extLst>
          </p:cNvPr>
          <p:cNvSpPr>
            <a:spLocks noGrp="1"/>
          </p:cNvSpPr>
          <p:nvPr>
            <p:ph type="body" sz="quarter" idx="10"/>
          </p:nvPr>
        </p:nvSpPr>
        <p:spPr>
          <a:xfrm>
            <a:off x="839569" y="971551"/>
            <a:ext cx="5254843" cy="868363"/>
          </a:xfrm>
        </p:spPr>
        <p:txBody>
          <a:bodyPr lIns="0" tIns="0" rIns="0" bIns="0">
            <a:noAutofit/>
          </a:bodyPr>
          <a:lstStyle>
            <a:lvl1pPr marL="0" indent="0">
              <a:buNone/>
              <a:defRPr sz="3999" b="1">
                <a:latin typeface="Segoe UI" panose="020B0502040204020203" pitchFamily="34" charset="0"/>
                <a:cs typeface="Segoe UI" panose="020B0502040204020203" pitchFamily="34" charset="0"/>
              </a:defRPr>
            </a:lvl1pPr>
            <a:lvl2pPr marL="457063" indent="0">
              <a:buNone/>
              <a:defRPr sz="3999" b="1">
                <a:latin typeface="Segoe UI" panose="020B0502040204020203" pitchFamily="34" charset="0"/>
                <a:cs typeface="Segoe UI" panose="020B0502040204020203" pitchFamily="34" charset="0"/>
              </a:defRPr>
            </a:lvl2pPr>
            <a:lvl3pPr marL="914126" indent="0">
              <a:buNone/>
              <a:defRPr sz="3999" b="1">
                <a:latin typeface="Segoe UI" panose="020B0502040204020203" pitchFamily="34" charset="0"/>
                <a:cs typeface="Segoe UI" panose="020B0502040204020203" pitchFamily="34" charset="0"/>
              </a:defRPr>
            </a:lvl3pPr>
            <a:lvl4pPr marL="1371189" indent="0">
              <a:buNone/>
              <a:defRPr sz="3999" b="1">
                <a:latin typeface="Segoe UI" panose="020B0502040204020203" pitchFamily="34" charset="0"/>
                <a:cs typeface="Segoe UI" panose="020B0502040204020203" pitchFamily="34" charset="0"/>
              </a:defRPr>
            </a:lvl4pPr>
            <a:lvl5pPr marL="1828251" indent="0">
              <a:buNone/>
              <a:defRPr sz="3999" b="1">
                <a:latin typeface="Segoe UI" panose="020B0502040204020203" pitchFamily="34" charset="0"/>
                <a:cs typeface="Segoe UI" panose="020B0502040204020203" pitchFamily="34" charset="0"/>
              </a:defRPr>
            </a:lvl5pPr>
          </a:lstStyle>
          <a:p>
            <a:pPr lvl="0"/>
            <a:endParaRPr lang="en-PK" dirty="0"/>
          </a:p>
        </p:txBody>
      </p:sp>
      <p:sp>
        <p:nvSpPr>
          <p:cNvPr id="5" name="Picture Placeholder 4">
            <a:extLst>
              <a:ext uri="{FF2B5EF4-FFF2-40B4-BE49-F238E27FC236}">
                <a16:creationId xmlns:a16="http://schemas.microsoft.com/office/drawing/2014/main" id="{770D99CB-7D8E-D735-B5D0-393275D617F8}"/>
              </a:ext>
            </a:extLst>
          </p:cNvPr>
          <p:cNvSpPr>
            <a:spLocks noGrp="1"/>
          </p:cNvSpPr>
          <p:nvPr>
            <p:ph type="pic" sz="quarter" idx="11"/>
          </p:nvPr>
        </p:nvSpPr>
        <p:spPr>
          <a:xfrm>
            <a:off x="8175517" y="0"/>
            <a:ext cx="4013310" cy="6858000"/>
          </a:xfrm>
          <a:custGeom>
            <a:avLst/>
            <a:gdLst>
              <a:gd name="connsiteX0" fmla="*/ 0 w 4014355"/>
              <a:gd name="connsiteY0" fmla="*/ 0 h 6858000"/>
              <a:gd name="connsiteX1" fmla="*/ 4014355 w 4014355"/>
              <a:gd name="connsiteY1" fmla="*/ 0 h 6858000"/>
              <a:gd name="connsiteX2" fmla="*/ 4014355 w 4014355"/>
              <a:gd name="connsiteY2" fmla="*/ 6858000 h 6858000"/>
              <a:gd name="connsiteX3" fmla="*/ 0 w 401435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014355" h="6858000">
                <a:moveTo>
                  <a:pt x="0" y="0"/>
                </a:moveTo>
                <a:lnTo>
                  <a:pt x="4014355" y="0"/>
                </a:lnTo>
                <a:lnTo>
                  <a:pt x="4014355" y="6858000"/>
                </a:lnTo>
                <a:lnTo>
                  <a:pt x="0" y="6858000"/>
                </a:lnTo>
                <a:close/>
              </a:path>
            </a:pathLst>
          </a:custGeom>
        </p:spPr>
        <p:txBody>
          <a:bodyPr wrap="square">
            <a:noAutofit/>
          </a:bodyPr>
          <a:lstStyle/>
          <a:p>
            <a:endParaRPr lang="en-PK"/>
          </a:p>
        </p:txBody>
      </p:sp>
    </p:spTree>
    <p:extLst>
      <p:ext uri="{BB962C8B-B14F-4D97-AF65-F5344CB8AC3E}">
        <p14:creationId xmlns:p14="http://schemas.microsoft.com/office/powerpoint/2010/main" val="298211716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6" name="Text Placeholder 7">
            <a:extLst>
              <a:ext uri="{FF2B5EF4-FFF2-40B4-BE49-F238E27FC236}">
                <a16:creationId xmlns:a16="http://schemas.microsoft.com/office/drawing/2014/main" id="{BD038D30-D0CE-FB58-3CB7-714B70054F10}"/>
              </a:ext>
            </a:extLst>
          </p:cNvPr>
          <p:cNvSpPr>
            <a:spLocks noGrp="1"/>
          </p:cNvSpPr>
          <p:nvPr>
            <p:ph type="body" sz="quarter" idx="10"/>
          </p:nvPr>
        </p:nvSpPr>
        <p:spPr>
          <a:xfrm>
            <a:off x="839569" y="971551"/>
            <a:ext cx="5803340" cy="868363"/>
          </a:xfrm>
        </p:spPr>
        <p:txBody>
          <a:bodyPr lIns="0" tIns="0" rIns="0" bIns="0">
            <a:noAutofit/>
          </a:bodyPr>
          <a:lstStyle>
            <a:lvl1pPr marL="0" indent="0">
              <a:buNone/>
              <a:defRPr sz="3999" b="1">
                <a:latin typeface="Segoe UI" panose="020B0502040204020203" pitchFamily="34" charset="0"/>
                <a:cs typeface="Segoe UI" panose="020B0502040204020203" pitchFamily="34" charset="0"/>
              </a:defRPr>
            </a:lvl1pPr>
            <a:lvl2pPr marL="457063" indent="0">
              <a:buNone/>
              <a:defRPr sz="3999" b="1">
                <a:latin typeface="Segoe UI" panose="020B0502040204020203" pitchFamily="34" charset="0"/>
                <a:cs typeface="Segoe UI" panose="020B0502040204020203" pitchFamily="34" charset="0"/>
              </a:defRPr>
            </a:lvl2pPr>
            <a:lvl3pPr marL="914126" indent="0">
              <a:buNone/>
              <a:defRPr sz="3999" b="1">
                <a:latin typeface="Segoe UI" panose="020B0502040204020203" pitchFamily="34" charset="0"/>
                <a:cs typeface="Segoe UI" panose="020B0502040204020203" pitchFamily="34" charset="0"/>
              </a:defRPr>
            </a:lvl3pPr>
            <a:lvl4pPr marL="1371189" indent="0">
              <a:buNone/>
              <a:defRPr sz="3999" b="1">
                <a:latin typeface="Segoe UI" panose="020B0502040204020203" pitchFamily="34" charset="0"/>
                <a:cs typeface="Segoe UI" panose="020B0502040204020203" pitchFamily="34" charset="0"/>
              </a:defRPr>
            </a:lvl4pPr>
            <a:lvl5pPr marL="1828251" indent="0">
              <a:buNone/>
              <a:defRPr sz="3999" b="1">
                <a:latin typeface="Segoe UI" panose="020B0502040204020203" pitchFamily="34" charset="0"/>
                <a:cs typeface="Segoe UI" panose="020B0502040204020203" pitchFamily="34" charset="0"/>
              </a:defRPr>
            </a:lvl5pPr>
          </a:lstStyle>
          <a:p>
            <a:pPr lvl="0"/>
            <a:endParaRPr lang="en-PK" dirty="0"/>
          </a:p>
        </p:txBody>
      </p:sp>
    </p:spTree>
    <p:extLst>
      <p:ext uri="{BB962C8B-B14F-4D97-AF65-F5344CB8AC3E}">
        <p14:creationId xmlns:p14="http://schemas.microsoft.com/office/powerpoint/2010/main" val="399958852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6" name="Text Placeholder 7">
            <a:extLst>
              <a:ext uri="{FF2B5EF4-FFF2-40B4-BE49-F238E27FC236}">
                <a16:creationId xmlns:a16="http://schemas.microsoft.com/office/drawing/2014/main" id="{FFD9CB8F-45B4-E333-AB67-85836ED65CEF}"/>
              </a:ext>
            </a:extLst>
          </p:cNvPr>
          <p:cNvSpPr>
            <a:spLocks noGrp="1"/>
          </p:cNvSpPr>
          <p:nvPr>
            <p:ph type="body" sz="quarter" idx="10"/>
          </p:nvPr>
        </p:nvSpPr>
        <p:spPr>
          <a:xfrm>
            <a:off x="839570" y="971551"/>
            <a:ext cx="5691609" cy="868363"/>
          </a:xfrm>
        </p:spPr>
        <p:txBody>
          <a:bodyPr lIns="0" tIns="0" rIns="0" bIns="0">
            <a:noAutofit/>
          </a:bodyPr>
          <a:lstStyle>
            <a:lvl1pPr marL="0" indent="0">
              <a:buNone/>
              <a:defRPr sz="3999" b="1">
                <a:latin typeface="Segoe UI" panose="020B0502040204020203" pitchFamily="34" charset="0"/>
                <a:cs typeface="Segoe UI" panose="020B0502040204020203" pitchFamily="34" charset="0"/>
              </a:defRPr>
            </a:lvl1pPr>
            <a:lvl2pPr marL="457063" indent="0">
              <a:buNone/>
              <a:defRPr sz="3999" b="1">
                <a:latin typeface="Segoe UI" panose="020B0502040204020203" pitchFamily="34" charset="0"/>
                <a:cs typeface="Segoe UI" panose="020B0502040204020203" pitchFamily="34" charset="0"/>
              </a:defRPr>
            </a:lvl2pPr>
            <a:lvl3pPr marL="914126" indent="0">
              <a:buNone/>
              <a:defRPr sz="3999" b="1">
                <a:latin typeface="Segoe UI" panose="020B0502040204020203" pitchFamily="34" charset="0"/>
                <a:cs typeface="Segoe UI" panose="020B0502040204020203" pitchFamily="34" charset="0"/>
              </a:defRPr>
            </a:lvl3pPr>
            <a:lvl4pPr marL="1371189" indent="0">
              <a:buNone/>
              <a:defRPr sz="3999" b="1">
                <a:latin typeface="Segoe UI" panose="020B0502040204020203" pitchFamily="34" charset="0"/>
                <a:cs typeface="Segoe UI" panose="020B0502040204020203" pitchFamily="34" charset="0"/>
              </a:defRPr>
            </a:lvl4pPr>
            <a:lvl5pPr marL="1828251" indent="0">
              <a:buNone/>
              <a:defRPr sz="3999" b="1">
                <a:latin typeface="Segoe UI" panose="020B0502040204020203" pitchFamily="34" charset="0"/>
                <a:cs typeface="Segoe UI" panose="020B0502040204020203" pitchFamily="34" charset="0"/>
              </a:defRPr>
            </a:lvl5pPr>
          </a:lstStyle>
          <a:p>
            <a:pPr lvl="0"/>
            <a:endParaRPr lang="en-PK" dirty="0"/>
          </a:p>
        </p:txBody>
      </p:sp>
    </p:spTree>
    <p:extLst>
      <p:ext uri="{BB962C8B-B14F-4D97-AF65-F5344CB8AC3E}">
        <p14:creationId xmlns:p14="http://schemas.microsoft.com/office/powerpoint/2010/main" val="194923871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6" name="Text Placeholder 7">
            <a:extLst>
              <a:ext uri="{FF2B5EF4-FFF2-40B4-BE49-F238E27FC236}">
                <a16:creationId xmlns:a16="http://schemas.microsoft.com/office/drawing/2014/main" id="{0D4F87C9-AFD5-D11D-A745-9B8F1A936BC0}"/>
              </a:ext>
            </a:extLst>
          </p:cNvPr>
          <p:cNvSpPr>
            <a:spLocks noGrp="1"/>
          </p:cNvSpPr>
          <p:nvPr>
            <p:ph type="body" sz="quarter" idx="10"/>
          </p:nvPr>
        </p:nvSpPr>
        <p:spPr>
          <a:xfrm>
            <a:off x="839569" y="2199501"/>
            <a:ext cx="4234029" cy="553998"/>
          </a:xfrm>
        </p:spPr>
        <p:txBody>
          <a:bodyPr lIns="0" tIns="0" rIns="0" bIns="0">
            <a:spAutoFit/>
          </a:bodyPr>
          <a:lstStyle>
            <a:lvl1pPr marL="0" indent="0">
              <a:buNone/>
              <a:defRPr sz="3999" b="1">
                <a:latin typeface="Segoe UI" panose="020B0502040204020203" pitchFamily="34" charset="0"/>
                <a:cs typeface="Segoe UI" panose="020B0502040204020203" pitchFamily="34" charset="0"/>
              </a:defRPr>
            </a:lvl1pPr>
            <a:lvl2pPr marL="457063" indent="0">
              <a:buNone/>
              <a:defRPr sz="3999" b="1">
                <a:latin typeface="Segoe UI" panose="020B0502040204020203" pitchFamily="34" charset="0"/>
                <a:cs typeface="Segoe UI" panose="020B0502040204020203" pitchFamily="34" charset="0"/>
              </a:defRPr>
            </a:lvl2pPr>
            <a:lvl3pPr marL="914126" indent="0">
              <a:buNone/>
              <a:defRPr sz="3999" b="1">
                <a:latin typeface="Segoe UI" panose="020B0502040204020203" pitchFamily="34" charset="0"/>
                <a:cs typeface="Segoe UI" panose="020B0502040204020203" pitchFamily="34" charset="0"/>
              </a:defRPr>
            </a:lvl3pPr>
            <a:lvl4pPr marL="1371189" indent="0">
              <a:buNone/>
              <a:defRPr sz="3999" b="1">
                <a:latin typeface="Segoe UI" panose="020B0502040204020203" pitchFamily="34" charset="0"/>
                <a:cs typeface="Segoe UI" panose="020B0502040204020203" pitchFamily="34" charset="0"/>
              </a:defRPr>
            </a:lvl4pPr>
            <a:lvl5pPr marL="1828251" indent="0">
              <a:buNone/>
              <a:defRPr sz="3999" b="1">
                <a:latin typeface="Segoe UI" panose="020B0502040204020203" pitchFamily="34" charset="0"/>
                <a:cs typeface="Segoe UI" panose="020B0502040204020203" pitchFamily="34" charset="0"/>
              </a:defRPr>
            </a:lvl5pPr>
          </a:lstStyle>
          <a:p>
            <a:pPr lvl="0"/>
            <a:endParaRPr lang="en-PK" dirty="0"/>
          </a:p>
        </p:txBody>
      </p:sp>
      <p:sp>
        <p:nvSpPr>
          <p:cNvPr id="5" name="Picture Placeholder 4">
            <a:extLst>
              <a:ext uri="{FF2B5EF4-FFF2-40B4-BE49-F238E27FC236}">
                <a16:creationId xmlns:a16="http://schemas.microsoft.com/office/drawing/2014/main" id="{CF7E5E00-74B3-AADD-0627-BA27887FE810}"/>
              </a:ext>
            </a:extLst>
          </p:cNvPr>
          <p:cNvSpPr>
            <a:spLocks noGrp="1"/>
          </p:cNvSpPr>
          <p:nvPr>
            <p:ph type="pic" sz="quarter" idx="11"/>
          </p:nvPr>
        </p:nvSpPr>
        <p:spPr>
          <a:xfrm>
            <a:off x="5903962" y="538775"/>
            <a:ext cx="2239697" cy="1783080"/>
          </a:xfrm>
          <a:custGeom>
            <a:avLst/>
            <a:gdLst>
              <a:gd name="connsiteX0" fmla="*/ 125600 w 2240280"/>
              <a:gd name="connsiteY0" fmla="*/ 0 h 1783080"/>
              <a:gd name="connsiteX1" fmla="*/ 2114680 w 2240280"/>
              <a:gd name="connsiteY1" fmla="*/ 0 h 1783080"/>
              <a:gd name="connsiteX2" fmla="*/ 2240280 w 2240280"/>
              <a:gd name="connsiteY2" fmla="*/ 125600 h 1783080"/>
              <a:gd name="connsiteX3" fmla="*/ 2240280 w 2240280"/>
              <a:gd name="connsiteY3" fmla="*/ 1657480 h 1783080"/>
              <a:gd name="connsiteX4" fmla="*/ 2114680 w 2240280"/>
              <a:gd name="connsiteY4" fmla="*/ 1783080 h 1783080"/>
              <a:gd name="connsiteX5" fmla="*/ 125600 w 2240280"/>
              <a:gd name="connsiteY5" fmla="*/ 1783080 h 1783080"/>
              <a:gd name="connsiteX6" fmla="*/ 0 w 2240280"/>
              <a:gd name="connsiteY6" fmla="*/ 1657480 h 1783080"/>
              <a:gd name="connsiteX7" fmla="*/ 0 w 2240280"/>
              <a:gd name="connsiteY7" fmla="*/ 125600 h 1783080"/>
              <a:gd name="connsiteX8" fmla="*/ 125600 w 2240280"/>
              <a:gd name="connsiteY8" fmla="*/ 0 h 1783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40280" h="1783080">
                <a:moveTo>
                  <a:pt x="125600" y="0"/>
                </a:moveTo>
                <a:lnTo>
                  <a:pt x="2114680" y="0"/>
                </a:lnTo>
                <a:cubicBezTo>
                  <a:pt x="2184047" y="0"/>
                  <a:pt x="2240280" y="56233"/>
                  <a:pt x="2240280" y="125600"/>
                </a:cubicBezTo>
                <a:lnTo>
                  <a:pt x="2240280" y="1657480"/>
                </a:lnTo>
                <a:cubicBezTo>
                  <a:pt x="2240280" y="1726847"/>
                  <a:pt x="2184047" y="1783080"/>
                  <a:pt x="2114680" y="1783080"/>
                </a:cubicBezTo>
                <a:lnTo>
                  <a:pt x="125600" y="1783080"/>
                </a:lnTo>
                <a:cubicBezTo>
                  <a:pt x="56233" y="1783080"/>
                  <a:pt x="0" y="1726847"/>
                  <a:pt x="0" y="1657480"/>
                </a:cubicBezTo>
                <a:lnTo>
                  <a:pt x="0" y="125600"/>
                </a:lnTo>
                <a:cubicBezTo>
                  <a:pt x="0" y="56233"/>
                  <a:pt x="56233" y="0"/>
                  <a:pt x="125600" y="0"/>
                </a:cubicBezTo>
                <a:close/>
              </a:path>
            </a:pathLst>
          </a:custGeom>
        </p:spPr>
        <p:txBody>
          <a:bodyPr wrap="square">
            <a:noAutofit/>
          </a:bodyPr>
          <a:lstStyle/>
          <a:p>
            <a:endParaRPr lang="en-US"/>
          </a:p>
        </p:txBody>
      </p:sp>
      <p:sp>
        <p:nvSpPr>
          <p:cNvPr id="9" name="Picture Placeholder 8">
            <a:extLst>
              <a:ext uri="{FF2B5EF4-FFF2-40B4-BE49-F238E27FC236}">
                <a16:creationId xmlns:a16="http://schemas.microsoft.com/office/drawing/2014/main" id="{888FFE2A-D715-1690-3C75-E65A19C6266F}"/>
              </a:ext>
            </a:extLst>
          </p:cNvPr>
          <p:cNvSpPr>
            <a:spLocks noGrp="1"/>
          </p:cNvSpPr>
          <p:nvPr>
            <p:ph type="pic" sz="quarter" idx="12"/>
          </p:nvPr>
        </p:nvSpPr>
        <p:spPr>
          <a:xfrm>
            <a:off x="5903962" y="2537460"/>
            <a:ext cx="2239697" cy="1783080"/>
          </a:xfrm>
          <a:custGeom>
            <a:avLst/>
            <a:gdLst>
              <a:gd name="connsiteX0" fmla="*/ 118539 w 2240280"/>
              <a:gd name="connsiteY0" fmla="*/ 0 h 1783080"/>
              <a:gd name="connsiteX1" fmla="*/ 2121741 w 2240280"/>
              <a:gd name="connsiteY1" fmla="*/ 0 h 1783080"/>
              <a:gd name="connsiteX2" fmla="*/ 2240280 w 2240280"/>
              <a:gd name="connsiteY2" fmla="*/ 118539 h 1783080"/>
              <a:gd name="connsiteX3" fmla="*/ 2240280 w 2240280"/>
              <a:gd name="connsiteY3" fmla="*/ 1664541 h 1783080"/>
              <a:gd name="connsiteX4" fmla="*/ 2121741 w 2240280"/>
              <a:gd name="connsiteY4" fmla="*/ 1783080 h 1783080"/>
              <a:gd name="connsiteX5" fmla="*/ 118539 w 2240280"/>
              <a:gd name="connsiteY5" fmla="*/ 1783080 h 1783080"/>
              <a:gd name="connsiteX6" fmla="*/ 0 w 2240280"/>
              <a:gd name="connsiteY6" fmla="*/ 1664541 h 1783080"/>
              <a:gd name="connsiteX7" fmla="*/ 0 w 2240280"/>
              <a:gd name="connsiteY7" fmla="*/ 118539 h 1783080"/>
              <a:gd name="connsiteX8" fmla="*/ 118539 w 2240280"/>
              <a:gd name="connsiteY8" fmla="*/ 0 h 1783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40280" h="1783080">
                <a:moveTo>
                  <a:pt x="118539" y="0"/>
                </a:moveTo>
                <a:lnTo>
                  <a:pt x="2121741" y="0"/>
                </a:lnTo>
                <a:cubicBezTo>
                  <a:pt x="2187208" y="0"/>
                  <a:pt x="2240280" y="53072"/>
                  <a:pt x="2240280" y="118539"/>
                </a:cubicBezTo>
                <a:lnTo>
                  <a:pt x="2240280" y="1664541"/>
                </a:lnTo>
                <a:cubicBezTo>
                  <a:pt x="2240280" y="1730008"/>
                  <a:pt x="2187208" y="1783080"/>
                  <a:pt x="2121741" y="1783080"/>
                </a:cubicBezTo>
                <a:lnTo>
                  <a:pt x="118539" y="1783080"/>
                </a:lnTo>
                <a:cubicBezTo>
                  <a:pt x="53072" y="1783080"/>
                  <a:pt x="0" y="1730008"/>
                  <a:pt x="0" y="1664541"/>
                </a:cubicBezTo>
                <a:lnTo>
                  <a:pt x="0" y="118539"/>
                </a:lnTo>
                <a:cubicBezTo>
                  <a:pt x="0" y="53072"/>
                  <a:pt x="53072" y="0"/>
                  <a:pt x="118539" y="0"/>
                </a:cubicBezTo>
                <a:close/>
              </a:path>
            </a:pathLst>
          </a:custGeom>
        </p:spPr>
        <p:txBody>
          <a:bodyPr wrap="square">
            <a:noAutofit/>
          </a:bodyPr>
          <a:lstStyle/>
          <a:p>
            <a:endParaRPr lang="en-US"/>
          </a:p>
        </p:txBody>
      </p:sp>
      <p:sp>
        <p:nvSpPr>
          <p:cNvPr id="11" name="Picture Placeholder 10">
            <a:extLst>
              <a:ext uri="{FF2B5EF4-FFF2-40B4-BE49-F238E27FC236}">
                <a16:creationId xmlns:a16="http://schemas.microsoft.com/office/drawing/2014/main" id="{69AEC7D6-C7F6-C6DD-7A93-7F15BDB694C2}"/>
              </a:ext>
            </a:extLst>
          </p:cNvPr>
          <p:cNvSpPr>
            <a:spLocks noGrp="1"/>
          </p:cNvSpPr>
          <p:nvPr>
            <p:ph type="pic" sz="quarter" idx="13"/>
          </p:nvPr>
        </p:nvSpPr>
        <p:spPr>
          <a:xfrm>
            <a:off x="5903962" y="4536145"/>
            <a:ext cx="2239697" cy="1783080"/>
          </a:xfrm>
          <a:custGeom>
            <a:avLst/>
            <a:gdLst>
              <a:gd name="connsiteX0" fmla="*/ 124459 w 2240280"/>
              <a:gd name="connsiteY0" fmla="*/ 0 h 1783080"/>
              <a:gd name="connsiteX1" fmla="*/ 2115821 w 2240280"/>
              <a:gd name="connsiteY1" fmla="*/ 0 h 1783080"/>
              <a:gd name="connsiteX2" fmla="*/ 2240280 w 2240280"/>
              <a:gd name="connsiteY2" fmla="*/ 124459 h 1783080"/>
              <a:gd name="connsiteX3" fmla="*/ 2240280 w 2240280"/>
              <a:gd name="connsiteY3" fmla="*/ 1658621 h 1783080"/>
              <a:gd name="connsiteX4" fmla="*/ 2115821 w 2240280"/>
              <a:gd name="connsiteY4" fmla="*/ 1783080 h 1783080"/>
              <a:gd name="connsiteX5" fmla="*/ 124459 w 2240280"/>
              <a:gd name="connsiteY5" fmla="*/ 1783080 h 1783080"/>
              <a:gd name="connsiteX6" fmla="*/ 0 w 2240280"/>
              <a:gd name="connsiteY6" fmla="*/ 1658621 h 1783080"/>
              <a:gd name="connsiteX7" fmla="*/ 0 w 2240280"/>
              <a:gd name="connsiteY7" fmla="*/ 124459 h 1783080"/>
              <a:gd name="connsiteX8" fmla="*/ 124459 w 2240280"/>
              <a:gd name="connsiteY8" fmla="*/ 0 h 1783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40280" h="1783080">
                <a:moveTo>
                  <a:pt x="124459" y="0"/>
                </a:moveTo>
                <a:lnTo>
                  <a:pt x="2115821" y="0"/>
                </a:lnTo>
                <a:cubicBezTo>
                  <a:pt x="2184558" y="0"/>
                  <a:pt x="2240280" y="55722"/>
                  <a:pt x="2240280" y="124459"/>
                </a:cubicBezTo>
                <a:lnTo>
                  <a:pt x="2240280" y="1658621"/>
                </a:lnTo>
                <a:cubicBezTo>
                  <a:pt x="2240280" y="1727358"/>
                  <a:pt x="2184558" y="1783080"/>
                  <a:pt x="2115821" y="1783080"/>
                </a:cubicBezTo>
                <a:lnTo>
                  <a:pt x="124459" y="1783080"/>
                </a:lnTo>
                <a:cubicBezTo>
                  <a:pt x="55722" y="1783080"/>
                  <a:pt x="0" y="1727358"/>
                  <a:pt x="0" y="1658621"/>
                </a:cubicBezTo>
                <a:lnTo>
                  <a:pt x="0" y="124459"/>
                </a:lnTo>
                <a:cubicBezTo>
                  <a:pt x="0" y="55722"/>
                  <a:pt x="55722" y="0"/>
                  <a:pt x="124459" y="0"/>
                </a:cubicBezTo>
                <a:close/>
              </a:path>
            </a:pathLst>
          </a:custGeom>
        </p:spPr>
        <p:txBody>
          <a:bodyPr wrap="square">
            <a:noAutofit/>
          </a:bodyPr>
          <a:lstStyle/>
          <a:p>
            <a:endParaRPr lang="en-US"/>
          </a:p>
        </p:txBody>
      </p:sp>
    </p:spTree>
    <p:extLst>
      <p:ext uri="{BB962C8B-B14F-4D97-AF65-F5344CB8AC3E}">
        <p14:creationId xmlns:p14="http://schemas.microsoft.com/office/powerpoint/2010/main" val="289507767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6" name="Text Placeholder 7">
            <a:extLst>
              <a:ext uri="{FF2B5EF4-FFF2-40B4-BE49-F238E27FC236}">
                <a16:creationId xmlns:a16="http://schemas.microsoft.com/office/drawing/2014/main" id="{CEBD1DE8-A38D-041F-7BE7-63EB75067B36}"/>
              </a:ext>
            </a:extLst>
          </p:cNvPr>
          <p:cNvSpPr>
            <a:spLocks noGrp="1"/>
          </p:cNvSpPr>
          <p:nvPr>
            <p:ph type="body" sz="quarter" idx="10"/>
          </p:nvPr>
        </p:nvSpPr>
        <p:spPr>
          <a:xfrm>
            <a:off x="839569" y="971551"/>
            <a:ext cx="5254843" cy="868363"/>
          </a:xfrm>
        </p:spPr>
        <p:txBody>
          <a:bodyPr lIns="0" tIns="0" rIns="0" bIns="0">
            <a:noAutofit/>
          </a:bodyPr>
          <a:lstStyle>
            <a:lvl1pPr marL="0" indent="0">
              <a:buNone/>
              <a:defRPr sz="3999" b="1">
                <a:latin typeface="Segoe UI" panose="020B0502040204020203" pitchFamily="34" charset="0"/>
                <a:cs typeface="Segoe UI" panose="020B0502040204020203" pitchFamily="34" charset="0"/>
              </a:defRPr>
            </a:lvl1pPr>
            <a:lvl2pPr marL="457063" indent="0">
              <a:buNone/>
              <a:defRPr sz="3999" b="1">
                <a:latin typeface="Segoe UI" panose="020B0502040204020203" pitchFamily="34" charset="0"/>
                <a:cs typeface="Segoe UI" panose="020B0502040204020203" pitchFamily="34" charset="0"/>
              </a:defRPr>
            </a:lvl2pPr>
            <a:lvl3pPr marL="914126" indent="0">
              <a:buNone/>
              <a:defRPr sz="3999" b="1">
                <a:latin typeface="Segoe UI" panose="020B0502040204020203" pitchFamily="34" charset="0"/>
                <a:cs typeface="Segoe UI" panose="020B0502040204020203" pitchFamily="34" charset="0"/>
              </a:defRPr>
            </a:lvl3pPr>
            <a:lvl4pPr marL="1371189" indent="0">
              <a:buNone/>
              <a:defRPr sz="3999" b="1">
                <a:latin typeface="Segoe UI" panose="020B0502040204020203" pitchFamily="34" charset="0"/>
                <a:cs typeface="Segoe UI" panose="020B0502040204020203" pitchFamily="34" charset="0"/>
              </a:defRPr>
            </a:lvl4pPr>
            <a:lvl5pPr marL="1828251" indent="0">
              <a:buNone/>
              <a:defRPr sz="3999" b="1">
                <a:latin typeface="Segoe UI" panose="020B0502040204020203" pitchFamily="34" charset="0"/>
                <a:cs typeface="Segoe UI" panose="020B0502040204020203" pitchFamily="34" charset="0"/>
              </a:defRPr>
            </a:lvl5pPr>
          </a:lstStyle>
          <a:p>
            <a:pPr lvl="0"/>
            <a:endParaRPr lang="en-PK" dirty="0"/>
          </a:p>
        </p:txBody>
      </p:sp>
      <p:sp>
        <p:nvSpPr>
          <p:cNvPr id="5" name="Picture Placeholder 4">
            <a:extLst>
              <a:ext uri="{FF2B5EF4-FFF2-40B4-BE49-F238E27FC236}">
                <a16:creationId xmlns:a16="http://schemas.microsoft.com/office/drawing/2014/main" id="{0894CE71-D989-A01B-2541-02035A315D52}"/>
              </a:ext>
            </a:extLst>
          </p:cNvPr>
          <p:cNvSpPr>
            <a:spLocks noGrp="1"/>
          </p:cNvSpPr>
          <p:nvPr>
            <p:ph type="pic" sz="quarter" idx="11"/>
          </p:nvPr>
        </p:nvSpPr>
        <p:spPr>
          <a:xfrm>
            <a:off x="7191136" y="1"/>
            <a:ext cx="4997689" cy="6858000"/>
          </a:xfrm>
          <a:custGeom>
            <a:avLst/>
            <a:gdLst>
              <a:gd name="connsiteX0" fmla="*/ 2276199 w 4998991"/>
              <a:gd name="connsiteY0" fmla="*/ 0 h 6858000"/>
              <a:gd name="connsiteX1" fmla="*/ 4998991 w 4998991"/>
              <a:gd name="connsiteY1" fmla="*/ 0 h 6858000"/>
              <a:gd name="connsiteX2" fmla="*/ 4998991 w 4998991"/>
              <a:gd name="connsiteY2" fmla="*/ 6858000 h 6858000"/>
              <a:gd name="connsiteX3" fmla="*/ 3385646 w 4998991"/>
              <a:gd name="connsiteY3" fmla="*/ 6858000 h 6858000"/>
              <a:gd name="connsiteX4" fmla="*/ 568771 w 4998991"/>
              <a:gd name="connsiteY4" fmla="*/ 5231676 h 6858000"/>
              <a:gd name="connsiteX5" fmla="*/ 152541 w 4998991"/>
              <a:gd name="connsiteY5" fmla="*/ 367828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8991" h="6858000">
                <a:moveTo>
                  <a:pt x="2276199" y="0"/>
                </a:moveTo>
                <a:lnTo>
                  <a:pt x="4998991" y="0"/>
                </a:lnTo>
                <a:lnTo>
                  <a:pt x="4998991" y="6858000"/>
                </a:lnTo>
                <a:lnTo>
                  <a:pt x="3385646" y="6858000"/>
                </a:lnTo>
                <a:lnTo>
                  <a:pt x="568771" y="5231676"/>
                </a:lnTo>
                <a:cubicBezTo>
                  <a:pt x="24875" y="4917657"/>
                  <a:pt x="-161478" y="4222181"/>
                  <a:pt x="152541" y="3678285"/>
                </a:cubicBezTo>
                <a:close/>
              </a:path>
            </a:pathLst>
          </a:custGeom>
        </p:spPr>
        <p:txBody>
          <a:bodyPr wrap="square">
            <a:noAutofit/>
          </a:bodyPr>
          <a:lstStyle/>
          <a:p>
            <a:endParaRPr lang="en-PK"/>
          </a:p>
        </p:txBody>
      </p:sp>
    </p:spTree>
    <p:extLst>
      <p:ext uri="{BB962C8B-B14F-4D97-AF65-F5344CB8AC3E}">
        <p14:creationId xmlns:p14="http://schemas.microsoft.com/office/powerpoint/2010/main" val="35723690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6" name="Text Placeholder 7">
            <a:extLst>
              <a:ext uri="{FF2B5EF4-FFF2-40B4-BE49-F238E27FC236}">
                <a16:creationId xmlns:a16="http://schemas.microsoft.com/office/drawing/2014/main" id="{10C56D3C-4260-8E27-5665-613701086D72}"/>
              </a:ext>
            </a:extLst>
          </p:cNvPr>
          <p:cNvSpPr>
            <a:spLocks noGrp="1"/>
          </p:cNvSpPr>
          <p:nvPr>
            <p:ph type="body" sz="quarter" idx="10"/>
          </p:nvPr>
        </p:nvSpPr>
        <p:spPr>
          <a:xfrm>
            <a:off x="839569" y="1793638"/>
            <a:ext cx="3522950" cy="1107996"/>
          </a:xfrm>
        </p:spPr>
        <p:txBody>
          <a:bodyPr lIns="0" tIns="0" rIns="0" bIns="0">
            <a:noAutofit/>
          </a:bodyPr>
          <a:lstStyle>
            <a:lvl1pPr marL="0" indent="0">
              <a:buNone/>
              <a:defRPr sz="3999" b="1">
                <a:latin typeface="Segoe UI" panose="020B0502040204020203" pitchFamily="34" charset="0"/>
                <a:cs typeface="Segoe UI" panose="020B0502040204020203" pitchFamily="34" charset="0"/>
              </a:defRPr>
            </a:lvl1pPr>
            <a:lvl2pPr marL="457063" indent="0">
              <a:buNone/>
              <a:defRPr sz="3999" b="1">
                <a:latin typeface="Segoe UI" panose="020B0502040204020203" pitchFamily="34" charset="0"/>
                <a:cs typeface="Segoe UI" panose="020B0502040204020203" pitchFamily="34" charset="0"/>
              </a:defRPr>
            </a:lvl2pPr>
            <a:lvl3pPr marL="914126" indent="0">
              <a:buNone/>
              <a:defRPr sz="3999" b="1">
                <a:latin typeface="Segoe UI" panose="020B0502040204020203" pitchFamily="34" charset="0"/>
                <a:cs typeface="Segoe UI" panose="020B0502040204020203" pitchFamily="34" charset="0"/>
              </a:defRPr>
            </a:lvl3pPr>
            <a:lvl4pPr marL="1371189" indent="0">
              <a:buNone/>
              <a:defRPr sz="3999" b="1">
                <a:latin typeface="Segoe UI" panose="020B0502040204020203" pitchFamily="34" charset="0"/>
                <a:cs typeface="Segoe UI" panose="020B0502040204020203" pitchFamily="34" charset="0"/>
              </a:defRPr>
            </a:lvl4pPr>
            <a:lvl5pPr marL="1828251" indent="0">
              <a:buNone/>
              <a:defRPr sz="3999" b="1">
                <a:latin typeface="Segoe UI" panose="020B0502040204020203" pitchFamily="34" charset="0"/>
                <a:cs typeface="Segoe UI" panose="020B0502040204020203" pitchFamily="34" charset="0"/>
              </a:defRPr>
            </a:lvl5pPr>
          </a:lstStyle>
          <a:p>
            <a:pPr lvl="0"/>
            <a:endParaRPr lang="en-PK" dirty="0"/>
          </a:p>
        </p:txBody>
      </p:sp>
    </p:spTree>
    <p:extLst>
      <p:ext uri="{BB962C8B-B14F-4D97-AF65-F5344CB8AC3E}">
        <p14:creationId xmlns:p14="http://schemas.microsoft.com/office/powerpoint/2010/main" val="130662466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sp>
        <p:nvSpPr>
          <p:cNvPr id="6" name="Text Placeholder 7">
            <a:extLst>
              <a:ext uri="{FF2B5EF4-FFF2-40B4-BE49-F238E27FC236}">
                <a16:creationId xmlns:a16="http://schemas.microsoft.com/office/drawing/2014/main" id="{DB8B3CA3-442F-6635-C547-4290D042B76C}"/>
              </a:ext>
            </a:extLst>
          </p:cNvPr>
          <p:cNvSpPr>
            <a:spLocks noGrp="1"/>
          </p:cNvSpPr>
          <p:nvPr>
            <p:ph type="body" sz="quarter" idx="10"/>
          </p:nvPr>
        </p:nvSpPr>
        <p:spPr>
          <a:xfrm>
            <a:off x="839569" y="971551"/>
            <a:ext cx="6300150" cy="868363"/>
          </a:xfrm>
        </p:spPr>
        <p:txBody>
          <a:bodyPr lIns="0" tIns="0" rIns="0" bIns="0">
            <a:noAutofit/>
          </a:bodyPr>
          <a:lstStyle>
            <a:lvl1pPr marL="0" indent="0">
              <a:buNone/>
              <a:defRPr sz="3999" b="1">
                <a:latin typeface="Segoe UI" panose="020B0502040204020203" pitchFamily="34" charset="0"/>
                <a:cs typeface="Segoe UI" panose="020B0502040204020203" pitchFamily="34" charset="0"/>
              </a:defRPr>
            </a:lvl1pPr>
            <a:lvl2pPr marL="457063" indent="0">
              <a:buNone/>
              <a:defRPr sz="3999" b="1">
                <a:latin typeface="Segoe UI" panose="020B0502040204020203" pitchFamily="34" charset="0"/>
                <a:cs typeface="Segoe UI" panose="020B0502040204020203" pitchFamily="34" charset="0"/>
              </a:defRPr>
            </a:lvl2pPr>
            <a:lvl3pPr marL="914126" indent="0">
              <a:buNone/>
              <a:defRPr sz="3999" b="1">
                <a:latin typeface="Segoe UI" panose="020B0502040204020203" pitchFamily="34" charset="0"/>
                <a:cs typeface="Segoe UI" panose="020B0502040204020203" pitchFamily="34" charset="0"/>
              </a:defRPr>
            </a:lvl3pPr>
            <a:lvl4pPr marL="1371189" indent="0">
              <a:buNone/>
              <a:defRPr sz="3999" b="1">
                <a:latin typeface="Segoe UI" panose="020B0502040204020203" pitchFamily="34" charset="0"/>
                <a:cs typeface="Segoe UI" panose="020B0502040204020203" pitchFamily="34" charset="0"/>
              </a:defRPr>
            </a:lvl4pPr>
            <a:lvl5pPr marL="1828251" indent="0">
              <a:buNone/>
              <a:defRPr sz="3999" b="1">
                <a:latin typeface="Segoe UI" panose="020B0502040204020203" pitchFamily="34" charset="0"/>
                <a:cs typeface="Segoe UI" panose="020B0502040204020203" pitchFamily="34" charset="0"/>
              </a:defRPr>
            </a:lvl5pPr>
          </a:lstStyle>
          <a:p>
            <a:pPr lvl="0"/>
            <a:endParaRPr lang="en-PK" dirty="0"/>
          </a:p>
        </p:txBody>
      </p:sp>
    </p:spTree>
    <p:extLst>
      <p:ext uri="{BB962C8B-B14F-4D97-AF65-F5344CB8AC3E}">
        <p14:creationId xmlns:p14="http://schemas.microsoft.com/office/powerpoint/2010/main" val="25900449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6" name="Text Placeholder 7">
            <a:extLst>
              <a:ext uri="{FF2B5EF4-FFF2-40B4-BE49-F238E27FC236}">
                <a16:creationId xmlns:a16="http://schemas.microsoft.com/office/drawing/2014/main" id="{37687893-67B4-A936-3437-9722BD427319}"/>
              </a:ext>
            </a:extLst>
          </p:cNvPr>
          <p:cNvSpPr>
            <a:spLocks noGrp="1"/>
          </p:cNvSpPr>
          <p:nvPr>
            <p:ph type="body" sz="quarter" idx="10"/>
          </p:nvPr>
        </p:nvSpPr>
        <p:spPr>
          <a:xfrm>
            <a:off x="839569" y="971551"/>
            <a:ext cx="5715386" cy="868363"/>
          </a:xfrm>
        </p:spPr>
        <p:txBody>
          <a:bodyPr lIns="0" tIns="0" rIns="0" bIns="0">
            <a:noAutofit/>
          </a:bodyPr>
          <a:lstStyle>
            <a:lvl1pPr marL="0" indent="0">
              <a:buNone/>
              <a:defRPr sz="3999" b="1">
                <a:latin typeface="Segoe UI" panose="020B0502040204020203" pitchFamily="34" charset="0"/>
                <a:cs typeface="Segoe UI" panose="020B0502040204020203" pitchFamily="34" charset="0"/>
              </a:defRPr>
            </a:lvl1pPr>
            <a:lvl2pPr marL="457063" indent="0">
              <a:buNone/>
              <a:defRPr sz="3999" b="1">
                <a:latin typeface="Segoe UI" panose="020B0502040204020203" pitchFamily="34" charset="0"/>
                <a:cs typeface="Segoe UI" panose="020B0502040204020203" pitchFamily="34" charset="0"/>
              </a:defRPr>
            </a:lvl2pPr>
            <a:lvl3pPr marL="914126" indent="0">
              <a:buNone/>
              <a:defRPr sz="3999" b="1">
                <a:latin typeface="Segoe UI" panose="020B0502040204020203" pitchFamily="34" charset="0"/>
                <a:cs typeface="Segoe UI" panose="020B0502040204020203" pitchFamily="34" charset="0"/>
              </a:defRPr>
            </a:lvl3pPr>
            <a:lvl4pPr marL="1371189" indent="0">
              <a:buNone/>
              <a:defRPr sz="3999" b="1">
                <a:latin typeface="Segoe UI" panose="020B0502040204020203" pitchFamily="34" charset="0"/>
                <a:cs typeface="Segoe UI" panose="020B0502040204020203" pitchFamily="34" charset="0"/>
              </a:defRPr>
            </a:lvl4pPr>
            <a:lvl5pPr marL="1828251" indent="0">
              <a:buNone/>
              <a:defRPr sz="3999" b="1">
                <a:latin typeface="Segoe UI" panose="020B0502040204020203" pitchFamily="34" charset="0"/>
                <a:cs typeface="Segoe UI" panose="020B0502040204020203" pitchFamily="34" charset="0"/>
              </a:defRPr>
            </a:lvl5pPr>
          </a:lstStyle>
          <a:p>
            <a:pPr lvl="0"/>
            <a:endParaRPr lang="en-PK" dirty="0"/>
          </a:p>
        </p:txBody>
      </p:sp>
    </p:spTree>
    <p:extLst>
      <p:ext uri="{BB962C8B-B14F-4D97-AF65-F5344CB8AC3E}">
        <p14:creationId xmlns:p14="http://schemas.microsoft.com/office/powerpoint/2010/main" val="8602288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9_Custom Layout">
    <p:spTree>
      <p:nvGrpSpPr>
        <p:cNvPr id="1" name=""/>
        <p:cNvGrpSpPr/>
        <p:nvPr/>
      </p:nvGrpSpPr>
      <p:grpSpPr>
        <a:xfrm>
          <a:off x="0" y="0"/>
          <a:ext cx="0" cy="0"/>
          <a:chOff x="0" y="0"/>
          <a:chExt cx="0" cy="0"/>
        </a:xfrm>
      </p:grpSpPr>
      <p:sp>
        <p:nvSpPr>
          <p:cNvPr id="6" name="Text Placeholder 7">
            <a:extLst>
              <a:ext uri="{FF2B5EF4-FFF2-40B4-BE49-F238E27FC236}">
                <a16:creationId xmlns:a16="http://schemas.microsoft.com/office/drawing/2014/main" id="{53227017-0470-41EB-12C4-6E8CCAF5BCF1}"/>
              </a:ext>
            </a:extLst>
          </p:cNvPr>
          <p:cNvSpPr>
            <a:spLocks noGrp="1"/>
          </p:cNvSpPr>
          <p:nvPr>
            <p:ph type="body" sz="quarter" idx="10"/>
          </p:nvPr>
        </p:nvSpPr>
        <p:spPr>
          <a:xfrm>
            <a:off x="839569" y="971551"/>
            <a:ext cx="5254843" cy="868363"/>
          </a:xfrm>
        </p:spPr>
        <p:txBody>
          <a:bodyPr lIns="0" tIns="0" rIns="0" bIns="0">
            <a:noAutofit/>
          </a:bodyPr>
          <a:lstStyle>
            <a:lvl1pPr marL="0" indent="0">
              <a:buNone/>
              <a:defRPr sz="3999" b="1">
                <a:latin typeface="Segoe UI" panose="020B0502040204020203" pitchFamily="34" charset="0"/>
                <a:cs typeface="Segoe UI" panose="020B0502040204020203" pitchFamily="34" charset="0"/>
              </a:defRPr>
            </a:lvl1pPr>
            <a:lvl2pPr marL="457063" indent="0">
              <a:buNone/>
              <a:defRPr sz="3999" b="1">
                <a:latin typeface="Segoe UI" panose="020B0502040204020203" pitchFamily="34" charset="0"/>
                <a:cs typeface="Segoe UI" panose="020B0502040204020203" pitchFamily="34" charset="0"/>
              </a:defRPr>
            </a:lvl2pPr>
            <a:lvl3pPr marL="914126" indent="0">
              <a:buNone/>
              <a:defRPr sz="3999" b="1">
                <a:latin typeface="Segoe UI" panose="020B0502040204020203" pitchFamily="34" charset="0"/>
                <a:cs typeface="Segoe UI" panose="020B0502040204020203" pitchFamily="34" charset="0"/>
              </a:defRPr>
            </a:lvl3pPr>
            <a:lvl4pPr marL="1371189" indent="0">
              <a:buNone/>
              <a:defRPr sz="3999" b="1">
                <a:latin typeface="Segoe UI" panose="020B0502040204020203" pitchFamily="34" charset="0"/>
                <a:cs typeface="Segoe UI" panose="020B0502040204020203" pitchFamily="34" charset="0"/>
              </a:defRPr>
            </a:lvl4pPr>
            <a:lvl5pPr marL="1828251" indent="0">
              <a:buNone/>
              <a:defRPr sz="3999" b="1">
                <a:latin typeface="Segoe UI" panose="020B0502040204020203" pitchFamily="34" charset="0"/>
                <a:cs typeface="Segoe UI" panose="020B0502040204020203" pitchFamily="34" charset="0"/>
              </a:defRPr>
            </a:lvl5pPr>
          </a:lstStyle>
          <a:p>
            <a:pPr lvl="0"/>
            <a:endParaRPr lang="en-PK" dirty="0"/>
          </a:p>
        </p:txBody>
      </p:sp>
      <p:sp>
        <p:nvSpPr>
          <p:cNvPr id="5" name="Picture Placeholder 4">
            <a:extLst>
              <a:ext uri="{FF2B5EF4-FFF2-40B4-BE49-F238E27FC236}">
                <a16:creationId xmlns:a16="http://schemas.microsoft.com/office/drawing/2014/main" id="{2B77C54E-8E8F-1DF8-C6DB-2862B452F363}"/>
              </a:ext>
            </a:extLst>
          </p:cNvPr>
          <p:cNvSpPr>
            <a:spLocks noGrp="1"/>
          </p:cNvSpPr>
          <p:nvPr>
            <p:ph type="pic" sz="quarter" idx="11"/>
          </p:nvPr>
        </p:nvSpPr>
        <p:spPr>
          <a:xfrm>
            <a:off x="6751447" y="1911755"/>
            <a:ext cx="4597810" cy="3854275"/>
          </a:xfrm>
          <a:custGeom>
            <a:avLst/>
            <a:gdLst>
              <a:gd name="connsiteX0" fmla="*/ 642392 w 4599008"/>
              <a:gd name="connsiteY0" fmla="*/ 0 h 3854275"/>
              <a:gd name="connsiteX1" fmla="*/ 4599008 w 4599008"/>
              <a:gd name="connsiteY1" fmla="*/ 0 h 3854275"/>
              <a:gd name="connsiteX2" fmla="*/ 4599008 w 4599008"/>
              <a:gd name="connsiteY2" fmla="*/ 3211883 h 3854275"/>
              <a:gd name="connsiteX3" fmla="*/ 3956616 w 4599008"/>
              <a:gd name="connsiteY3" fmla="*/ 3854275 h 3854275"/>
              <a:gd name="connsiteX4" fmla="*/ 0 w 4599008"/>
              <a:gd name="connsiteY4" fmla="*/ 3854275 h 3854275"/>
              <a:gd name="connsiteX5" fmla="*/ 0 w 4599008"/>
              <a:gd name="connsiteY5" fmla="*/ 642392 h 3854275"/>
              <a:gd name="connsiteX6" fmla="*/ 642392 w 4599008"/>
              <a:gd name="connsiteY6" fmla="*/ 0 h 3854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99008" h="3854275">
                <a:moveTo>
                  <a:pt x="642392" y="0"/>
                </a:moveTo>
                <a:lnTo>
                  <a:pt x="4599008" y="0"/>
                </a:lnTo>
                <a:lnTo>
                  <a:pt x="4599008" y="3211883"/>
                </a:lnTo>
                <a:cubicBezTo>
                  <a:pt x="4599008" y="3566666"/>
                  <a:pt x="4311399" y="3854275"/>
                  <a:pt x="3956616" y="3854275"/>
                </a:cubicBezTo>
                <a:lnTo>
                  <a:pt x="0" y="3854275"/>
                </a:lnTo>
                <a:lnTo>
                  <a:pt x="0" y="642392"/>
                </a:lnTo>
                <a:cubicBezTo>
                  <a:pt x="0" y="287609"/>
                  <a:pt x="287609" y="0"/>
                  <a:pt x="642392" y="0"/>
                </a:cubicBezTo>
                <a:close/>
              </a:path>
            </a:pathLst>
          </a:custGeom>
        </p:spPr>
        <p:txBody>
          <a:bodyPr wrap="square">
            <a:noAutofit/>
          </a:bodyPr>
          <a:lstStyle/>
          <a:p>
            <a:endParaRPr lang="en-PK"/>
          </a:p>
        </p:txBody>
      </p:sp>
    </p:spTree>
    <p:extLst>
      <p:ext uri="{BB962C8B-B14F-4D97-AF65-F5344CB8AC3E}">
        <p14:creationId xmlns:p14="http://schemas.microsoft.com/office/powerpoint/2010/main" val="48169209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D1176A7-B091-469C-82C8-89C693043C40}" type="datetimeFigureOut">
              <a:rPr lang="en-US" smtClean="0"/>
              <a:pPr/>
              <a:t>6/9/2026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939B1FA-81F2-4940-9AF3-5EAFB5D6669B}" type="slidenum">
              <a:rPr lang="en-US" smtClean="0"/>
              <a:pPr/>
              <a:t>‹#›</a:t>
            </a:fld>
            <a:endParaRPr lang="en-US"/>
          </a:p>
        </p:txBody>
      </p:sp>
    </p:spTree>
    <p:extLst>
      <p:ext uri="{BB962C8B-B14F-4D97-AF65-F5344CB8AC3E}">
        <p14:creationId xmlns:p14="http://schemas.microsoft.com/office/powerpoint/2010/main" val="30970653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slideLayout" Target="../slideLayouts/slideLayout23.xml"/><Relationship Id="rId18" Type="http://schemas.openxmlformats.org/officeDocument/2006/relationships/slideLayout" Target="../slideLayouts/slideLayout2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slideLayout" Target="../slideLayouts/slideLayout22.xml"/><Relationship Id="rId17" Type="http://schemas.openxmlformats.org/officeDocument/2006/relationships/slideLayout" Target="../slideLayouts/slideLayout27.xml"/><Relationship Id="rId2" Type="http://schemas.openxmlformats.org/officeDocument/2006/relationships/slideLayout" Target="../slideLayouts/slideLayout12.xml"/><Relationship Id="rId16" Type="http://schemas.openxmlformats.org/officeDocument/2006/relationships/slideLayout" Target="../slideLayouts/slideLayout26.xml"/><Relationship Id="rId20" Type="http://schemas.openxmlformats.org/officeDocument/2006/relationships/theme" Target="../theme/theme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5" Type="http://schemas.openxmlformats.org/officeDocument/2006/relationships/slideLayout" Target="../slideLayouts/slideLayout25.xml"/><Relationship Id="rId10" Type="http://schemas.openxmlformats.org/officeDocument/2006/relationships/slideLayout" Target="../slideLayouts/slideLayout20.xml"/><Relationship Id="rId19" Type="http://schemas.openxmlformats.org/officeDocument/2006/relationships/slideLayout" Target="../slideLayouts/slideLayout29.xml"/><Relationship Id="rId4" Type="http://schemas.openxmlformats.org/officeDocument/2006/relationships/slideLayout" Target="../slideLayouts/slideLayout14.xml"/><Relationship Id="rId9" Type="http://schemas.openxmlformats.org/officeDocument/2006/relationships/slideLayout" Target="../slideLayouts/slideLayout19.xml"/><Relationship Id="rId14" Type="http://schemas.openxmlformats.org/officeDocument/2006/relationships/slideLayout" Target="../slideLayouts/slideLayout24.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7.xml"/><Relationship Id="rId13" Type="http://schemas.openxmlformats.org/officeDocument/2006/relationships/image" Target="../media/image1.png"/><Relationship Id="rId3" Type="http://schemas.openxmlformats.org/officeDocument/2006/relationships/slideLayout" Target="../slideLayouts/slideLayout32.xml"/><Relationship Id="rId7" Type="http://schemas.openxmlformats.org/officeDocument/2006/relationships/slideLayout" Target="../slideLayouts/slideLayout36.xml"/><Relationship Id="rId12" Type="http://schemas.openxmlformats.org/officeDocument/2006/relationships/theme" Target="../theme/theme3.xml"/><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slideLayout" Target="../slideLayouts/slideLayout40.xml"/><Relationship Id="rId5" Type="http://schemas.openxmlformats.org/officeDocument/2006/relationships/slideLayout" Target="../slideLayouts/slideLayout34.xml"/><Relationship Id="rId10" Type="http://schemas.openxmlformats.org/officeDocument/2006/relationships/slideLayout" Target="../slideLayouts/slideLayout39.xml"/><Relationship Id="rId4" Type="http://schemas.openxmlformats.org/officeDocument/2006/relationships/slideLayout" Target="../slideLayouts/slideLayout33.xml"/><Relationship Id="rId9" Type="http://schemas.openxmlformats.org/officeDocument/2006/relationships/slideLayout" Target="../slideLayouts/slideLayout38.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8.xml"/><Relationship Id="rId13" Type="http://schemas.openxmlformats.org/officeDocument/2006/relationships/slideLayout" Target="../slideLayouts/slideLayout53.xml"/><Relationship Id="rId18" Type="http://schemas.openxmlformats.org/officeDocument/2006/relationships/slideLayout" Target="../slideLayouts/slideLayout58.xml"/><Relationship Id="rId3" Type="http://schemas.openxmlformats.org/officeDocument/2006/relationships/slideLayout" Target="../slideLayouts/slideLayout43.xml"/><Relationship Id="rId21" Type="http://schemas.openxmlformats.org/officeDocument/2006/relationships/slideLayout" Target="../slideLayouts/slideLayout61.xml"/><Relationship Id="rId7" Type="http://schemas.openxmlformats.org/officeDocument/2006/relationships/slideLayout" Target="../slideLayouts/slideLayout47.xml"/><Relationship Id="rId12" Type="http://schemas.openxmlformats.org/officeDocument/2006/relationships/slideLayout" Target="../slideLayouts/slideLayout52.xml"/><Relationship Id="rId17" Type="http://schemas.openxmlformats.org/officeDocument/2006/relationships/slideLayout" Target="../slideLayouts/slideLayout57.xml"/><Relationship Id="rId2" Type="http://schemas.openxmlformats.org/officeDocument/2006/relationships/slideLayout" Target="../slideLayouts/slideLayout42.xml"/><Relationship Id="rId16" Type="http://schemas.openxmlformats.org/officeDocument/2006/relationships/slideLayout" Target="../slideLayouts/slideLayout56.xml"/><Relationship Id="rId20" Type="http://schemas.openxmlformats.org/officeDocument/2006/relationships/slideLayout" Target="../slideLayouts/slideLayout60.xml"/><Relationship Id="rId1" Type="http://schemas.openxmlformats.org/officeDocument/2006/relationships/slideLayout" Target="../slideLayouts/slideLayout41.xml"/><Relationship Id="rId6" Type="http://schemas.openxmlformats.org/officeDocument/2006/relationships/slideLayout" Target="../slideLayouts/slideLayout46.xml"/><Relationship Id="rId11" Type="http://schemas.openxmlformats.org/officeDocument/2006/relationships/slideLayout" Target="../slideLayouts/slideLayout51.xml"/><Relationship Id="rId5" Type="http://schemas.openxmlformats.org/officeDocument/2006/relationships/slideLayout" Target="../slideLayouts/slideLayout45.xml"/><Relationship Id="rId15" Type="http://schemas.openxmlformats.org/officeDocument/2006/relationships/slideLayout" Target="../slideLayouts/slideLayout55.xml"/><Relationship Id="rId23" Type="http://schemas.openxmlformats.org/officeDocument/2006/relationships/theme" Target="../theme/theme4.xml"/><Relationship Id="rId10" Type="http://schemas.openxmlformats.org/officeDocument/2006/relationships/slideLayout" Target="../slideLayouts/slideLayout50.xml"/><Relationship Id="rId19" Type="http://schemas.openxmlformats.org/officeDocument/2006/relationships/slideLayout" Target="../slideLayouts/slideLayout59.xml"/><Relationship Id="rId4" Type="http://schemas.openxmlformats.org/officeDocument/2006/relationships/slideLayout" Target="../slideLayouts/slideLayout44.xml"/><Relationship Id="rId9" Type="http://schemas.openxmlformats.org/officeDocument/2006/relationships/slideLayout" Target="../slideLayouts/slideLayout49.xml"/><Relationship Id="rId14" Type="http://schemas.openxmlformats.org/officeDocument/2006/relationships/slideLayout" Target="../slideLayouts/slideLayout54.xml"/><Relationship Id="rId22" Type="http://schemas.openxmlformats.org/officeDocument/2006/relationships/slideLayout" Target="../slideLayouts/slideLayout6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45"/>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rmAutofit/>
          </a:bodyPr>
          <a:lstStyle>
            <a:lvl1pPr marR="0" lvl="0" algn="l" rtl="0">
              <a:spcBef>
                <a:spcPts val="0"/>
              </a:spcBef>
              <a:spcAft>
                <a:spcPts val="0"/>
              </a:spcAft>
              <a:buClr>
                <a:schemeClr val="accent1"/>
              </a:buClr>
              <a:buSzPts val="3600"/>
              <a:buFont typeface="Quattrocento Sans"/>
              <a:buNone/>
              <a:defRPr sz="3600" b="1" i="0" u="none" strike="noStrike" cap="none">
                <a:solidFill>
                  <a:schemeClr val="accent1"/>
                </a:solidFill>
                <a:latin typeface="Quattrocento Sans"/>
                <a:ea typeface="Quattrocento Sans"/>
                <a:cs typeface="Quattrocento Sans"/>
                <a:sym typeface="Quattrocento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45"/>
          <p:cNvSpPr txBox="1">
            <a:spLocks noGrp="1"/>
          </p:cNvSpPr>
          <p:nvPr>
            <p:ph type="body" idx="1"/>
          </p:nvPr>
        </p:nvSpPr>
        <p:spPr>
          <a:xfrm>
            <a:off x="609441" y="1138425"/>
            <a:ext cx="10969943" cy="4987739"/>
          </a:xfrm>
          <a:prstGeom prst="rect">
            <a:avLst/>
          </a:prstGeom>
          <a:noFill/>
          <a:ln>
            <a:noFill/>
          </a:ln>
        </p:spPr>
        <p:txBody>
          <a:bodyPr spcFirstLastPara="1" wrap="square" lIns="0" tIns="60925" rIns="0" bIns="60925" anchor="t" anchorCtr="0">
            <a:normAutofit/>
          </a:bodyPr>
          <a:lstStyle>
            <a:lvl1pPr marL="457200" marR="0" lvl="0" indent="-457200" algn="l" rtl="0">
              <a:spcBef>
                <a:spcPts val="720"/>
              </a:spcBef>
              <a:spcAft>
                <a:spcPts val="0"/>
              </a:spcAft>
              <a:buClr>
                <a:schemeClr val="dk1"/>
              </a:buClr>
              <a:buSzPts val="3600"/>
              <a:buFont typeface="Arial"/>
              <a:buChar char="•"/>
              <a:defRPr sz="3600" b="0" i="0" u="none" strike="noStrike" cap="none">
                <a:solidFill>
                  <a:schemeClr val="dk1"/>
                </a:solidFill>
                <a:latin typeface="Quattrocento Sans"/>
                <a:ea typeface="Quattrocento Sans"/>
                <a:cs typeface="Quattrocento Sans"/>
                <a:sym typeface="Quattrocento Sans"/>
              </a:defRPr>
            </a:lvl1pPr>
            <a:lvl2pPr marL="914400" marR="0" lvl="1" indent="-431800" algn="l" rtl="0">
              <a:spcBef>
                <a:spcPts val="640"/>
              </a:spcBef>
              <a:spcAft>
                <a:spcPts val="0"/>
              </a:spcAft>
              <a:buClr>
                <a:schemeClr val="dk1"/>
              </a:buClr>
              <a:buSzPts val="3200"/>
              <a:buFont typeface="Arial"/>
              <a:buChar char="–"/>
              <a:defRPr sz="3200" b="0" i="0" u="none" strike="noStrike" cap="none">
                <a:solidFill>
                  <a:schemeClr val="dk1"/>
                </a:solidFill>
                <a:latin typeface="Quattrocento Sans"/>
                <a:ea typeface="Quattrocento Sans"/>
                <a:cs typeface="Quattrocento Sans"/>
                <a:sym typeface="Quattrocento Sans"/>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Quattrocento Sans"/>
                <a:ea typeface="Quattrocento Sans"/>
                <a:cs typeface="Quattrocento Sans"/>
                <a:sym typeface="Quattrocento Sans"/>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5pPr>
            <a:lvl6pPr marL="2743200" marR="0" lvl="5"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6pPr>
            <a:lvl7pPr marL="3200400" marR="0" lvl="6"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7pPr>
            <a:lvl8pPr marL="3657600" marR="0" lvl="7"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8pPr>
            <a:lvl9pPr marL="4114800" marR="0" lvl="8"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2" name="Google Shape;12;p145"/>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marR="0" lvl="0" algn="l" rtl="0">
              <a:spcBef>
                <a:spcPts val="0"/>
              </a:spcBef>
              <a:spcAft>
                <a:spcPts val="0"/>
              </a:spcAft>
              <a:buSzPts val="1400"/>
              <a:buNone/>
              <a:defRPr sz="1600" b="0" i="0" u="none" strike="noStrike" cap="none">
                <a:solidFill>
                  <a:srgbClr val="918E8D"/>
                </a:solidFill>
                <a:latin typeface="Quattrocento Sans"/>
                <a:ea typeface="Quattrocento Sans"/>
                <a:cs typeface="Quattrocento Sans"/>
                <a:sym typeface="Quattrocento Sans"/>
              </a:defRPr>
            </a:lvl1pPr>
            <a:lvl2pPr marR="0" lvl="1"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3" name="Google Shape;13;p145"/>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marR="0" lvl="0" algn="ctr" rtl="0">
              <a:spcBef>
                <a:spcPts val="0"/>
              </a:spcBef>
              <a:spcAft>
                <a:spcPts val="0"/>
              </a:spcAft>
              <a:buSzPts val="1400"/>
              <a:buNone/>
              <a:defRPr sz="1600" b="0" i="0" u="none" strike="noStrike" cap="none">
                <a:solidFill>
                  <a:srgbClr val="918E8D"/>
                </a:solidFill>
                <a:latin typeface="Quattrocento Sans"/>
                <a:ea typeface="Quattrocento Sans"/>
                <a:cs typeface="Quattrocento Sans"/>
                <a:sym typeface="Quattrocento Sans"/>
              </a:defRPr>
            </a:lvl1pPr>
            <a:lvl2pPr marR="0" lvl="1"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4" name="Google Shape;14;p145"/>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marR="0" lvl="0"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1pPr>
            <a:lvl2pPr marL="0" marR="0" lvl="1"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2pPr>
            <a:lvl3pPr marL="0" marR="0" lvl="2"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3pPr>
            <a:lvl4pPr marL="0" marR="0" lvl="3"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4pPr>
            <a:lvl5pPr marL="0" marR="0" lvl="4"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5pPr>
            <a:lvl6pPr marL="0" marR="0" lvl="5"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6pPr>
            <a:lvl7pPr marL="0" marR="0" lvl="6"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7pPr>
            <a:lvl8pPr marL="0" marR="0" lvl="7"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8pPr>
            <a:lvl9pPr marL="0" marR="0" lvl="8"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4" r:id="rId5"/>
    <p:sldLayoutId id="2147483657" r:id="rId6"/>
    <p:sldLayoutId id="2147483658" r:id="rId7"/>
    <p:sldLayoutId id="2147483659" r:id="rId8"/>
    <p:sldLayoutId id="2147483660" r:id="rId9"/>
    <p:sldLayoutId id="2147483707"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Shape 107"/>
        <p:cNvGrpSpPr/>
        <p:nvPr/>
      </p:nvGrpSpPr>
      <p:grpSpPr>
        <a:xfrm>
          <a:off x="0" y="0"/>
          <a:ext cx="0" cy="0"/>
          <a:chOff x="0" y="0"/>
          <a:chExt cx="0" cy="0"/>
        </a:xfrm>
      </p:grpSpPr>
      <p:sp>
        <p:nvSpPr>
          <p:cNvPr id="108" name="Google Shape;108;p153"/>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marR="0" lvl="0" algn="l" rtl="0">
              <a:spcBef>
                <a:spcPts val="0"/>
              </a:spcBef>
              <a:spcAft>
                <a:spcPts val="0"/>
              </a:spcAft>
              <a:buClr>
                <a:schemeClr val="dk1"/>
              </a:buClr>
              <a:buSzPts val="3600"/>
              <a:buFont typeface="Calibri"/>
              <a:buNone/>
              <a:defRPr sz="36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09" name="Google Shape;109;p153"/>
          <p:cNvSpPr txBox="1">
            <a:spLocks noGrp="1"/>
          </p:cNvSpPr>
          <p:nvPr>
            <p:ph type="body" idx="1"/>
          </p:nvPr>
        </p:nvSpPr>
        <p:spPr>
          <a:xfrm>
            <a:off x="609441" y="1138425"/>
            <a:ext cx="10969943" cy="4987739"/>
          </a:xfrm>
          <a:prstGeom prst="rect">
            <a:avLst/>
          </a:prstGeom>
          <a:noFill/>
          <a:ln>
            <a:noFill/>
          </a:ln>
        </p:spPr>
        <p:txBody>
          <a:bodyPr spcFirstLastPara="1" wrap="square" lIns="121875" tIns="60925" rIns="121875" bIns="60925" anchor="t" anchorCtr="0">
            <a:normAutofit/>
          </a:bodyPr>
          <a:lstStyle>
            <a:lvl1pPr marL="457200" marR="0" lvl="0" indent="-457200" algn="l" rtl="0">
              <a:spcBef>
                <a:spcPts val="720"/>
              </a:spcBef>
              <a:spcAft>
                <a:spcPts val="0"/>
              </a:spcAft>
              <a:buClr>
                <a:schemeClr val="dk1"/>
              </a:buClr>
              <a:buSzPts val="3600"/>
              <a:buFont typeface="Arial"/>
              <a:buChar char="•"/>
              <a:defRPr sz="3600" b="0" i="0" u="none" strike="noStrike" cap="none">
                <a:solidFill>
                  <a:schemeClr val="dk1"/>
                </a:solidFill>
                <a:latin typeface="Calibri"/>
                <a:ea typeface="Calibri"/>
                <a:cs typeface="Calibri"/>
                <a:sym typeface="Calibri"/>
              </a:defRPr>
            </a:lvl1pPr>
            <a:lvl2pPr marL="914400" marR="0" lvl="1"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6pPr>
            <a:lvl7pPr marL="3200400" marR="0" lvl="6"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7pPr>
            <a:lvl8pPr marL="3657600" marR="0" lvl="7"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8pPr>
            <a:lvl9pPr marL="4114800" marR="0" lvl="8"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9pPr>
          </a:lstStyle>
          <a:p>
            <a:endParaRPr/>
          </a:p>
        </p:txBody>
      </p:sp>
      <p:sp>
        <p:nvSpPr>
          <p:cNvPr id="110" name="Google Shape;110;p153"/>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marR="0" lvl="0" algn="l" rtl="0">
              <a:spcBef>
                <a:spcPts val="0"/>
              </a:spcBef>
              <a:spcAft>
                <a:spcPts val="0"/>
              </a:spcAft>
              <a:buSzPts val="1400"/>
              <a:buNone/>
              <a:defRPr sz="16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111" name="Google Shape;111;p153"/>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marR="0" lvl="0" algn="ctr" rtl="0">
              <a:spcBef>
                <a:spcPts val="0"/>
              </a:spcBef>
              <a:spcAft>
                <a:spcPts val="0"/>
              </a:spcAft>
              <a:buSzPts val="1400"/>
              <a:buNone/>
              <a:defRPr sz="16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112" name="Google Shape;112;p153"/>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marR="0" lvl="0" indent="0" algn="r" rtl="0">
              <a:spcBef>
                <a:spcPts val="0"/>
              </a:spcBef>
              <a:buNone/>
              <a:defRPr sz="1600">
                <a:solidFill>
                  <a:srgbClr val="888888"/>
                </a:solidFill>
                <a:latin typeface="Calibri"/>
                <a:ea typeface="Calibri"/>
                <a:cs typeface="Calibri"/>
                <a:sym typeface="Calibri"/>
              </a:defRPr>
            </a:lvl1pPr>
            <a:lvl2pPr marL="0" marR="0" lvl="1" indent="0" algn="r" rtl="0">
              <a:spcBef>
                <a:spcPts val="0"/>
              </a:spcBef>
              <a:buNone/>
              <a:defRPr sz="1600">
                <a:solidFill>
                  <a:srgbClr val="888888"/>
                </a:solidFill>
                <a:latin typeface="Calibri"/>
                <a:ea typeface="Calibri"/>
                <a:cs typeface="Calibri"/>
                <a:sym typeface="Calibri"/>
              </a:defRPr>
            </a:lvl2pPr>
            <a:lvl3pPr marL="0" marR="0" lvl="2" indent="0" algn="r" rtl="0">
              <a:spcBef>
                <a:spcPts val="0"/>
              </a:spcBef>
              <a:buNone/>
              <a:defRPr sz="1600">
                <a:solidFill>
                  <a:srgbClr val="888888"/>
                </a:solidFill>
                <a:latin typeface="Calibri"/>
                <a:ea typeface="Calibri"/>
                <a:cs typeface="Calibri"/>
                <a:sym typeface="Calibri"/>
              </a:defRPr>
            </a:lvl3pPr>
            <a:lvl4pPr marL="0" marR="0" lvl="3" indent="0" algn="r" rtl="0">
              <a:spcBef>
                <a:spcPts val="0"/>
              </a:spcBef>
              <a:buNone/>
              <a:defRPr sz="1600">
                <a:solidFill>
                  <a:srgbClr val="888888"/>
                </a:solidFill>
                <a:latin typeface="Calibri"/>
                <a:ea typeface="Calibri"/>
                <a:cs typeface="Calibri"/>
                <a:sym typeface="Calibri"/>
              </a:defRPr>
            </a:lvl4pPr>
            <a:lvl5pPr marL="0" marR="0" lvl="4" indent="0" algn="r" rtl="0">
              <a:spcBef>
                <a:spcPts val="0"/>
              </a:spcBef>
              <a:buNone/>
              <a:defRPr sz="1600">
                <a:solidFill>
                  <a:srgbClr val="888888"/>
                </a:solidFill>
                <a:latin typeface="Calibri"/>
                <a:ea typeface="Calibri"/>
                <a:cs typeface="Calibri"/>
                <a:sym typeface="Calibri"/>
              </a:defRPr>
            </a:lvl5pPr>
            <a:lvl6pPr marL="0" marR="0" lvl="5" indent="0" algn="r" rtl="0">
              <a:spcBef>
                <a:spcPts val="0"/>
              </a:spcBef>
              <a:buNone/>
              <a:defRPr sz="1600">
                <a:solidFill>
                  <a:srgbClr val="888888"/>
                </a:solidFill>
                <a:latin typeface="Calibri"/>
                <a:ea typeface="Calibri"/>
                <a:cs typeface="Calibri"/>
                <a:sym typeface="Calibri"/>
              </a:defRPr>
            </a:lvl6pPr>
            <a:lvl7pPr marL="0" marR="0" lvl="6" indent="0" algn="r" rtl="0">
              <a:spcBef>
                <a:spcPts val="0"/>
              </a:spcBef>
              <a:buNone/>
              <a:defRPr sz="1600">
                <a:solidFill>
                  <a:srgbClr val="888888"/>
                </a:solidFill>
                <a:latin typeface="Calibri"/>
                <a:ea typeface="Calibri"/>
                <a:cs typeface="Calibri"/>
                <a:sym typeface="Calibri"/>
              </a:defRPr>
            </a:lvl7pPr>
            <a:lvl8pPr marL="0" marR="0" lvl="7" indent="0" algn="r" rtl="0">
              <a:spcBef>
                <a:spcPts val="0"/>
              </a:spcBef>
              <a:buNone/>
              <a:defRPr sz="1600">
                <a:solidFill>
                  <a:srgbClr val="888888"/>
                </a:solidFill>
                <a:latin typeface="Calibri"/>
                <a:ea typeface="Calibri"/>
                <a:cs typeface="Calibri"/>
                <a:sym typeface="Calibri"/>
              </a:defRPr>
            </a:lvl8pPr>
            <a:lvl9pPr marL="0" marR="0" lvl="8" indent="0" algn="r" rtl="0">
              <a:spcBef>
                <a:spcPts val="0"/>
              </a:spcBef>
              <a:buNone/>
              <a:defRPr sz="16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 id="2147483678" r:id="rId14"/>
    <p:sldLayoutId id="2147483679" r:id="rId15"/>
    <p:sldLayoutId id="2147483680" r:id="rId16"/>
    <p:sldLayoutId id="2147483681" r:id="rId17"/>
    <p:sldLayoutId id="2147483682" r:id="rId18"/>
    <p:sldLayoutId id="2147483683" r:id="rId1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9"/>
            <a:ext cx="10969943" cy="711081"/>
          </a:xfrm>
          <a:prstGeom prst="rect">
            <a:avLst/>
          </a:prstGeom>
        </p:spPr>
        <p:txBody>
          <a:bodyPr vert="horz" lIns="0" tIns="60949" rIns="0" bIns="60949" rtlCol="0" anchor="ctr">
            <a:normAutofit/>
          </a:bodyPr>
          <a:lstStyle/>
          <a:p>
            <a:r>
              <a:rPr lang="en-US" dirty="0"/>
              <a:t>Click to edit Master title style</a:t>
            </a:r>
          </a:p>
        </p:txBody>
      </p:sp>
      <p:sp>
        <p:nvSpPr>
          <p:cNvPr id="3" name="Text Placeholder 2"/>
          <p:cNvSpPr>
            <a:spLocks noGrp="1"/>
          </p:cNvSpPr>
          <p:nvPr>
            <p:ph type="body" idx="1"/>
          </p:nvPr>
        </p:nvSpPr>
        <p:spPr>
          <a:xfrm>
            <a:off x="609441" y="1138425"/>
            <a:ext cx="10969943" cy="4987739"/>
          </a:xfrm>
          <a:prstGeom prst="rect">
            <a:avLst/>
          </a:prstGeom>
        </p:spPr>
        <p:txBody>
          <a:bodyPr vert="horz" lIns="0" tIns="60949" rIns="0"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441" y="6356351"/>
            <a:ext cx="2844059" cy="365125"/>
          </a:xfrm>
          <a:prstGeom prst="rect">
            <a:avLst/>
          </a:prstGeom>
        </p:spPr>
        <p:txBody>
          <a:bodyPr vert="horz" lIns="0" tIns="60949" rIns="0" bIns="60949" rtlCol="0" anchor="ctr"/>
          <a:lstStyle>
            <a:lvl1pPr algn="l">
              <a:defRPr sz="1600">
                <a:solidFill>
                  <a:schemeClr val="tx1">
                    <a:tint val="75000"/>
                  </a:schemeClr>
                </a:solidFill>
              </a:defRPr>
            </a:lvl1pPr>
          </a:lstStyle>
          <a:p>
            <a:fld id="{425404F2-BE9A-4460-8815-8F645183555F}" type="datetimeFigureOut">
              <a:rPr lang="en-US" smtClean="0"/>
              <a:pPr/>
              <a:t>6/9/2026</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0" tIns="60949" rIns="0" bIns="60949"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0" tIns="60949" rIns="0" bIns="60949" rtlCol="0" anchor="ctr"/>
          <a:lstStyle>
            <a:lvl1pPr algn="r">
              <a:defRPr sz="1600">
                <a:solidFill>
                  <a:schemeClr val="tx1">
                    <a:tint val="75000"/>
                  </a:schemeClr>
                </a:solidFill>
              </a:defRPr>
            </a:lvl1pPr>
          </a:lstStyle>
          <a:p>
            <a:r>
              <a:rPr lang="en-US" dirty="0"/>
              <a:t>www.anubhavtrainings.com</a:t>
            </a:r>
          </a:p>
        </p:txBody>
      </p:sp>
      <p:pic>
        <p:nvPicPr>
          <p:cNvPr id="7" name="Picture 4">
            <a:extLst>
              <a:ext uri="{FF2B5EF4-FFF2-40B4-BE49-F238E27FC236}">
                <a16:creationId xmlns:a16="http://schemas.microsoft.com/office/drawing/2014/main" id="{3DEB2B14-6477-2927-E581-527B2BB61E12}"/>
              </a:ext>
            </a:extLst>
          </p:cNvPr>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1350996" y="78420"/>
            <a:ext cx="652887" cy="644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0113064"/>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Lst>
  <p:txStyles>
    <p:titleStyle>
      <a:lvl1pPr algn="l" defTabSz="1218987" rtl="0" eaLnBrk="1" latinLnBrk="0" hangingPunct="1">
        <a:spcBef>
          <a:spcPct val="0"/>
        </a:spcBef>
        <a:buNone/>
        <a:defRPr sz="3600" b="1" kern="1200">
          <a:solidFill>
            <a:schemeClr val="tx1"/>
          </a:solidFill>
          <a:latin typeface="+mn-lt"/>
          <a:ea typeface="+mj-ea"/>
          <a:cs typeface="+mj-cs"/>
        </a:defRPr>
      </a:lvl1pPr>
    </p:titleStyle>
    <p:body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937E282-A3FD-8FDF-6938-39CB1940284A}"/>
              </a:ext>
            </a:extLst>
          </p:cNvPr>
          <p:cNvSpPr>
            <a:spLocks noGrp="1"/>
          </p:cNvSpPr>
          <p:nvPr>
            <p:ph type="title"/>
          </p:nvPr>
        </p:nvSpPr>
        <p:spPr>
          <a:xfrm>
            <a:off x="837982" y="365126"/>
            <a:ext cx="10512862" cy="1325563"/>
          </a:xfrm>
          <a:prstGeom prst="rect">
            <a:avLst/>
          </a:prstGeom>
        </p:spPr>
        <p:txBody>
          <a:bodyPr vert="horz" lIns="91440" tIns="45720" rIns="91440" bIns="45720" rtlCol="0" anchor="ctr">
            <a:norm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D04E0A95-6555-5CE0-2B04-590BB8885859}"/>
              </a:ext>
            </a:extLst>
          </p:cNvPr>
          <p:cNvSpPr>
            <a:spLocks noGrp="1"/>
          </p:cNvSpPr>
          <p:nvPr>
            <p:ph type="body" idx="1"/>
          </p:nvPr>
        </p:nvSpPr>
        <p:spPr>
          <a:xfrm>
            <a:off x="837982" y="1825625"/>
            <a:ext cx="10512862"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2FCD3B31-96C7-188A-7A1F-74625996BDF5}"/>
              </a:ext>
            </a:extLst>
          </p:cNvPr>
          <p:cNvSpPr>
            <a:spLocks noGrp="1"/>
          </p:cNvSpPr>
          <p:nvPr>
            <p:ph type="dt" sz="half" idx="2"/>
          </p:nvPr>
        </p:nvSpPr>
        <p:spPr>
          <a:xfrm>
            <a:off x="837982" y="6356351"/>
            <a:ext cx="2742486"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1B0145F-FA58-4242-A5B4-590FCCB69A0F}" type="datetimeFigureOut">
              <a:rPr lang="en-PK" smtClean="0"/>
              <a:t>06/09/2026</a:t>
            </a:fld>
            <a:endParaRPr lang="en-PK"/>
          </a:p>
        </p:txBody>
      </p:sp>
      <p:sp>
        <p:nvSpPr>
          <p:cNvPr id="5" name="Footer Placeholder 4">
            <a:extLst>
              <a:ext uri="{FF2B5EF4-FFF2-40B4-BE49-F238E27FC236}">
                <a16:creationId xmlns:a16="http://schemas.microsoft.com/office/drawing/2014/main" id="{62B98D10-484E-D76E-8BED-E65AE3160418}"/>
              </a:ext>
            </a:extLst>
          </p:cNvPr>
          <p:cNvSpPr>
            <a:spLocks noGrp="1"/>
          </p:cNvSpPr>
          <p:nvPr>
            <p:ph type="ftr" sz="quarter" idx="3"/>
          </p:nvPr>
        </p:nvSpPr>
        <p:spPr>
          <a:xfrm>
            <a:off x="4037549" y="6356351"/>
            <a:ext cx="4113728"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PK"/>
          </a:p>
        </p:txBody>
      </p:sp>
      <p:sp>
        <p:nvSpPr>
          <p:cNvPr id="6" name="Slide Number Placeholder 5">
            <a:extLst>
              <a:ext uri="{FF2B5EF4-FFF2-40B4-BE49-F238E27FC236}">
                <a16:creationId xmlns:a16="http://schemas.microsoft.com/office/drawing/2014/main" id="{46E80257-D808-F7F3-9DDC-7F1794A6BA5B}"/>
              </a:ext>
            </a:extLst>
          </p:cNvPr>
          <p:cNvSpPr>
            <a:spLocks noGrp="1"/>
          </p:cNvSpPr>
          <p:nvPr>
            <p:ph type="sldNum" sz="quarter" idx="4"/>
          </p:nvPr>
        </p:nvSpPr>
        <p:spPr>
          <a:xfrm>
            <a:off x="8608357" y="6356351"/>
            <a:ext cx="2742486"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0DDFB9D-E974-4984-B692-DF7D1E2E45AF}" type="slidenum">
              <a:rPr lang="en-PK" smtClean="0"/>
              <a:t>‹#›</a:t>
            </a:fld>
            <a:endParaRPr lang="en-PK"/>
          </a:p>
        </p:txBody>
      </p:sp>
    </p:spTree>
    <p:extLst>
      <p:ext uri="{BB962C8B-B14F-4D97-AF65-F5344CB8AC3E}">
        <p14:creationId xmlns:p14="http://schemas.microsoft.com/office/powerpoint/2010/main" val="531121325"/>
      </p:ext>
    </p:extLst>
  </p:cSld>
  <p:clrMap bg1="lt1" tx1="dk1" bg2="lt2" tx2="dk2" accent1="accent1" accent2="accent2" accent3="accent3" accent4="accent4" accent5="accent5" accent6="accent6" hlink="hlink" folHlink="folHlink"/>
  <p:sldLayoutIdLst>
    <p:sldLayoutId id="2147483742" r:id="rId1"/>
    <p:sldLayoutId id="2147483743" r:id="rId2"/>
    <p:sldLayoutId id="2147483744" r:id="rId3"/>
    <p:sldLayoutId id="2147483745" r:id="rId4"/>
    <p:sldLayoutId id="2147483746" r:id="rId5"/>
    <p:sldLayoutId id="2147483747" r:id="rId6"/>
    <p:sldLayoutId id="2147483748" r:id="rId7"/>
    <p:sldLayoutId id="2147483749" r:id="rId8"/>
    <p:sldLayoutId id="2147483750" r:id="rId9"/>
    <p:sldLayoutId id="2147483751" r:id="rId10"/>
    <p:sldLayoutId id="2147483752" r:id="rId11"/>
    <p:sldLayoutId id="2147483753" r:id="rId12"/>
    <p:sldLayoutId id="2147483754" r:id="rId13"/>
    <p:sldLayoutId id="2147483755" r:id="rId14"/>
    <p:sldLayoutId id="2147483756" r:id="rId15"/>
    <p:sldLayoutId id="2147483757" r:id="rId16"/>
    <p:sldLayoutId id="2147483758" r:id="rId17"/>
    <p:sldLayoutId id="2147483759" r:id="rId18"/>
    <p:sldLayoutId id="2147483760" r:id="rId19"/>
    <p:sldLayoutId id="2147483761" r:id="rId20"/>
    <p:sldLayoutId id="2147483762" r:id="rId21"/>
    <p:sldLayoutId id="2147483763" r:id="rId22"/>
  </p:sldLayoutIdLst>
  <p:txStyles>
    <p:titleStyle>
      <a:lvl1pPr algn="l" defTabSz="914126" rtl="0" eaLnBrk="1" latinLnBrk="0" hangingPunct="1">
        <a:lnSpc>
          <a:spcPct val="90000"/>
        </a:lnSpc>
        <a:spcBef>
          <a:spcPct val="0"/>
        </a:spcBef>
        <a:buNone/>
        <a:defRPr sz="4399" kern="1200">
          <a:solidFill>
            <a:schemeClr val="tx1"/>
          </a:solidFill>
          <a:latin typeface="+mj-lt"/>
          <a:ea typeface="+mj-ea"/>
          <a:cs typeface="+mj-cs"/>
        </a:defRPr>
      </a:lvl1pPr>
    </p:titleStyle>
    <p:bodyStyle>
      <a:lvl1pPr marL="228531" indent="-228531" algn="l" defTabSz="914126" rtl="0" eaLnBrk="1" latinLnBrk="0" hangingPunct="1">
        <a:lnSpc>
          <a:spcPct val="90000"/>
        </a:lnSpc>
        <a:spcBef>
          <a:spcPts val="1000"/>
        </a:spcBef>
        <a:buFont typeface="Arial" panose="020B0604020202020204" pitchFamily="34" charset="0"/>
        <a:buChar char="•"/>
        <a:defRPr sz="2799" kern="1200">
          <a:solidFill>
            <a:schemeClr val="tx1"/>
          </a:solidFill>
          <a:latin typeface="+mn-lt"/>
          <a:ea typeface="+mn-ea"/>
          <a:cs typeface="+mn-cs"/>
        </a:defRPr>
      </a:lvl1pPr>
      <a:lvl2pPr marL="685594" indent="-228531" algn="l" defTabSz="914126" rtl="0" eaLnBrk="1" latinLnBrk="0" hangingPunct="1">
        <a:lnSpc>
          <a:spcPct val="90000"/>
        </a:lnSpc>
        <a:spcBef>
          <a:spcPts val="500"/>
        </a:spcBef>
        <a:buFont typeface="Arial" panose="020B0604020202020204" pitchFamily="34" charset="0"/>
        <a:buChar char="•"/>
        <a:defRPr sz="2399" kern="1200">
          <a:solidFill>
            <a:schemeClr val="tx1"/>
          </a:solidFill>
          <a:latin typeface="+mn-lt"/>
          <a:ea typeface="+mn-ea"/>
          <a:cs typeface="+mn-cs"/>
        </a:defRPr>
      </a:lvl2pPr>
      <a:lvl3pPr marL="1142657" indent="-228531" algn="l" defTabSz="914126" rtl="0" eaLnBrk="1" latinLnBrk="0" hangingPunct="1">
        <a:lnSpc>
          <a:spcPct val="90000"/>
        </a:lnSpc>
        <a:spcBef>
          <a:spcPts val="500"/>
        </a:spcBef>
        <a:buFont typeface="Arial" panose="020B0604020202020204" pitchFamily="34" charset="0"/>
        <a:buChar char="•"/>
        <a:defRPr sz="1999" kern="1200">
          <a:solidFill>
            <a:schemeClr val="tx1"/>
          </a:solidFill>
          <a:latin typeface="+mn-lt"/>
          <a:ea typeface="+mn-ea"/>
          <a:cs typeface="+mn-cs"/>
        </a:defRPr>
      </a:lvl3pPr>
      <a:lvl4pPr marL="1599720"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4pPr>
      <a:lvl5pPr marL="2056783"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5pPr>
      <a:lvl6pPr marL="2513846"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en-PK"/>
      </a:defPPr>
      <a:lvl1pPr marL="0" algn="l" defTabSz="914126" rtl="0" eaLnBrk="1" latinLnBrk="0" hangingPunct="1">
        <a:defRPr sz="1799" kern="1200">
          <a:solidFill>
            <a:schemeClr val="tx1"/>
          </a:solidFill>
          <a:latin typeface="+mn-lt"/>
          <a:ea typeface="+mn-ea"/>
          <a:cs typeface="+mn-cs"/>
        </a:defRPr>
      </a:lvl1pPr>
      <a:lvl2pPr marL="457063" algn="l" defTabSz="914126" rtl="0" eaLnBrk="1" latinLnBrk="0" hangingPunct="1">
        <a:defRPr sz="1799" kern="1200">
          <a:solidFill>
            <a:schemeClr val="tx1"/>
          </a:solidFill>
          <a:latin typeface="+mn-lt"/>
          <a:ea typeface="+mn-ea"/>
          <a:cs typeface="+mn-cs"/>
        </a:defRPr>
      </a:lvl2pPr>
      <a:lvl3pPr marL="914126" algn="l" defTabSz="914126" rtl="0" eaLnBrk="1" latinLnBrk="0" hangingPunct="1">
        <a:defRPr sz="1799" kern="1200">
          <a:solidFill>
            <a:schemeClr val="tx1"/>
          </a:solidFill>
          <a:latin typeface="+mn-lt"/>
          <a:ea typeface="+mn-ea"/>
          <a:cs typeface="+mn-cs"/>
        </a:defRPr>
      </a:lvl3pPr>
      <a:lvl4pPr marL="1371189" algn="l" defTabSz="914126" rtl="0" eaLnBrk="1" latinLnBrk="0" hangingPunct="1">
        <a:defRPr sz="1799" kern="1200">
          <a:solidFill>
            <a:schemeClr val="tx1"/>
          </a:solidFill>
          <a:latin typeface="+mn-lt"/>
          <a:ea typeface="+mn-ea"/>
          <a:cs typeface="+mn-cs"/>
        </a:defRPr>
      </a:lvl4pPr>
      <a:lvl5pPr marL="1828251" algn="l" defTabSz="914126" rtl="0" eaLnBrk="1" latinLnBrk="0" hangingPunct="1">
        <a:defRPr sz="1799" kern="1200">
          <a:solidFill>
            <a:schemeClr val="tx1"/>
          </a:solidFill>
          <a:latin typeface="+mn-lt"/>
          <a:ea typeface="+mn-ea"/>
          <a:cs typeface="+mn-cs"/>
        </a:defRPr>
      </a:lvl5pPr>
      <a:lvl6pPr marL="2285314" algn="l" defTabSz="914126" rtl="0" eaLnBrk="1" latinLnBrk="0" hangingPunct="1">
        <a:defRPr sz="1799" kern="1200">
          <a:solidFill>
            <a:schemeClr val="tx1"/>
          </a:solidFill>
          <a:latin typeface="+mn-lt"/>
          <a:ea typeface="+mn-ea"/>
          <a:cs typeface="+mn-cs"/>
        </a:defRPr>
      </a:lvl6pPr>
      <a:lvl7pPr marL="2742377" algn="l" defTabSz="914126" rtl="0" eaLnBrk="1" latinLnBrk="0" hangingPunct="1">
        <a:defRPr sz="1799" kern="1200">
          <a:solidFill>
            <a:schemeClr val="tx1"/>
          </a:solidFill>
          <a:latin typeface="+mn-lt"/>
          <a:ea typeface="+mn-ea"/>
          <a:cs typeface="+mn-cs"/>
        </a:defRPr>
      </a:lvl7pPr>
      <a:lvl8pPr marL="3199440" algn="l" defTabSz="914126" rtl="0" eaLnBrk="1" latinLnBrk="0" hangingPunct="1">
        <a:defRPr sz="1799" kern="1200">
          <a:solidFill>
            <a:schemeClr val="tx1"/>
          </a:solidFill>
          <a:latin typeface="+mn-lt"/>
          <a:ea typeface="+mn-ea"/>
          <a:cs typeface="+mn-cs"/>
        </a:defRPr>
      </a:lvl8pPr>
      <a:lvl9pPr marL="3656503" algn="l" defTabSz="914126" rtl="0" eaLnBrk="1" latinLnBrk="0" hangingPunct="1">
        <a:defRPr sz="179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7"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9.jpg"/><Relationship Id="rId5" Type="http://schemas.openxmlformats.org/officeDocument/2006/relationships/image" Target="../media/image8.jpg"/><Relationship Id="rId4" Type="http://schemas.openxmlformats.org/officeDocument/2006/relationships/image" Target="../media/image7.jp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6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2.xml"/></Relationships>
</file>

<file path=ppt/slides/_rels/slide12.xml.rels><?xml version="1.0" encoding="UTF-8" standalone="yes"?>
<Relationships xmlns="http://schemas.openxmlformats.org/package/2006/relationships"><Relationship Id="rId3" Type="http://schemas.openxmlformats.org/officeDocument/2006/relationships/hyperlink" Target="https://www.npmjs.com/package/@openui5/types" TargetMode="External"/><Relationship Id="rId2" Type="http://schemas.openxmlformats.org/officeDocument/2006/relationships/hyperlink" Target="http://definitelytyped.org/" TargetMode="External"/><Relationship Id="rId1" Type="http://schemas.openxmlformats.org/officeDocument/2006/relationships/slideLayout" Target="../slideLayouts/slideLayout62.xml"/><Relationship Id="rId5" Type="http://schemas.openxmlformats.org/officeDocument/2006/relationships/image" Target="../media/image11.png"/><Relationship Id="rId4" Type="http://schemas.openxmlformats.org/officeDocument/2006/relationships/hyperlink" Target="https://github.com/SAP-samples/ui5-cap-event-app/blob/js-with-typescript-support/README.md" TargetMode="Externa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1.png"/><Relationship Id="rId1" Type="http://schemas.openxmlformats.org/officeDocument/2006/relationships/slideLayout" Target="../slideLayouts/slideLayout6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1.png"/><Relationship Id="rId1" Type="http://schemas.openxmlformats.org/officeDocument/2006/relationships/slideLayout" Target="../slideLayouts/slideLayout62.xml"/><Relationship Id="rId5" Type="http://schemas.openxmlformats.org/officeDocument/2006/relationships/image" Target="../media/image16.png"/><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1.png"/><Relationship Id="rId1" Type="http://schemas.openxmlformats.org/officeDocument/2006/relationships/slideLayout" Target="../slideLayouts/slideLayout62.xml"/><Relationship Id="rId5" Type="http://schemas.openxmlformats.org/officeDocument/2006/relationships/image" Target="../media/image19.png"/><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1.png"/><Relationship Id="rId1" Type="http://schemas.openxmlformats.org/officeDocument/2006/relationships/slideLayout" Target="../slideLayouts/slideLayout6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2.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1.jpg"/><Relationship Id="rId1" Type="http://schemas.openxmlformats.org/officeDocument/2006/relationships/slideLayout" Target="../slideLayouts/slideLayout23.xml"/></Relationships>
</file>

<file path=ppt/slides/_rels/slide23.xml.rels><?xml version="1.0" encoding="UTF-8" standalone="yes"?>
<Relationships xmlns="http://schemas.openxmlformats.org/package/2006/relationships"><Relationship Id="rId3" Type="http://schemas.openxmlformats.org/officeDocument/2006/relationships/hyperlink" Target="http://www.twitter.com/" TargetMode="External"/><Relationship Id="rId2" Type="http://schemas.openxmlformats.org/officeDocument/2006/relationships/hyperlink" Target="http://www.facebook.com/" TargetMode="External"/><Relationship Id="rId1" Type="http://schemas.openxmlformats.org/officeDocument/2006/relationships/slideLayout" Target="../slideLayouts/slideLayout23.xml"/><Relationship Id="rId5" Type="http://schemas.openxmlformats.org/officeDocument/2006/relationships/image" Target="../media/image4.png"/><Relationship Id="rId4" Type="http://schemas.openxmlformats.org/officeDocument/2006/relationships/hyperlink" Target="http://www.dribbble.com/" TargetMode="External"/></Relationships>
</file>

<file path=ppt/slides/_rels/slide24.xml.rels><?xml version="1.0" encoding="UTF-8" standalone="yes"?>
<Relationships xmlns="http://schemas.openxmlformats.org/package/2006/relationships"><Relationship Id="rId8" Type="http://schemas.openxmlformats.org/officeDocument/2006/relationships/image" Target="../media/image27.jpeg"/><Relationship Id="rId3" Type="http://schemas.openxmlformats.org/officeDocument/2006/relationships/image" Target="../media/image22.jpeg"/><Relationship Id="rId7" Type="http://schemas.openxmlformats.org/officeDocument/2006/relationships/image" Target="../media/image26.tiff"/><Relationship Id="rId2" Type="http://schemas.openxmlformats.org/officeDocument/2006/relationships/notesSlide" Target="../notesSlides/notesSlide5.xml"/><Relationship Id="rId1" Type="http://schemas.openxmlformats.org/officeDocument/2006/relationships/slideLayout" Target="../slideLayouts/slideLayout40.xml"/><Relationship Id="rId6" Type="http://schemas.openxmlformats.org/officeDocument/2006/relationships/image" Target="../media/image25.tiff"/><Relationship Id="rId5" Type="http://schemas.openxmlformats.org/officeDocument/2006/relationships/image" Target="../media/image24.tiff"/><Relationship Id="rId4" Type="http://schemas.openxmlformats.org/officeDocument/2006/relationships/image" Target="../media/image23.tiff"/><Relationship Id="rId9"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sp>
        <p:nvSpPr>
          <p:cNvPr id="496" name="Google Shape;496;p1"/>
          <p:cNvSpPr txBox="1">
            <a:spLocks noGrp="1"/>
          </p:cNvSpPr>
          <p:nvPr>
            <p:ph type="ctrTitle"/>
          </p:nvPr>
        </p:nvSpPr>
        <p:spPr>
          <a:xfrm>
            <a:off x="910460" y="1569141"/>
            <a:ext cx="9194620" cy="1979512"/>
          </a:xfrm>
          <a:prstGeom prst="rect">
            <a:avLst/>
          </a:prstGeom>
          <a:noFill/>
          <a:ln>
            <a:noFill/>
          </a:ln>
        </p:spPr>
        <p:txBody>
          <a:bodyPr spcFirstLastPara="1" wrap="square" lIns="0" tIns="60925" rIns="0" bIns="60925" anchor="ctr" anchorCtr="0">
            <a:noAutofit/>
          </a:bodyPr>
          <a:lstStyle/>
          <a:p>
            <a:pPr lvl="0" algn="ctr">
              <a:buClr>
                <a:srgbClr val="194060"/>
              </a:buClr>
            </a:pPr>
            <a:r>
              <a:rPr lang="en-US" dirty="0">
                <a:solidFill>
                  <a:srgbClr val="00B050"/>
                </a:solidFill>
                <a:latin typeface="Arial Black" panose="020B0A04020102020204" pitchFamily="34" charset="0"/>
              </a:rPr>
              <a:t>SAP BTP CAPM</a:t>
            </a:r>
            <a:br>
              <a:rPr lang="en-US" dirty="0">
                <a:solidFill>
                  <a:srgbClr val="00B050"/>
                </a:solidFill>
                <a:latin typeface="Arial Black" panose="020B0A04020102020204" pitchFamily="34" charset="0"/>
              </a:rPr>
            </a:br>
            <a:r>
              <a:rPr lang="en-US" dirty="0">
                <a:solidFill>
                  <a:srgbClr val="00B050"/>
                </a:solidFill>
                <a:latin typeface="Arial Black" panose="020B0A04020102020204" pitchFamily="34" charset="0"/>
              </a:rPr>
              <a:t>“TypeScript”</a:t>
            </a:r>
            <a:br>
              <a:rPr lang="en-US" dirty="0">
                <a:solidFill>
                  <a:srgbClr val="00B050"/>
                </a:solidFill>
                <a:latin typeface="Arial Black" panose="020B0A04020102020204" pitchFamily="34" charset="0"/>
              </a:rPr>
            </a:br>
            <a:r>
              <a:rPr lang="en-US" dirty="0">
                <a:solidFill>
                  <a:srgbClr val="00B050"/>
                </a:solidFill>
                <a:latin typeface="Arial Black" panose="020B0A04020102020204" pitchFamily="34" charset="0"/>
              </a:rPr>
              <a:t>for Developers</a:t>
            </a:r>
            <a:endParaRPr dirty="0">
              <a:solidFill>
                <a:srgbClr val="00B050"/>
              </a:solidFill>
            </a:endParaRPr>
          </a:p>
        </p:txBody>
      </p:sp>
      <p:pic>
        <p:nvPicPr>
          <p:cNvPr id="497" name="Google Shape;497;p1"/>
          <p:cNvPicPr preferRelativeResize="0"/>
          <p:nvPr/>
        </p:nvPicPr>
        <p:blipFill rotWithShape="1">
          <a:blip r:embed="rId3">
            <a:alphaModFix/>
          </a:blip>
          <a:srcRect/>
          <a:stretch/>
        </p:blipFill>
        <p:spPr>
          <a:xfrm>
            <a:off x="9262764" y="1268760"/>
            <a:ext cx="1733995" cy="1656184"/>
          </a:xfrm>
          <a:prstGeom prst="rect">
            <a:avLst/>
          </a:prstGeom>
          <a:noFill/>
          <a:ln>
            <a:noFill/>
          </a:ln>
        </p:spPr>
      </p:pic>
      <p:pic>
        <p:nvPicPr>
          <p:cNvPr id="498" name="Google Shape;498;p1"/>
          <p:cNvPicPr preferRelativeResize="0"/>
          <p:nvPr/>
        </p:nvPicPr>
        <p:blipFill rotWithShape="1">
          <a:blip r:embed="rId3">
            <a:alphaModFix/>
          </a:blip>
          <a:srcRect/>
          <a:stretch/>
        </p:blipFill>
        <p:spPr>
          <a:xfrm>
            <a:off x="133977" y="5551900"/>
            <a:ext cx="776483" cy="741639"/>
          </a:xfrm>
          <a:prstGeom prst="rect">
            <a:avLst/>
          </a:prstGeom>
          <a:noFill/>
          <a:ln>
            <a:noFill/>
          </a:ln>
        </p:spPr>
      </p:pic>
      <p:sp>
        <p:nvSpPr>
          <p:cNvPr id="500" name="Google Shape;500;p1"/>
          <p:cNvSpPr txBox="1"/>
          <p:nvPr/>
        </p:nvSpPr>
        <p:spPr>
          <a:xfrm>
            <a:off x="2698834" y="599964"/>
            <a:ext cx="6048672" cy="584775"/>
          </a:xfrm>
          <a:prstGeom prst="rect">
            <a:avLst/>
          </a:prstGeom>
          <a:gradFill>
            <a:gsLst>
              <a:gs pos="0">
                <a:srgbClr val="F3FCFF"/>
              </a:gs>
              <a:gs pos="35000">
                <a:srgbClr val="F6FCFF"/>
              </a:gs>
              <a:gs pos="100000">
                <a:srgbClr val="FBFFFF"/>
              </a:gs>
            </a:gsLst>
            <a:lin ang="16200000" scaled="0"/>
          </a:gradFill>
          <a:ln w="9525" cap="flat" cmpd="sng">
            <a:solidFill>
              <a:srgbClr val="000000"/>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0" i="0" u="none" strike="noStrike" cap="none" dirty="0">
                <a:solidFill>
                  <a:srgbClr val="579130"/>
                </a:solidFill>
                <a:latin typeface="Corben"/>
                <a:ea typeface="Corben"/>
                <a:cs typeface="Corben"/>
                <a:sym typeface="Corben"/>
              </a:rPr>
              <a:t>DAY-1 	</a:t>
            </a:r>
            <a:endParaRPr sz="3200" dirty="0">
              <a:solidFill>
                <a:srgbClr val="579130"/>
              </a:solidFill>
              <a:latin typeface="Corben"/>
              <a:ea typeface="Corben"/>
              <a:cs typeface="Corben"/>
              <a:sym typeface="Corben"/>
            </a:endParaRPr>
          </a:p>
        </p:txBody>
      </p:sp>
      <p:sp>
        <p:nvSpPr>
          <p:cNvPr id="2" name="TextBox 1"/>
          <p:cNvSpPr txBox="1"/>
          <p:nvPr/>
        </p:nvSpPr>
        <p:spPr>
          <a:xfrm>
            <a:off x="4589890" y="3524363"/>
            <a:ext cx="1835759" cy="338554"/>
          </a:xfrm>
          <a:prstGeom prst="rect">
            <a:avLst/>
          </a:prstGeom>
          <a:noFill/>
        </p:spPr>
        <p:txBody>
          <a:bodyPr wrap="none" rtlCol="0">
            <a:spAutoFit/>
          </a:bodyPr>
          <a:lstStyle/>
          <a:p>
            <a:r>
              <a:rPr lang="en-US" sz="1600" b="1" dirty="0">
                <a:solidFill>
                  <a:srgbClr val="283E69"/>
                </a:solidFill>
              </a:rPr>
              <a:t>Anubhav Oberoy</a:t>
            </a:r>
          </a:p>
        </p:txBody>
      </p:sp>
      <p:sp>
        <p:nvSpPr>
          <p:cNvPr id="9" name="Subtitle 736">
            <a:extLst>
              <a:ext uri="{FF2B5EF4-FFF2-40B4-BE49-F238E27FC236}">
                <a16:creationId xmlns:a16="http://schemas.microsoft.com/office/drawing/2014/main" id="{700EA347-9CC8-4879-9255-16687B0BED48}"/>
              </a:ext>
            </a:extLst>
          </p:cNvPr>
          <p:cNvSpPr txBox="1">
            <a:spLocks/>
          </p:cNvSpPr>
          <p:nvPr/>
        </p:nvSpPr>
        <p:spPr>
          <a:xfrm>
            <a:off x="2698834" y="4484357"/>
            <a:ext cx="5086633" cy="531269"/>
          </a:xfrm>
          <a:prstGeom prst="rect">
            <a:avLst/>
          </a:prstGeom>
        </p:spPr>
        <p:txBody>
          <a:bodyPr vert="horz" lIns="0" tIns="60949" rIns="0" bIns="60949" rtlCol="0">
            <a:normAutofit/>
          </a:bodyPr>
          <a:lstStyle>
            <a:lvl1pPr marL="0" indent="0" algn="ctr" defTabSz="1218987" rtl="0" eaLnBrk="1" latinLnBrk="0" hangingPunct="1">
              <a:spcBef>
                <a:spcPct val="20000"/>
              </a:spcBef>
              <a:buFont typeface="Arial" pitchFamily="34" charset="0"/>
              <a:buNone/>
              <a:defRPr lang="en-US" sz="2400" kern="1200" smtClean="0">
                <a:solidFill>
                  <a:schemeClr val="accent2"/>
                </a:solidFill>
                <a:latin typeface="+mn-lt"/>
                <a:ea typeface="+mj-ea"/>
                <a:cs typeface="+mj-cs"/>
              </a:defRPr>
            </a:lvl1pPr>
            <a:lvl2pPr marL="609468" indent="0" algn="ctr" defTabSz="1218987" rtl="0" eaLnBrk="1" latinLnBrk="0" hangingPunct="1">
              <a:spcBef>
                <a:spcPct val="20000"/>
              </a:spcBef>
              <a:buFont typeface="Arial" pitchFamily="34" charset="0"/>
              <a:buNone/>
              <a:defRPr sz="3200" kern="1200">
                <a:solidFill>
                  <a:schemeClr val="tx1">
                    <a:tint val="75000"/>
                  </a:schemeClr>
                </a:solidFill>
                <a:latin typeface="+mj-lt"/>
                <a:ea typeface="+mn-ea"/>
                <a:cs typeface="+mn-cs"/>
              </a:defRPr>
            </a:lvl2pPr>
            <a:lvl3pPr marL="1218936" indent="0" algn="ctr" defTabSz="1218987"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3pPr>
            <a:lvl4pPr marL="1828404"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4pPr>
            <a:lvl5pPr marL="2437872"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5pPr>
            <a:lvl6pPr marL="3047340"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6pPr>
            <a:lvl7pPr marL="3656808"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7pPr>
            <a:lvl8pPr marL="4266275"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8pPr>
            <a:lvl9pPr marL="4875744"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9pPr>
          </a:lstStyle>
          <a:p>
            <a:pPr>
              <a:buClrTx/>
            </a:pPr>
            <a:r>
              <a:rPr lang="en-IN" spc="100" dirty="0">
                <a:solidFill>
                  <a:srgbClr val="283E69"/>
                </a:solidFill>
                <a:latin typeface="Cooper Black" panose="0208090404030B020404" pitchFamily="18" charset="0"/>
              </a:rPr>
              <a:t>www.AnubhavTrainings.com</a:t>
            </a:r>
          </a:p>
        </p:txBody>
      </p:sp>
      <p:sp>
        <p:nvSpPr>
          <p:cNvPr id="11" name="TextBox 10">
            <a:extLst>
              <a:ext uri="{FF2B5EF4-FFF2-40B4-BE49-F238E27FC236}">
                <a16:creationId xmlns:a16="http://schemas.microsoft.com/office/drawing/2014/main" id="{66565992-7E12-89E4-D7DB-B3B44A1FB17D}"/>
              </a:ext>
            </a:extLst>
          </p:cNvPr>
          <p:cNvSpPr txBox="1"/>
          <p:nvPr/>
        </p:nvSpPr>
        <p:spPr>
          <a:xfrm>
            <a:off x="3388935" y="4846349"/>
            <a:ext cx="3963274" cy="338554"/>
          </a:xfrm>
          <a:prstGeom prst="rect">
            <a:avLst/>
          </a:prstGeom>
          <a:noFill/>
        </p:spPr>
        <p:txBody>
          <a:bodyPr wrap="square" rtlCol="0">
            <a:spAutoFit/>
          </a:bodyPr>
          <a:lstStyle/>
          <a:p>
            <a:pPr defTabSz="1218987">
              <a:buClrTx/>
              <a:buFontTx/>
              <a:buNone/>
            </a:pPr>
            <a:r>
              <a:rPr lang="en-US" sz="1600" b="1" kern="1200" dirty="0">
                <a:solidFill>
                  <a:srgbClr val="FFC000"/>
                </a:solidFill>
                <a:latin typeface="Segoe UI"/>
                <a:ea typeface="+mn-ea"/>
                <a:cs typeface="+mn-cs"/>
              </a:rPr>
              <a:t>Follow excellence with sheer passion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arn(inVertical)">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500"/>
                                        </p:tgtEl>
                                        <p:attrNameLst>
                                          <p:attrName>style.visibility</p:attrName>
                                        </p:attrNameLst>
                                      </p:cBhvr>
                                      <p:to>
                                        <p:strVal val="visible"/>
                                      </p:to>
                                    </p:set>
                                    <p:animEffect transition="in" filter="barn(inVertical)">
                                      <p:cBhvr>
                                        <p:cTn id="15" dur="500"/>
                                        <p:tgtEl>
                                          <p:spTgt spid="500"/>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496"/>
                                        </p:tgtEl>
                                        <p:attrNameLst>
                                          <p:attrName>style.visibility</p:attrName>
                                        </p:attrNameLst>
                                      </p:cBhvr>
                                      <p:to>
                                        <p:strVal val="visible"/>
                                      </p:to>
                                    </p:set>
                                    <p:animEffect transition="in" filter="barn(inVertical)">
                                      <p:cBhvr>
                                        <p:cTn id="20" dur="500"/>
                                        <p:tgtEl>
                                          <p:spTgt spid="496"/>
                                        </p:tgtEl>
                                      </p:cBhvr>
                                    </p:animEffect>
                                  </p:childTnLst>
                                </p:cTn>
                              </p:par>
                              <p:par>
                                <p:cTn id="21" presetID="16" presetClass="entr" presetSubtype="21" fill="hold" grpId="0" nodeType="with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barn(inVertical)">
                                      <p:cBhvr>
                                        <p:cTn id="2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6" grpId="0"/>
      <p:bldP spid="500" grpId="0" animBg="1"/>
      <p:bldP spid="2" grpId="0"/>
      <p:bldP spid="9" grpId="0"/>
      <p:bldP spid="1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p:cNvPicPr>
            <a:picLocks noGrp="1" noChangeAspect="1"/>
          </p:cNvPicPr>
          <p:nvPr>
            <p:ph type="pic" idx="1"/>
          </p:nvPr>
        </p:nvPicPr>
        <p:blipFill rotWithShape="1">
          <a:blip r:embed="rId2" cstate="email">
            <a:extLst>
              <a:ext uri="{28A0092B-C50C-407E-A947-70E740481C1C}">
                <a14:useLocalDpi xmlns:a14="http://schemas.microsoft.com/office/drawing/2010/main"/>
              </a:ext>
            </a:extLst>
          </a:blip>
          <a:srcRect/>
          <a:stretch/>
        </p:blipFill>
        <p:spPr>
          <a:solidFill>
            <a:schemeClr val="bg1">
              <a:lumMod val="95000"/>
            </a:schemeClr>
          </a:solidFill>
        </p:spPr>
      </p:pic>
      <p:sp>
        <p:nvSpPr>
          <p:cNvPr id="13" name="Rectangle 12">
            <a:extLst>
              <a:ext uri="{FF2B5EF4-FFF2-40B4-BE49-F238E27FC236}">
                <a16:creationId xmlns:a16="http://schemas.microsoft.com/office/drawing/2014/main" id="{EE1D1380-BC28-F74F-8866-BD4C0AD42595}"/>
              </a:ext>
            </a:extLst>
          </p:cNvPr>
          <p:cNvSpPr/>
          <p:nvPr/>
        </p:nvSpPr>
        <p:spPr>
          <a:xfrm>
            <a:off x="1587" y="-13391"/>
            <a:ext cx="12185651" cy="7589135"/>
          </a:xfrm>
          <a:prstGeom prst="rect">
            <a:avLst/>
          </a:pr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a:endParaRPr>
          </a:p>
        </p:txBody>
      </p:sp>
      <p:sp>
        <p:nvSpPr>
          <p:cNvPr id="6" name="Rectangle 5"/>
          <p:cNvSpPr/>
          <p:nvPr/>
        </p:nvSpPr>
        <p:spPr>
          <a:xfrm>
            <a:off x="1587" y="3190483"/>
            <a:ext cx="12185651" cy="2509639"/>
          </a:xfrm>
          <a:prstGeom prst="rect">
            <a:avLst/>
          </a:prstGeom>
          <a:gradFill flip="none" rotWithShape="1">
            <a:gsLst>
              <a:gs pos="13000">
                <a:srgbClr val="25B6C2">
                  <a:alpha val="50000"/>
                </a:srgbClr>
              </a:gs>
              <a:gs pos="100000">
                <a:srgbClr val="0692DB">
                  <a:alpha val="50000"/>
                </a:srgb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7" name="Rectangle 6"/>
          <p:cNvSpPr/>
          <p:nvPr/>
        </p:nvSpPr>
        <p:spPr>
          <a:xfrm>
            <a:off x="1587" y="3362982"/>
            <a:ext cx="12185651" cy="2127761"/>
          </a:xfrm>
          <a:prstGeom prst="rect">
            <a:avLst/>
          </a:prstGeom>
          <a:gradFill flip="none" rotWithShape="1">
            <a:gsLst>
              <a:gs pos="13000">
                <a:srgbClr val="25B6C2"/>
              </a:gs>
              <a:gs pos="100000">
                <a:srgbClr val="0692DB"/>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19" name="TextBox 18">
            <a:extLst>
              <a:ext uri="{FF2B5EF4-FFF2-40B4-BE49-F238E27FC236}">
                <a16:creationId xmlns:a16="http://schemas.microsoft.com/office/drawing/2014/main" id="{B945CD40-9ABD-7441-A0F8-C5ACA34BB34C}"/>
              </a:ext>
            </a:extLst>
          </p:cNvPr>
          <p:cNvSpPr txBox="1"/>
          <p:nvPr/>
        </p:nvSpPr>
        <p:spPr>
          <a:xfrm>
            <a:off x="3840714" y="3436579"/>
            <a:ext cx="4507397" cy="646163"/>
          </a:xfrm>
          <a:prstGeom prst="rect">
            <a:avLst/>
          </a:prstGeom>
          <a:noFill/>
          <a:ln>
            <a:noFill/>
          </a:ln>
        </p:spPr>
        <p:txBody>
          <a:bodyPr wrap="square" rtlCol="0">
            <a:spAutoFit/>
          </a:bodyPr>
          <a:lstStyle/>
          <a:p>
            <a:pPr algn="ctr" defTabSz="913943">
              <a:defRPr/>
            </a:pPr>
            <a:r>
              <a:rPr lang="en-IN" sz="3599" b="1" dirty="0">
                <a:solidFill>
                  <a:srgbClr val="FFFFFF"/>
                </a:solidFill>
                <a:latin typeface="Arial" panose="020B0604020202020204" pitchFamily="34" charset="0"/>
                <a:ea typeface="Cambria" panose="02040503050406030204" pitchFamily="18" charset="0"/>
                <a:cs typeface="Arial" panose="020B0604020202020204" pitchFamily="34" charset="0"/>
              </a:rPr>
              <a:t>DISCLAIMER</a:t>
            </a:r>
            <a:endParaRPr lang="en-US" sz="3299" spc="150" dirty="0">
              <a:solidFill>
                <a:srgbClr val="FFFFFF"/>
              </a:solidFill>
              <a:latin typeface="Arial" panose="020B0604020202020204" pitchFamily="34" charset="0"/>
              <a:ea typeface="Lato Medium" panose="020F0502020204030203" pitchFamily="34" charset="0"/>
              <a:cs typeface="Arial" panose="020B0604020202020204" pitchFamily="34" charset="0"/>
            </a:endParaRPr>
          </a:p>
        </p:txBody>
      </p:sp>
      <p:sp>
        <p:nvSpPr>
          <p:cNvPr id="20" name="TextBox 19">
            <a:extLst>
              <a:ext uri="{FF2B5EF4-FFF2-40B4-BE49-F238E27FC236}">
                <a16:creationId xmlns:a16="http://schemas.microsoft.com/office/drawing/2014/main" id="{B945CD40-9ABD-7441-A0F8-C5ACA34BB34C}"/>
              </a:ext>
            </a:extLst>
          </p:cNvPr>
          <p:cNvSpPr txBox="1"/>
          <p:nvPr/>
        </p:nvSpPr>
        <p:spPr>
          <a:xfrm>
            <a:off x="442020" y="4059852"/>
            <a:ext cx="11304786" cy="1200016"/>
          </a:xfrm>
          <a:prstGeom prst="rect">
            <a:avLst/>
          </a:prstGeom>
          <a:noFill/>
          <a:ln>
            <a:noFill/>
          </a:ln>
        </p:spPr>
        <p:txBody>
          <a:bodyPr wrap="square" rtlCol="0">
            <a:spAutoFit/>
          </a:bodyPr>
          <a:lstStyle/>
          <a:p>
            <a:pPr algn="ctr" defTabSz="913943">
              <a:defRPr/>
            </a:pPr>
            <a:r>
              <a:rPr lang="en-IN" sz="2399" dirty="0">
                <a:solidFill>
                  <a:srgbClr val="FFFFFF"/>
                </a:solidFill>
                <a:latin typeface="Arial" panose="020B0604020202020204" pitchFamily="34" charset="0"/>
                <a:cs typeface="Arial" panose="020B0604020202020204" pitchFamily="34" charset="0"/>
              </a:rPr>
              <a:t>The training content and delivery of this presentation is confidential, and cannot be recorded, or copied and distributed to any third party, without the written consent of Anubhav Trainings</a:t>
            </a:r>
          </a:p>
        </p:txBody>
      </p:sp>
      <p:pic>
        <p:nvPicPr>
          <p:cNvPr id="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3806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506" name="Google Shape;506;p2"/>
          <p:cNvSpPr/>
          <p:nvPr/>
        </p:nvSpPr>
        <p:spPr>
          <a:xfrm>
            <a:off x="-21424" y="4797151"/>
            <a:ext cx="3729207" cy="2055451"/>
          </a:xfrm>
          <a:custGeom>
            <a:avLst/>
            <a:gdLst/>
            <a:ahLst/>
            <a:cxnLst/>
            <a:rect l="l" t="t" r="r" b="b"/>
            <a:pathLst>
              <a:path w="3278485" h="1905635" extrusionOk="0">
                <a:moveTo>
                  <a:pt x="1348581" y="0"/>
                </a:moveTo>
                <a:cubicBezTo>
                  <a:pt x="2348490" y="0"/>
                  <a:pt x="3170908" y="759925"/>
                  <a:pt x="3269805" y="1733741"/>
                </a:cubicBezTo>
                <a:lnTo>
                  <a:pt x="3278485" y="1905635"/>
                </a:lnTo>
                <a:lnTo>
                  <a:pt x="0" y="1905635"/>
                </a:lnTo>
                <a:lnTo>
                  <a:pt x="0" y="550202"/>
                </a:lnTo>
                <a:lnTo>
                  <a:pt x="120162" y="440991"/>
                </a:lnTo>
                <a:cubicBezTo>
                  <a:pt x="453987" y="165495"/>
                  <a:pt x="881957" y="0"/>
                  <a:pt x="1348581" y="0"/>
                </a:cubicBezTo>
                <a:close/>
              </a:path>
            </a:pathLst>
          </a:custGeom>
          <a:gradFill>
            <a:gsLst>
              <a:gs pos="0">
                <a:schemeClr val="accent1"/>
              </a:gs>
              <a:gs pos="100000">
                <a:srgbClr val="243769">
                  <a:alpha val="0"/>
                </a:srgbClr>
              </a:gs>
            </a:gsLst>
            <a:lin ang="5400000" scaled="0"/>
          </a:gra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2400" b="0" i="0" u="none" strike="noStrike" kern="0" cap="none" spc="0" normalizeH="0" baseline="0" noProof="0">
              <a:ln>
                <a:noFill/>
              </a:ln>
              <a:solidFill>
                <a:srgbClr val="FFFFFF"/>
              </a:solidFill>
              <a:effectLst/>
              <a:uLnTx/>
              <a:uFillTx/>
              <a:latin typeface="Quattrocento Sans"/>
              <a:ea typeface="Quattrocento Sans"/>
              <a:cs typeface="Quattrocento Sans"/>
              <a:sym typeface="Quattrocento Sans"/>
            </a:endParaRPr>
          </a:p>
        </p:txBody>
      </p:sp>
      <p:sp>
        <p:nvSpPr>
          <p:cNvPr id="507" name="Google Shape;507;p2"/>
          <p:cNvSpPr/>
          <p:nvPr/>
        </p:nvSpPr>
        <p:spPr>
          <a:xfrm>
            <a:off x="-21424" y="4952366"/>
            <a:ext cx="3278485" cy="1905635"/>
          </a:xfrm>
          <a:custGeom>
            <a:avLst/>
            <a:gdLst/>
            <a:ahLst/>
            <a:cxnLst/>
            <a:rect l="l" t="t" r="r" b="b"/>
            <a:pathLst>
              <a:path w="3278485" h="1905635" extrusionOk="0">
                <a:moveTo>
                  <a:pt x="1348581" y="0"/>
                </a:moveTo>
                <a:cubicBezTo>
                  <a:pt x="2348490" y="0"/>
                  <a:pt x="3170908" y="759925"/>
                  <a:pt x="3269805" y="1733741"/>
                </a:cubicBezTo>
                <a:lnTo>
                  <a:pt x="3278485" y="1905635"/>
                </a:lnTo>
                <a:lnTo>
                  <a:pt x="0" y="1905635"/>
                </a:lnTo>
                <a:lnTo>
                  <a:pt x="0" y="550202"/>
                </a:lnTo>
                <a:lnTo>
                  <a:pt x="120162" y="440991"/>
                </a:lnTo>
                <a:cubicBezTo>
                  <a:pt x="453987" y="165495"/>
                  <a:pt x="881957" y="0"/>
                  <a:pt x="1348581" y="0"/>
                </a:cubicBezTo>
                <a:close/>
              </a:path>
            </a:pathLst>
          </a:custGeom>
          <a:gradFill>
            <a:gsLst>
              <a:gs pos="0">
                <a:schemeClr val="accent1"/>
              </a:gs>
              <a:gs pos="100000">
                <a:srgbClr val="243769">
                  <a:alpha val="0"/>
                </a:srgbClr>
              </a:gs>
            </a:gsLst>
            <a:lin ang="5400000" scaled="0"/>
          </a:gra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2400" b="0" i="0" u="none" strike="noStrike" kern="0" cap="none" spc="0" normalizeH="0" baseline="0" noProof="0">
              <a:ln>
                <a:noFill/>
              </a:ln>
              <a:solidFill>
                <a:srgbClr val="FFFFFF"/>
              </a:solidFill>
              <a:effectLst/>
              <a:uLnTx/>
              <a:uFillTx/>
              <a:latin typeface="Quattrocento Sans"/>
              <a:ea typeface="Quattrocento Sans"/>
              <a:cs typeface="Quattrocento Sans"/>
              <a:sym typeface="Quattrocento Sans"/>
            </a:endParaRPr>
          </a:p>
        </p:txBody>
      </p:sp>
      <p:sp>
        <p:nvSpPr>
          <p:cNvPr id="508" name="Google Shape;508;p2"/>
          <p:cNvSpPr txBox="1">
            <a:spLocks noGrp="1"/>
          </p:cNvSpPr>
          <p:nvPr>
            <p:ph type="title"/>
          </p:nvPr>
        </p:nvSpPr>
        <p:spPr>
          <a:xfrm>
            <a:off x="682738" y="190775"/>
            <a:ext cx="4432285" cy="732234"/>
          </a:xfrm>
          <a:prstGeom prst="rect">
            <a:avLst/>
          </a:prstGeom>
          <a:noFill/>
          <a:ln>
            <a:noFill/>
          </a:ln>
        </p:spPr>
        <p:txBody>
          <a:bodyPr spcFirstLastPara="1" wrap="square" lIns="0" tIns="60925" rIns="0" bIns="60925" anchor="b" anchorCtr="0">
            <a:noAutofit/>
          </a:bodyPr>
          <a:lstStyle/>
          <a:p>
            <a:pPr marL="0" lvl="0" indent="0" algn="l" rtl="0">
              <a:spcBef>
                <a:spcPts val="0"/>
              </a:spcBef>
              <a:spcAft>
                <a:spcPts val="0"/>
              </a:spcAft>
              <a:buClr>
                <a:schemeClr val="lt1"/>
              </a:buClr>
              <a:buSzPts val="3600"/>
              <a:buFont typeface="Corben"/>
              <a:buNone/>
            </a:pPr>
            <a:r>
              <a:rPr lang="en-US" sz="3600" dirty="0">
                <a:latin typeface="Corben"/>
                <a:ea typeface="Corben"/>
                <a:cs typeface="Corben"/>
                <a:sym typeface="Corben"/>
              </a:rPr>
              <a:t>Agenda</a:t>
            </a:r>
            <a:r>
              <a:rPr lang="en-US" dirty="0"/>
              <a:t> </a:t>
            </a:r>
            <a:endParaRPr dirty="0"/>
          </a:p>
        </p:txBody>
      </p:sp>
      <p:grpSp>
        <p:nvGrpSpPr>
          <p:cNvPr id="509" name="Google Shape;509;p2"/>
          <p:cNvGrpSpPr/>
          <p:nvPr/>
        </p:nvGrpSpPr>
        <p:grpSpPr>
          <a:xfrm>
            <a:off x="3835664" y="440668"/>
            <a:ext cx="6124544" cy="859686"/>
            <a:chOff x="3657616" y="440668"/>
            <a:chExt cx="6124544" cy="859686"/>
          </a:xfrm>
        </p:grpSpPr>
        <p:sp>
          <p:nvSpPr>
            <p:cNvPr id="510" name="Google Shape;510;p2"/>
            <p:cNvSpPr/>
            <p:nvPr/>
          </p:nvSpPr>
          <p:spPr>
            <a:xfrm>
              <a:off x="3657616" y="440668"/>
              <a:ext cx="4644516" cy="859686"/>
            </a:xfrm>
            <a:prstGeom prst="roundRect">
              <a:avLst>
                <a:gd name="adj" fmla="val 50000"/>
              </a:avLst>
            </a:prstGeom>
            <a:gradFill>
              <a:gsLst>
                <a:gs pos="0">
                  <a:srgbClr val="C7E6B2"/>
                </a:gs>
                <a:gs pos="100000">
                  <a:srgbClr val="E2F2D7">
                    <a:alpha val="0"/>
                  </a:srgbClr>
                </a:gs>
              </a:gsLst>
              <a:lin ang="0" scaled="0"/>
            </a:gra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2400" b="0" i="0" u="none" strike="noStrike" kern="0" cap="none" spc="0" normalizeH="0" baseline="0" noProof="0">
                <a:ln>
                  <a:noFill/>
                </a:ln>
                <a:solidFill>
                  <a:srgbClr val="FFFFFF"/>
                </a:solidFill>
                <a:effectLst/>
                <a:uLnTx/>
                <a:uFillTx/>
                <a:latin typeface="Quattrocento Sans"/>
                <a:ea typeface="Quattrocento Sans"/>
                <a:cs typeface="Quattrocento Sans"/>
                <a:sym typeface="Quattrocento Sans"/>
              </a:endParaRPr>
            </a:p>
          </p:txBody>
        </p:sp>
        <p:sp>
          <p:nvSpPr>
            <p:cNvPr id="511" name="Google Shape;511;p2"/>
            <p:cNvSpPr txBox="1"/>
            <p:nvPr/>
          </p:nvSpPr>
          <p:spPr>
            <a:xfrm>
              <a:off x="4601587" y="636144"/>
              <a:ext cx="5180573" cy="461665"/>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1" i="0" u="none" strike="noStrike" kern="0" cap="none" spc="0" normalizeH="0" baseline="0" noProof="0" dirty="0">
                  <a:ln>
                    <a:noFill/>
                  </a:ln>
                  <a:solidFill>
                    <a:srgbClr val="1B294E"/>
                  </a:solidFill>
                  <a:effectLst/>
                  <a:uLnTx/>
                  <a:uFillTx/>
                  <a:latin typeface="Corben"/>
                  <a:ea typeface="Corben"/>
                  <a:cs typeface="Corben"/>
                  <a:sym typeface="Corben"/>
                </a:rPr>
                <a:t>Who is this course for</a:t>
              </a:r>
              <a:endParaRPr kumimoji="0" sz="2400" b="0" i="0" u="none" strike="noStrike" kern="0" cap="none" spc="0" normalizeH="0" baseline="0" noProof="0" dirty="0">
                <a:ln>
                  <a:noFill/>
                </a:ln>
                <a:solidFill>
                  <a:srgbClr val="1B294E"/>
                </a:solidFill>
                <a:effectLst/>
                <a:uLnTx/>
                <a:uFillTx/>
                <a:latin typeface="Quattrocento Sans"/>
                <a:ea typeface="Quattrocento Sans"/>
                <a:cs typeface="Quattrocento Sans"/>
                <a:sym typeface="Quattrocento Sans"/>
              </a:endParaRPr>
            </a:p>
          </p:txBody>
        </p:sp>
        <p:grpSp>
          <p:nvGrpSpPr>
            <p:cNvPr id="512" name="Google Shape;512;p2"/>
            <p:cNvGrpSpPr/>
            <p:nvPr/>
          </p:nvGrpSpPr>
          <p:grpSpPr>
            <a:xfrm>
              <a:off x="3657616" y="440668"/>
              <a:ext cx="852620" cy="852620"/>
              <a:chOff x="3657616" y="440668"/>
              <a:chExt cx="852620" cy="852620"/>
            </a:xfrm>
          </p:grpSpPr>
          <p:grpSp>
            <p:nvGrpSpPr>
              <p:cNvPr id="513" name="Google Shape;513;p2"/>
              <p:cNvGrpSpPr/>
              <p:nvPr/>
            </p:nvGrpSpPr>
            <p:grpSpPr>
              <a:xfrm>
                <a:off x="3657616" y="440668"/>
                <a:ext cx="852620" cy="852620"/>
                <a:chOff x="3657616" y="440668"/>
                <a:chExt cx="1008112" cy="1008112"/>
              </a:xfrm>
            </p:grpSpPr>
            <p:sp>
              <p:nvSpPr>
                <p:cNvPr id="514" name="Google Shape;514;p2"/>
                <p:cNvSpPr/>
                <p:nvPr/>
              </p:nvSpPr>
              <p:spPr>
                <a:xfrm>
                  <a:off x="3657616" y="440668"/>
                  <a:ext cx="1008112" cy="1008112"/>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2400" b="0" i="0" u="none" strike="noStrike" kern="0" cap="none" spc="0" normalizeH="0" baseline="0" noProof="0">
                    <a:ln>
                      <a:noFill/>
                    </a:ln>
                    <a:solidFill>
                      <a:srgbClr val="FFFFFF"/>
                    </a:solidFill>
                    <a:effectLst/>
                    <a:uLnTx/>
                    <a:uFillTx/>
                    <a:latin typeface="Quattrocento Sans"/>
                    <a:ea typeface="Quattrocento Sans"/>
                    <a:cs typeface="Quattrocento Sans"/>
                    <a:sym typeface="Quattrocento Sans"/>
                  </a:endParaRPr>
                </a:p>
              </p:txBody>
            </p:sp>
            <p:grpSp>
              <p:nvGrpSpPr>
                <p:cNvPr id="515" name="Google Shape;515;p2"/>
                <p:cNvGrpSpPr/>
                <p:nvPr/>
              </p:nvGrpSpPr>
              <p:grpSpPr>
                <a:xfrm>
                  <a:off x="3765628" y="548680"/>
                  <a:ext cx="792088" cy="792088"/>
                  <a:chOff x="4197016" y="548680"/>
                  <a:chExt cx="792088" cy="792088"/>
                </a:xfrm>
              </p:grpSpPr>
              <p:sp>
                <p:nvSpPr>
                  <p:cNvPr id="516" name="Google Shape;516;p2"/>
                  <p:cNvSpPr/>
                  <p:nvPr/>
                </p:nvSpPr>
                <p:spPr>
                  <a:xfrm>
                    <a:off x="4197016" y="548680"/>
                    <a:ext cx="792088" cy="792088"/>
                  </a:xfrm>
                  <a:prstGeom prst="ellipse">
                    <a:avLst/>
                  </a:prstGeom>
                  <a:gradFill>
                    <a:gsLst>
                      <a:gs pos="0">
                        <a:srgbClr val="C7E6B2"/>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2400" b="0" i="0" u="none" strike="noStrike" kern="0" cap="none" spc="0" normalizeH="0" baseline="0" noProof="0">
                      <a:ln>
                        <a:noFill/>
                      </a:ln>
                      <a:solidFill>
                        <a:srgbClr val="FFFFFF"/>
                      </a:solidFill>
                      <a:effectLst/>
                      <a:uLnTx/>
                      <a:uFillTx/>
                      <a:latin typeface="Quattrocento Sans"/>
                      <a:ea typeface="Quattrocento Sans"/>
                      <a:cs typeface="Quattrocento Sans"/>
                      <a:sym typeface="Quattrocento Sans"/>
                    </a:endParaRPr>
                  </a:p>
                </p:txBody>
              </p:sp>
              <p:sp>
                <p:nvSpPr>
                  <p:cNvPr id="517" name="Google Shape;517;p2"/>
                  <p:cNvSpPr/>
                  <p:nvPr/>
                </p:nvSpPr>
                <p:spPr>
                  <a:xfrm>
                    <a:off x="4269024" y="620688"/>
                    <a:ext cx="648072" cy="648072"/>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1" i="0" u="none" strike="noStrike" kern="0" cap="none" spc="0" normalizeH="0" baseline="0" noProof="0">
                      <a:ln>
                        <a:noFill/>
                      </a:ln>
                      <a:solidFill>
                        <a:srgbClr val="FFFFFF"/>
                      </a:solidFill>
                      <a:effectLst/>
                      <a:uLnTx/>
                      <a:uFillTx/>
                      <a:latin typeface="Quattrocento Sans"/>
                      <a:ea typeface="Quattrocento Sans"/>
                      <a:cs typeface="Quattrocento Sans"/>
                      <a:sym typeface="Quattrocento Sans"/>
                    </a:endParaRPr>
                  </a:p>
                </p:txBody>
              </p:sp>
            </p:grpSp>
          </p:grpSp>
          <p:sp>
            <p:nvSpPr>
              <p:cNvPr id="518" name="Google Shape;518;p2"/>
              <p:cNvSpPr txBox="1"/>
              <p:nvPr/>
            </p:nvSpPr>
            <p:spPr>
              <a:xfrm>
                <a:off x="3748968" y="674410"/>
                <a:ext cx="669916" cy="369332"/>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1" i="0" u="none" strike="noStrike" kern="0" cap="none" spc="0" normalizeH="0" baseline="0" noProof="0">
                    <a:ln>
                      <a:noFill/>
                    </a:ln>
                    <a:solidFill>
                      <a:srgbClr val="FFFFFF"/>
                    </a:solidFill>
                    <a:effectLst/>
                    <a:uLnTx/>
                    <a:uFillTx/>
                    <a:latin typeface="Quattrocento Sans"/>
                    <a:ea typeface="Quattrocento Sans"/>
                    <a:cs typeface="Quattrocento Sans"/>
                    <a:sym typeface="Quattrocento Sans"/>
                  </a:rPr>
                  <a:t>01</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grpSp>
        <p:nvGrpSpPr>
          <p:cNvPr id="519" name="Google Shape;519;p2"/>
          <p:cNvGrpSpPr/>
          <p:nvPr/>
        </p:nvGrpSpPr>
        <p:grpSpPr>
          <a:xfrm>
            <a:off x="4716549" y="2138925"/>
            <a:ext cx="6931310" cy="859686"/>
            <a:chOff x="3657616" y="440668"/>
            <a:chExt cx="6931310" cy="859686"/>
          </a:xfrm>
        </p:grpSpPr>
        <p:sp>
          <p:nvSpPr>
            <p:cNvPr id="520" name="Google Shape;520;p2"/>
            <p:cNvSpPr/>
            <p:nvPr/>
          </p:nvSpPr>
          <p:spPr>
            <a:xfrm>
              <a:off x="3657616" y="440668"/>
              <a:ext cx="4644516" cy="859686"/>
            </a:xfrm>
            <a:prstGeom prst="roundRect">
              <a:avLst>
                <a:gd name="adj" fmla="val 50000"/>
              </a:avLst>
            </a:prstGeom>
            <a:gradFill>
              <a:gsLst>
                <a:gs pos="0">
                  <a:srgbClr val="C7E6B2"/>
                </a:gs>
                <a:gs pos="100000">
                  <a:srgbClr val="E2F2D7">
                    <a:alpha val="0"/>
                  </a:srgbClr>
                </a:gs>
              </a:gsLst>
              <a:lin ang="0" scaled="0"/>
            </a:gra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2400" b="0" i="0" u="none" strike="noStrike" kern="0" cap="none" spc="0" normalizeH="0" baseline="0" noProof="0">
                <a:ln>
                  <a:noFill/>
                </a:ln>
                <a:solidFill>
                  <a:srgbClr val="FFFFFF"/>
                </a:solidFill>
                <a:effectLst/>
                <a:uLnTx/>
                <a:uFillTx/>
                <a:latin typeface="Quattrocento Sans"/>
                <a:ea typeface="Quattrocento Sans"/>
                <a:cs typeface="Quattrocento Sans"/>
                <a:sym typeface="Quattrocento Sans"/>
              </a:endParaRPr>
            </a:p>
          </p:txBody>
        </p:sp>
        <p:sp>
          <p:nvSpPr>
            <p:cNvPr id="521" name="Google Shape;521;p2"/>
            <p:cNvSpPr txBox="1"/>
            <p:nvPr/>
          </p:nvSpPr>
          <p:spPr>
            <a:xfrm>
              <a:off x="4601587" y="636144"/>
              <a:ext cx="5987339" cy="46162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0" i="0" u="none" strike="noStrike" kern="0" cap="none" spc="0" normalizeH="0" baseline="0" noProof="0" dirty="0">
                  <a:ln>
                    <a:noFill/>
                  </a:ln>
                  <a:solidFill>
                    <a:srgbClr val="1B294E"/>
                  </a:solidFill>
                  <a:effectLst/>
                  <a:uLnTx/>
                  <a:uFillTx/>
                  <a:latin typeface="Corben"/>
                  <a:ea typeface="Corben"/>
                  <a:cs typeface="Corben"/>
                  <a:sym typeface="Corben"/>
                </a:rPr>
                <a:t>Introduction to Type script</a:t>
              </a:r>
              <a:endParaRPr kumimoji="0" sz="2400" b="0" i="0" u="none" strike="noStrike" kern="0" cap="none" spc="0" normalizeH="0" baseline="0" noProof="0" dirty="0">
                <a:ln>
                  <a:noFill/>
                </a:ln>
                <a:solidFill>
                  <a:srgbClr val="1B294E"/>
                </a:solidFill>
                <a:effectLst/>
                <a:uLnTx/>
                <a:uFillTx/>
                <a:latin typeface="Quattrocento Sans"/>
                <a:ea typeface="Quattrocento Sans"/>
                <a:cs typeface="Quattrocento Sans"/>
                <a:sym typeface="Quattrocento Sans"/>
              </a:endParaRPr>
            </a:p>
          </p:txBody>
        </p:sp>
        <p:grpSp>
          <p:nvGrpSpPr>
            <p:cNvPr id="522" name="Google Shape;522;p2"/>
            <p:cNvGrpSpPr/>
            <p:nvPr/>
          </p:nvGrpSpPr>
          <p:grpSpPr>
            <a:xfrm>
              <a:off x="3657616" y="440668"/>
              <a:ext cx="852620" cy="852620"/>
              <a:chOff x="3657616" y="440668"/>
              <a:chExt cx="852620" cy="852620"/>
            </a:xfrm>
          </p:grpSpPr>
          <p:grpSp>
            <p:nvGrpSpPr>
              <p:cNvPr id="523" name="Google Shape;523;p2"/>
              <p:cNvGrpSpPr/>
              <p:nvPr/>
            </p:nvGrpSpPr>
            <p:grpSpPr>
              <a:xfrm>
                <a:off x="3657616" y="440668"/>
                <a:ext cx="852620" cy="852620"/>
                <a:chOff x="3657616" y="440668"/>
                <a:chExt cx="1008112" cy="1008112"/>
              </a:xfrm>
            </p:grpSpPr>
            <p:sp>
              <p:nvSpPr>
                <p:cNvPr id="524" name="Google Shape;524;p2"/>
                <p:cNvSpPr/>
                <p:nvPr/>
              </p:nvSpPr>
              <p:spPr>
                <a:xfrm>
                  <a:off x="3657616" y="440668"/>
                  <a:ext cx="1008112" cy="1008112"/>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2400" b="0" i="0" u="none" strike="noStrike" kern="0" cap="none" spc="0" normalizeH="0" baseline="0" noProof="0">
                    <a:ln>
                      <a:noFill/>
                    </a:ln>
                    <a:solidFill>
                      <a:srgbClr val="FFFFFF"/>
                    </a:solidFill>
                    <a:effectLst/>
                    <a:uLnTx/>
                    <a:uFillTx/>
                    <a:latin typeface="Quattrocento Sans"/>
                    <a:ea typeface="Quattrocento Sans"/>
                    <a:cs typeface="Quattrocento Sans"/>
                    <a:sym typeface="Quattrocento Sans"/>
                  </a:endParaRPr>
                </a:p>
              </p:txBody>
            </p:sp>
            <p:grpSp>
              <p:nvGrpSpPr>
                <p:cNvPr id="525" name="Google Shape;525;p2"/>
                <p:cNvGrpSpPr/>
                <p:nvPr/>
              </p:nvGrpSpPr>
              <p:grpSpPr>
                <a:xfrm>
                  <a:off x="3765628" y="548680"/>
                  <a:ext cx="792088" cy="792088"/>
                  <a:chOff x="4197016" y="548680"/>
                  <a:chExt cx="792088" cy="792088"/>
                </a:xfrm>
              </p:grpSpPr>
              <p:sp>
                <p:nvSpPr>
                  <p:cNvPr id="526" name="Google Shape;526;p2"/>
                  <p:cNvSpPr/>
                  <p:nvPr/>
                </p:nvSpPr>
                <p:spPr>
                  <a:xfrm>
                    <a:off x="4197016" y="548680"/>
                    <a:ext cx="792088" cy="792088"/>
                  </a:xfrm>
                  <a:prstGeom prst="ellipse">
                    <a:avLst/>
                  </a:prstGeom>
                  <a:gradFill>
                    <a:gsLst>
                      <a:gs pos="0">
                        <a:srgbClr val="C7E6B2"/>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2400" b="0" i="0" u="none" strike="noStrike" kern="0" cap="none" spc="0" normalizeH="0" baseline="0" noProof="0">
                      <a:ln>
                        <a:noFill/>
                      </a:ln>
                      <a:solidFill>
                        <a:srgbClr val="FFFFFF"/>
                      </a:solidFill>
                      <a:effectLst/>
                      <a:uLnTx/>
                      <a:uFillTx/>
                      <a:latin typeface="Quattrocento Sans"/>
                      <a:ea typeface="Quattrocento Sans"/>
                      <a:cs typeface="Quattrocento Sans"/>
                      <a:sym typeface="Quattrocento Sans"/>
                    </a:endParaRPr>
                  </a:p>
                </p:txBody>
              </p:sp>
              <p:sp>
                <p:nvSpPr>
                  <p:cNvPr id="527" name="Google Shape;527;p2"/>
                  <p:cNvSpPr/>
                  <p:nvPr/>
                </p:nvSpPr>
                <p:spPr>
                  <a:xfrm>
                    <a:off x="4269024" y="620688"/>
                    <a:ext cx="648072" cy="648072"/>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1" i="0" u="none" strike="noStrike" kern="0" cap="none" spc="0" normalizeH="0" baseline="0" noProof="0">
                      <a:ln>
                        <a:noFill/>
                      </a:ln>
                      <a:solidFill>
                        <a:srgbClr val="FFFFFF"/>
                      </a:solidFill>
                      <a:effectLst/>
                      <a:uLnTx/>
                      <a:uFillTx/>
                      <a:latin typeface="Quattrocento Sans"/>
                      <a:ea typeface="Quattrocento Sans"/>
                      <a:cs typeface="Quattrocento Sans"/>
                      <a:sym typeface="Quattrocento Sans"/>
                    </a:endParaRPr>
                  </a:p>
                </p:txBody>
              </p:sp>
            </p:grpSp>
          </p:grpSp>
          <p:sp>
            <p:nvSpPr>
              <p:cNvPr id="528" name="Google Shape;528;p2"/>
              <p:cNvSpPr txBox="1"/>
              <p:nvPr/>
            </p:nvSpPr>
            <p:spPr>
              <a:xfrm>
                <a:off x="3748968" y="674410"/>
                <a:ext cx="669916" cy="369332"/>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1" i="0" u="none" strike="noStrike" kern="0" cap="none" spc="0" normalizeH="0" baseline="0" noProof="0">
                    <a:ln>
                      <a:noFill/>
                    </a:ln>
                    <a:solidFill>
                      <a:srgbClr val="FFFFFF"/>
                    </a:solidFill>
                    <a:effectLst/>
                    <a:uLnTx/>
                    <a:uFillTx/>
                    <a:latin typeface="Quattrocento Sans"/>
                    <a:ea typeface="Quattrocento Sans"/>
                    <a:cs typeface="Quattrocento Sans"/>
                    <a:sym typeface="Quattrocento Sans"/>
                  </a:rPr>
                  <a:t>02</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grpSp>
        <p:nvGrpSpPr>
          <p:cNvPr id="529" name="Google Shape;529;p2"/>
          <p:cNvGrpSpPr/>
          <p:nvPr/>
        </p:nvGrpSpPr>
        <p:grpSpPr>
          <a:xfrm>
            <a:off x="5023671" y="3788587"/>
            <a:ext cx="6475255" cy="900677"/>
            <a:chOff x="3657616" y="399677"/>
            <a:chExt cx="5629459" cy="900677"/>
          </a:xfrm>
        </p:grpSpPr>
        <p:sp>
          <p:nvSpPr>
            <p:cNvPr id="530" name="Google Shape;530;p2"/>
            <p:cNvSpPr/>
            <p:nvPr/>
          </p:nvSpPr>
          <p:spPr>
            <a:xfrm>
              <a:off x="3657616" y="440668"/>
              <a:ext cx="4644516" cy="859686"/>
            </a:xfrm>
            <a:prstGeom prst="roundRect">
              <a:avLst>
                <a:gd name="adj" fmla="val 50000"/>
              </a:avLst>
            </a:prstGeom>
            <a:gradFill>
              <a:gsLst>
                <a:gs pos="0">
                  <a:srgbClr val="C7E6B2"/>
                </a:gs>
                <a:gs pos="100000">
                  <a:srgbClr val="E2F2D7">
                    <a:alpha val="0"/>
                  </a:srgbClr>
                </a:gs>
              </a:gsLst>
              <a:lin ang="0" scaled="0"/>
            </a:gra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2400" b="0" i="0" u="none" strike="noStrike" kern="0" cap="none" spc="0" normalizeH="0" baseline="0" noProof="0">
                <a:ln>
                  <a:noFill/>
                </a:ln>
                <a:solidFill>
                  <a:srgbClr val="FFFFFF"/>
                </a:solidFill>
                <a:effectLst/>
                <a:uLnTx/>
                <a:uFillTx/>
                <a:latin typeface="Quattrocento Sans"/>
                <a:ea typeface="Quattrocento Sans"/>
                <a:cs typeface="Quattrocento Sans"/>
                <a:sym typeface="Quattrocento Sans"/>
              </a:endParaRPr>
            </a:p>
          </p:txBody>
        </p:sp>
        <p:sp>
          <p:nvSpPr>
            <p:cNvPr id="531" name="Google Shape;531;p2"/>
            <p:cNvSpPr txBox="1"/>
            <p:nvPr/>
          </p:nvSpPr>
          <p:spPr>
            <a:xfrm>
              <a:off x="4479785" y="399677"/>
              <a:ext cx="4807290" cy="49847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20000"/>
                </a:lnSpc>
                <a:spcBef>
                  <a:spcPts val="0"/>
                </a:spcBef>
                <a:spcAft>
                  <a:spcPts val="0"/>
                </a:spcAft>
                <a:buClr>
                  <a:srgbClr val="000000"/>
                </a:buClr>
                <a:buSzTx/>
                <a:buFont typeface="Arial"/>
                <a:buNone/>
                <a:tabLst/>
                <a:defRPr/>
              </a:pPr>
              <a:endParaRPr kumimoji="0" sz="2400" b="0" i="0" u="none" strike="noStrike" kern="0" cap="none" spc="0" normalizeH="0" baseline="0" noProof="0">
                <a:ln>
                  <a:noFill/>
                </a:ln>
                <a:solidFill>
                  <a:srgbClr val="1B294E"/>
                </a:solidFill>
                <a:effectLst/>
                <a:uLnTx/>
                <a:uFillTx/>
                <a:latin typeface="Corben"/>
                <a:ea typeface="Corben"/>
                <a:cs typeface="Corben"/>
                <a:sym typeface="Corben"/>
              </a:endParaRPr>
            </a:p>
          </p:txBody>
        </p:sp>
        <p:grpSp>
          <p:nvGrpSpPr>
            <p:cNvPr id="532" name="Google Shape;532;p2"/>
            <p:cNvGrpSpPr/>
            <p:nvPr/>
          </p:nvGrpSpPr>
          <p:grpSpPr>
            <a:xfrm>
              <a:off x="3657616" y="440668"/>
              <a:ext cx="852620" cy="852620"/>
              <a:chOff x="3657616" y="440668"/>
              <a:chExt cx="852620" cy="852620"/>
            </a:xfrm>
          </p:grpSpPr>
          <p:grpSp>
            <p:nvGrpSpPr>
              <p:cNvPr id="533" name="Google Shape;533;p2"/>
              <p:cNvGrpSpPr/>
              <p:nvPr/>
            </p:nvGrpSpPr>
            <p:grpSpPr>
              <a:xfrm>
                <a:off x="3657616" y="440668"/>
                <a:ext cx="852620" cy="852620"/>
                <a:chOff x="3657616" y="440668"/>
                <a:chExt cx="1008112" cy="1008112"/>
              </a:xfrm>
            </p:grpSpPr>
            <p:sp>
              <p:nvSpPr>
                <p:cNvPr id="534" name="Google Shape;534;p2"/>
                <p:cNvSpPr/>
                <p:nvPr/>
              </p:nvSpPr>
              <p:spPr>
                <a:xfrm>
                  <a:off x="3657616" y="440668"/>
                  <a:ext cx="1008112" cy="1008112"/>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2400" b="0" i="0" u="none" strike="noStrike" kern="0" cap="none" spc="0" normalizeH="0" baseline="0" noProof="0">
                    <a:ln>
                      <a:noFill/>
                    </a:ln>
                    <a:solidFill>
                      <a:srgbClr val="FFFFFF"/>
                    </a:solidFill>
                    <a:effectLst/>
                    <a:uLnTx/>
                    <a:uFillTx/>
                    <a:latin typeface="Quattrocento Sans"/>
                    <a:ea typeface="Quattrocento Sans"/>
                    <a:cs typeface="Quattrocento Sans"/>
                    <a:sym typeface="Quattrocento Sans"/>
                  </a:endParaRPr>
                </a:p>
              </p:txBody>
            </p:sp>
            <p:grpSp>
              <p:nvGrpSpPr>
                <p:cNvPr id="535" name="Google Shape;535;p2"/>
                <p:cNvGrpSpPr/>
                <p:nvPr/>
              </p:nvGrpSpPr>
              <p:grpSpPr>
                <a:xfrm>
                  <a:off x="3765628" y="548680"/>
                  <a:ext cx="792088" cy="792088"/>
                  <a:chOff x="4197016" y="548680"/>
                  <a:chExt cx="792088" cy="792088"/>
                </a:xfrm>
              </p:grpSpPr>
              <p:sp>
                <p:nvSpPr>
                  <p:cNvPr id="536" name="Google Shape;536;p2"/>
                  <p:cNvSpPr/>
                  <p:nvPr/>
                </p:nvSpPr>
                <p:spPr>
                  <a:xfrm>
                    <a:off x="4197016" y="548680"/>
                    <a:ext cx="792088" cy="792088"/>
                  </a:xfrm>
                  <a:prstGeom prst="ellipse">
                    <a:avLst/>
                  </a:prstGeom>
                  <a:gradFill>
                    <a:gsLst>
                      <a:gs pos="0">
                        <a:srgbClr val="C7E6B2"/>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2400" b="0" i="0" u="none" strike="noStrike" kern="0" cap="none" spc="0" normalizeH="0" baseline="0" noProof="0">
                      <a:ln>
                        <a:noFill/>
                      </a:ln>
                      <a:solidFill>
                        <a:srgbClr val="FFFFFF"/>
                      </a:solidFill>
                      <a:effectLst/>
                      <a:uLnTx/>
                      <a:uFillTx/>
                      <a:latin typeface="Quattrocento Sans"/>
                      <a:ea typeface="Quattrocento Sans"/>
                      <a:cs typeface="Quattrocento Sans"/>
                      <a:sym typeface="Quattrocento Sans"/>
                    </a:endParaRPr>
                  </a:p>
                </p:txBody>
              </p:sp>
              <p:sp>
                <p:nvSpPr>
                  <p:cNvPr id="537" name="Google Shape;537;p2"/>
                  <p:cNvSpPr/>
                  <p:nvPr/>
                </p:nvSpPr>
                <p:spPr>
                  <a:xfrm>
                    <a:off x="4269024" y="620688"/>
                    <a:ext cx="648072" cy="648072"/>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1" i="0" u="none" strike="noStrike" kern="0" cap="none" spc="0" normalizeH="0" baseline="0" noProof="0">
                      <a:ln>
                        <a:noFill/>
                      </a:ln>
                      <a:solidFill>
                        <a:srgbClr val="FFFFFF"/>
                      </a:solidFill>
                      <a:effectLst/>
                      <a:uLnTx/>
                      <a:uFillTx/>
                      <a:latin typeface="Quattrocento Sans"/>
                      <a:ea typeface="Quattrocento Sans"/>
                      <a:cs typeface="Quattrocento Sans"/>
                      <a:sym typeface="Quattrocento Sans"/>
                    </a:endParaRPr>
                  </a:p>
                </p:txBody>
              </p:sp>
            </p:grpSp>
          </p:grpSp>
          <p:sp>
            <p:nvSpPr>
              <p:cNvPr id="538" name="Google Shape;538;p2"/>
              <p:cNvSpPr txBox="1"/>
              <p:nvPr/>
            </p:nvSpPr>
            <p:spPr>
              <a:xfrm>
                <a:off x="3748968" y="674410"/>
                <a:ext cx="669916" cy="369332"/>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1" i="0" u="none" strike="noStrike" kern="0" cap="none" spc="0" normalizeH="0" baseline="0" noProof="0">
                    <a:ln>
                      <a:noFill/>
                    </a:ln>
                    <a:solidFill>
                      <a:srgbClr val="FFFFFF"/>
                    </a:solidFill>
                    <a:effectLst/>
                    <a:uLnTx/>
                    <a:uFillTx/>
                    <a:latin typeface="Quattrocento Sans"/>
                    <a:ea typeface="Quattrocento Sans"/>
                    <a:cs typeface="Quattrocento Sans"/>
                    <a:sym typeface="Quattrocento Sans"/>
                  </a:rPr>
                  <a:t>03</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grpSp>
        <p:nvGrpSpPr>
          <p:cNvPr id="539" name="Google Shape;539;p2"/>
          <p:cNvGrpSpPr/>
          <p:nvPr/>
        </p:nvGrpSpPr>
        <p:grpSpPr>
          <a:xfrm>
            <a:off x="4831467" y="5520231"/>
            <a:ext cx="6939132" cy="859686"/>
            <a:chOff x="3657616" y="440668"/>
            <a:chExt cx="6939132" cy="859686"/>
          </a:xfrm>
        </p:grpSpPr>
        <p:sp>
          <p:nvSpPr>
            <p:cNvPr id="540" name="Google Shape;540;p2"/>
            <p:cNvSpPr/>
            <p:nvPr/>
          </p:nvSpPr>
          <p:spPr>
            <a:xfrm>
              <a:off x="3657616" y="440668"/>
              <a:ext cx="4644516" cy="859686"/>
            </a:xfrm>
            <a:prstGeom prst="roundRect">
              <a:avLst>
                <a:gd name="adj" fmla="val 50000"/>
              </a:avLst>
            </a:prstGeom>
            <a:gradFill>
              <a:gsLst>
                <a:gs pos="0">
                  <a:srgbClr val="C7E6B2"/>
                </a:gs>
                <a:gs pos="100000">
                  <a:srgbClr val="E2F2D7">
                    <a:alpha val="0"/>
                  </a:srgbClr>
                </a:gs>
              </a:gsLst>
              <a:lin ang="0" scaled="0"/>
            </a:gra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2400" b="0" i="0" u="none" strike="noStrike" kern="0" cap="none" spc="0" normalizeH="0" baseline="0" noProof="0">
                <a:ln>
                  <a:noFill/>
                </a:ln>
                <a:solidFill>
                  <a:srgbClr val="FFFFFF"/>
                </a:solidFill>
                <a:effectLst/>
                <a:uLnTx/>
                <a:uFillTx/>
                <a:latin typeface="Quattrocento Sans"/>
                <a:ea typeface="Quattrocento Sans"/>
                <a:cs typeface="Quattrocento Sans"/>
                <a:sym typeface="Quattrocento Sans"/>
              </a:endParaRPr>
            </a:p>
          </p:txBody>
        </p:sp>
        <p:sp>
          <p:nvSpPr>
            <p:cNvPr id="541" name="Google Shape;541;p2"/>
            <p:cNvSpPr txBox="1"/>
            <p:nvPr/>
          </p:nvSpPr>
          <p:spPr>
            <a:xfrm>
              <a:off x="4601588" y="636144"/>
              <a:ext cx="5995160" cy="461665"/>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0" i="0" u="none" strike="noStrike" kern="0" cap="none" spc="0" normalizeH="0" baseline="0" noProof="0" dirty="0">
                  <a:ln>
                    <a:noFill/>
                  </a:ln>
                  <a:solidFill>
                    <a:srgbClr val="1B294E"/>
                  </a:solidFill>
                  <a:effectLst/>
                  <a:uLnTx/>
                  <a:uFillTx/>
                  <a:latin typeface="Corben"/>
                  <a:ea typeface="Corben"/>
                  <a:cs typeface="Corben"/>
                  <a:sym typeface="Corben"/>
                </a:rPr>
                <a:t>Advance type </a:t>
              </a:r>
              <a:r>
                <a:rPr kumimoji="0" lang="en-US" sz="2400" b="0" i="0" u="none" strike="noStrike" kern="0" cap="none" spc="0" normalizeH="0" baseline="0" noProof="0">
                  <a:ln>
                    <a:noFill/>
                  </a:ln>
                  <a:solidFill>
                    <a:srgbClr val="1B294E"/>
                  </a:solidFill>
                  <a:effectLst/>
                  <a:uLnTx/>
                  <a:uFillTx/>
                  <a:latin typeface="Corben"/>
                  <a:ea typeface="Corben"/>
                  <a:cs typeface="Corben"/>
                  <a:sym typeface="Corben"/>
                </a:rPr>
                <a:t>script concepts</a:t>
              </a:r>
              <a:endParaRPr kumimoji="0" sz="2400" b="0" i="0" u="none" strike="noStrike" kern="0" cap="none" spc="0" normalizeH="0" baseline="0" noProof="0" dirty="0">
                <a:ln>
                  <a:noFill/>
                </a:ln>
                <a:solidFill>
                  <a:srgbClr val="1B294E"/>
                </a:solidFill>
                <a:effectLst/>
                <a:uLnTx/>
                <a:uFillTx/>
                <a:latin typeface="Quattrocento Sans"/>
                <a:ea typeface="Quattrocento Sans"/>
                <a:cs typeface="Quattrocento Sans"/>
                <a:sym typeface="Quattrocento Sans"/>
              </a:endParaRPr>
            </a:p>
          </p:txBody>
        </p:sp>
        <p:grpSp>
          <p:nvGrpSpPr>
            <p:cNvPr id="542" name="Google Shape;542;p2"/>
            <p:cNvGrpSpPr/>
            <p:nvPr/>
          </p:nvGrpSpPr>
          <p:grpSpPr>
            <a:xfrm>
              <a:off x="3657616" y="440668"/>
              <a:ext cx="852620" cy="852620"/>
              <a:chOff x="3657616" y="440668"/>
              <a:chExt cx="852620" cy="852620"/>
            </a:xfrm>
          </p:grpSpPr>
          <p:grpSp>
            <p:nvGrpSpPr>
              <p:cNvPr id="543" name="Google Shape;543;p2"/>
              <p:cNvGrpSpPr/>
              <p:nvPr/>
            </p:nvGrpSpPr>
            <p:grpSpPr>
              <a:xfrm>
                <a:off x="3657616" y="440668"/>
                <a:ext cx="852620" cy="852620"/>
                <a:chOff x="3657616" y="440668"/>
                <a:chExt cx="1008112" cy="1008112"/>
              </a:xfrm>
            </p:grpSpPr>
            <p:sp>
              <p:nvSpPr>
                <p:cNvPr id="544" name="Google Shape;544;p2"/>
                <p:cNvSpPr/>
                <p:nvPr/>
              </p:nvSpPr>
              <p:spPr>
                <a:xfrm>
                  <a:off x="3657616" y="440668"/>
                  <a:ext cx="1008112" cy="1008112"/>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2400" b="0" i="0" u="none" strike="noStrike" kern="0" cap="none" spc="0" normalizeH="0" baseline="0" noProof="0">
                    <a:ln>
                      <a:noFill/>
                    </a:ln>
                    <a:solidFill>
                      <a:srgbClr val="FFFFFF"/>
                    </a:solidFill>
                    <a:effectLst/>
                    <a:uLnTx/>
                    <a:uFillTx/>
                    <a:latin typeface="Quattrocento Sans"/>
                    <a:ea typeface="Quattrocento Sans"/>
                    <a:cs typeface="Quattrocento Sans"/>
                    <a:sym typeface="Quattrocento Sans"/>
                  </a:endParaRPr>
                </a:p>
              </p:txBody>
            </p:sp>
            <p:grpSp>
              <p:nvGrpSpPr>
                <p:cNvPr id="545" name="Google Shape;545;p2"/>
                <p:cNvGrpSpPr/>
                <p:nvPr/>
              </p:nvGrpSpPr>
              <p:grpSpPr>
                <a:xfrm>
                  <a:off x="3765628" y="548680"/>
                  <a:ext cx="792088" cy="792088"/>
                  <a:chOff x="4197016" y="548680"/>
                  <a:chExt cx="792088" cy="792088"/>
                </a:xfrm>
              </p:grpSpPr>
              <p:sp>
                <p:nvSpPr>
                  <p:cNvPr id="546" name="Google Shape;546;p2"/>
                  <p:cNvSpPr/>
                  <p:nvPr/>
                </p:nvSpPr>
                <p:spPr>
                  <a:xfrm>
                    <a:off x="4197016" y="548680"/>
                    <a:ext cx="792088" cy="792088"/>
                  </a:xfrm>
                  <a:prstGeom prst="ellipse">
                    <a:avLst/>
                  </a:prstGeom>
                  <a:gradFill>
                    <a:gsLst>
                      <a:gs pos="0">
                        <a:srgbClr val="C7E6B2"/>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2400" b="0" i="0" u="none" strike="noStrike" kern="0" cap="none" spc="0" normalizeH="0" baseline="0" noProof="0">
                      <a:ln>
                        <a:noFill/>
                      </a:ln>
                      <a:solidFill>
                        <a:srgbClr val="FFFFFF"/>
                      </a:solidFill>
                      <a:effectLst/>
                      <a:uLnTx/>
                      <a:uFillTx/>
                      <a:latin typeface="Quattrocento Sans"/>
                      <a:ea typeface="Quattrocento Sans"/>
                      <a:cs typeface="Quattrocento Sans"/>
                      <a:sym typeface="Quattrocento Sans"/>
                    </a:endParaRPr>
                  </a:p>
                </p:txBody>
              </p:sp>
              <p:sp>
                <p:nvSpPr>
                  <p:cNvPr id="547" name="Google Shape;547;p2"/>
                  <p:cNvSpPr/>
                  <p:nvPr/>
                </p:nvSpPr>
                <p:spPr>
                  <a:xfrm>
                    <a:off x="4269024" y="620688"/>
                    <a:ext cx="648072" cy="648072"/>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1" i="0" u="none" strike="noStrike" kern="0" cap="none" spc="0" normalizeH="0" baseline="0" noProof="0">
                      <a:ln>
                        <a:noFill/>
                      </a:ln>
                      <a:solidFill>
                        <a:srgbClr val="FFFFFF"/>
                      </a:solidFill>
                      <a:effectLst/>
                      <a:uLnTx/>
                      <a:uFillTx/>
                      <a:latin typeface="Quattrocento Sans"/>
                      <a:ea typeface="Quattrocento Sans"/>
                      <a:cs typeface="Quattrocento Sans"/>
                      <a:sym typeface="Quattrocento Sans"/>
                    </a:endParaRPr>
                  </a:p>
                </p:txBody>
              </p:sp>
            </p:grpSp>
          </p:grpSp>
          <p:sp>
            <p:nvSpPr>
              <p:cNvPr id="548" name="Google Shape;548;p2"/>
              <p:cNvSpPr txBox="1"/>
              <p:nvPr/>
            </p:nvSpPr>
            <p:spPr>
              <a:xfrm>
                <a:off x="3748968" y="674410"/>
                <a:ext cx="669916" cy="369332"/>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1" i="0" u="none" strike="noStrike" kern="0" cap="none" spc="0" normalizeH="0" baseline="0" noProof="0">
                    <a:ln>
                      <a:noFill/>
                    </a:ln>
                    <a:solidFill>
                      <a:srgbClr val="FFFFFF"/>
                    </a:solidFill>
                    <a:effectLst/>
                    <a:uLnTx/>
                    <a:uFillTx/>
                    <a:latin typeface="Quattrocento Sans"/>
                    <a:ea typeface="Quattrocento Sans"/>
                    <a:cs typeface="Quattrocento Sans"/>
                    <a:sym typeface="Quattrocento Sans"/>
                  </a:rPr>
                  <a:t>04</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pic>
        <p:nvPicPr>
          <p:cNvPr id="550" name="Google Shape;550;p2"/>
          <p:cNvPicPr preferRelativeResize="0"/>
          <p:nvPr/>
        </p:nvPicPr>
        <p:blipFill rotWithShape="1">
          <a:blip r:embed="rId3">
            <a:alphaModFix/>
          </a:blip>
          <a:srcRect/>
          <a:stretch/>
        </p:blipFill>
        <p:spPr>
          <a:xfrm>
            <a:off x="-37569" y="6255475"/>
            <a:ext cx="662338" cy="632616"/>
          </a:xfrm>
          <a:prstGeom prst="rect">
            <a:avLst/>
          </a:prstGeom>
          <a:noFill/>
          <a:ln>
            <a:noFill/>
          </a:ln>
        </p:spPr>
      </p:pic>
      <p:sp>
        <p:nvSpPr>
          <p:cNvPr id="552"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75C042"/>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75C042"/>
              </a:solidFill>
              <a:effectLst/>
              <a:uLnTx/>
              <a:uFillTx/>
              <a:latin typeface="Cambria" panose="02040503050406030204" pitchFamily="18" charset="0"/>
              <a:ea typeface="Cambria" panose="02040503050406030204" pitchFamily="18" charset="0"/>
              <a:cs typeface="Corben"/>
              <a:sym typeface="Corben"/>
            </a:endParaRPr>
          </a:p>
        </p:txBody>
      </p:sp>
      <p:sp>
        <p:nvSpPr>
          <p:cNvPr id="553" name="Google Shape;553;p2"/>
          <p:cNvSpPr txBox="1"/>
          <p:nvPr/>
        </p:nvSpPr>
        <p:spPr>
          <a:xfrm>
            <a:off x="5978935" y="4041964"/>
            <a:ext cx="6208303" cy="46162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0" i="0" u="none" strike="noStrike" kern="0" cap="none" spc="0" normalizeH="0" baseline="0" noProof="0" dirty="0">
                <a:ln>
                  <a:noFill/>
                </a:ln>
                <a:solidFill>
                  <a:srgbClr val="1B294E"/>
                </a:solidFill>
                <a:effectLst/>
                <a:uLnTx/>
                <a:uFillTx/>
                <a:latin typeface="Corben"/>
                <a:ea typeface="Corben"/>
                <a:cs typeface="Corben"/>
                <a:sym typeface="Corben"/>
              </a:rPr>
              <a:t>Interfaces, Types, Classes</a:t>
            </a:r>
            <a:endParaRPr kumimoji="0" sz="2400" b="0" i="0" u="none" strike="noStrike" kern="0" cap="none" spc="0" normalizeH="0" baseline="0" noProof="0" dirty="0">
              <a:ln>
                <a:noFill/>
              </a:ln>
              <a:solidFill>
                <a:srgbClr val="1B294E"/>
              </a:solidFill>
              <a:effectLst/>
              <a:uLnTx/>
              <a:uFillTx/>
              <a:latin typeface="Quattrocento Sans"/>
              <a:ea typeface="Quattrocento Sans"/>
              <a:cs typeface="Quattrocento Sans"/>
              <a:sym typeface="Quattrocento Sans"/>
            </a:endParaRPr>
          </a:p>
        </p:txBody>
      </p:sp>
      <p:pic>
        <p:nvPicPr>
          <p:cNvPr id="50"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7306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08"/>
                                        </p:tgtEl>
                                        <p:attrNameLst>
                                          <p:attrName>style.visibility</p:attrName>
                                        </p:attrNameLst>
                                      </p:cBhvr>
                                      <p:to>
                                        <p:strVal val="visible"/>
                                      </p:to>
                                    </p:set>
                                    <p:animEffect transition="in" filter="barn(inVertical)">
                                      <p:cBhvr>
                                        <p:cTn id="7" dur="500"/>
                                        <p:tgtEl>
                                          <p:spTgt spid="50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509"/>
                                        </p:tgtEl>
                                        <p:attrNameLst>
                                          <p:attrName>style.visibility</p:attrName>
                                        </p:attrNameLst>
                                      </p:cBhvr>
                                      <p:to>
                                        <p:strVal val="visible"/>
                                      </p:to>
                                    </p:set>
                                    <p:animEffect transition="in" filter="barn(inVertical)">
                                      <p:cBhvr>
                                        <p:cTn id="12" dur="500"/>
                                        <p:tgtEl>
                                          <p:spTgt spid="509"/>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519"/>
                                        </p:tgtEl>
                                        <p:attrNameLst>
                                          <p:attrName>style.visibility</p:attrName>
                                        </p:attrNameLst>
                                      </p:cBhvr>
                                      <p:to>
                                        <p:strVal val="visible"/>
                                      </p:to>
                                    </p:set>
                                    <p:animEffect transition="in" filter="barn(inVertical)">
                                      <p:cBhvr>
                                        <p:cTn id="17" dur="500"/>
                                        <p:tgtEl>
                                          <p:spTgt spid="519"/>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553"/>
                                        </p:tgtEl>
                                        <p:attrNameLst>
                                          <p:attrName>style.visibility</p:attrName>
                                        </p:attrNameLst>
                                      </p:cBhvr>
                                      <p:to>
                                        <p:strVal val="visible"/>
                                      </p:to>
                                    </p:set>
                                    <p:animEffect transition="in" filter="barn(inVertical)">
                                      <p:cBhvr>
                                        <p:cTn id="22" dur="500"/>
                                        <p:tgtEl>
                                          <p:spTgt spid="553"/>
                                        </p:tgtEl>
                                      </p:cBhvr>
                                    </p:animEffect>
                                  </p:childTnLst>
                                </p:cTn>
                              </p:par>
                              <p:par>
                                <p:cTn id="23" presetID="16" presetClass="entr" presetSubtype="21" fill="hold" nodeType="withEffect">
                                  <p:stCondLst>
                                    <p:cond delay="0"/>
                                  </p:stCondLst>
                                  <p:childTnLst>
                                    <p:set>
                                      <p:cBhvr>
                                        <p:cTn id="24" dur="1" fill="hold">
                                          <p:stCondLst>
                                            <p:cond delay="0"/>
                                          </p:stCondLst>
                                        </p:cTn>
                                        <p:tgtEl>
                                          <p:spTgt spid="529"/>
                                        </p:tgtEl>
                                        <p:attrNameLst>
                                          <p:attrName>style.visibility</p:attrName>
                                        </p:attrNameLst>
                                      </p:cBhvr>
                                      <p:to>
                                        <p:strVal val="visible"/>
                                      </p:to>
                                    </p:set>
                                    <p:animEffect transition="in" filter="barn(inVertical)">
                                      <p:cBhvr>
                                        <p:cTn id="25" dur="500"/>
                                        <p:tgtEl>
                                          <p:spTgt spid="529"/>
                                        </p:tgtEl>
                                      </p:cBhvr>
                                    </p:animEffect>
                                  </p:childTnLst>
                                </p:cTn>
                              </p:par>
                            </p:childTnLst>
                          </p:cTn>
                        </p:par>
                      </p:childTnLst>
                    </p:cTn>
                  </p:par>
                  <p:par>
                    <p:cTn id="26" fill="hold">
                      <p:stCondLst>
                        <p:cond delay="indefinite"/>
                      </p:stCondLst>
                      <p:childTnLst>
                        <p:par>
                          <p:cTn id="27" fill="hold">
                            <p:stCondLst>
                              <p:cond delay="0"/>
                            </p:stCondLst>
                            <p:childTnLst>
                              <p:par>
                                <p:cTn id="28" presetID="16" presetClass="entr" presetSubtype="21" fill="hold" nodeType="clickEffect">
                                  <p:stCondLst>
                                    <p:cond delay="0"/>
                                  </p:stCondLst>
                                  <p:childTnLst>
                                    <p:set>
                                      <p:cBhvr>
                                        <p:cTn id="29" dur="1" fill="hold">
                                          <p:stCondLst>
                                            <p:cond delay="0"/>
                                          </p:stCondLst>
                                        </p:cTn>
                                        <p:tgtEl>
                                          <p:spTgt spid="539"/>
                                        </p:tgtEl>
                                        <p:attrNameLst>
                                          <p:attrName>style.visibility</p:attrName>
                                        </p:attrNameLst>
                                      </p:cBhvr>
                                      <p:to>
                                        <p:strVal val="visible"/>
                                      </p:to>
                                    </p:set>
                                    <p:animEffect transition="in" filter="barn(inVertical)">
                                      <p:cBhvr>
                                        <p:cTn id="30" dur="500"/>
                                        <p:tgtEl>
                                          <p:spTgt spid="5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8" grpId="0"/>
      <p:bldP spid="55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Placeholder 35">
            <a:extLst>
              <a:ext uri="{FF2B5EF4-FFF2-40B4-BE49-F238E27FC236}">
                <a16:creationId xmlns:a16="http://schemas.microsoft.com/office/drawing/2014/main" id="{984BD025-E8D6-4986-ACB4-348E6D14FD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06180" y="607234"/>
            <a:ext cx="7279477" cy="4386230"/>
          </a:xfrm>
          <a:custGeom>
            <a:avLst/>
            <a:gdLst>
              <a:gd name="connsiteX0" fmla="*/ 387523 w 6932127"/>
              <a:gd name="connsiteY0" fmla="*/ 0 h 4386230"/>
              <a:gd name="connsiteX1" fmla="*/ 6544604 w 6932127"/>
              <a:gd name="connsiteY1" fmla="*/ 0 h 4386230"/>
              <a:gd name="connsiteX2" fmla="*/ 6932127 w 6932127"/>
              <a:gd name="connsiteY2" fmla="*/ 387523 h 4386230"/>
              <a:gd name="connsiteX3" fmla="*/ 6932127 w 6932127"/>
              <a:gd name="connsiteY3" fmla="*/ 3998707 h 4386230"/>
              <a:gd name="connsiteX4" fmla="*/ 6544604 w 6932127"/>
              <a:gd name="connsiteY4" fmla="*/ 4386230 h 4386230"/>
              <a:gd name="connsiteX5" fmla="*/ 387523 w 6932127"/>
              <a:gd name="connsiteY5" fmla="*/ 4386230 h 4386230"/>
              <a:gd name="connsiteX6" fmla="*/ 0 w 6932127"/>
              <a:gd name="connsiteY6" fmla="*/ 3998707 h 4386230"/>
              <a:gd name="connsiteX7" fmla="*/ 0 w 6932127"/>
              <a:gd name="connsiteY7" fmla="*/ 387523 h 4386230"/>
              <a:gd name="connsiteX8" fmla="*/ 387523 w 6932127"/>
              <a:gd name="connsiteY8" fmla="*/ 0 h 43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32127" h="4386230">
                <a:moveTo>
                  <a:pt x="387523" y="0"/>
                </a:moveTo>
                <a:lnTo>
                  <a:pt x="6544604" y="0"/>
                </a:lnTo>
                <a:cubicBezTo>
                  <a:pt x="6758627" y="0"/>
                  <a:pt x="6932127" y="173500"/>
                  <a:pt x="6932127" y="387523"/>
                </a:cubicBezTo>
                <a:lnTo>
                  <a:pt x="6932127" y="3998707"/>
                </a:lnTo>
                <a:cubicBezTo>
                  <a:pt x="6932127" y="4212730"/>
                  <a:pt x="6758627" y="4386230"/>
                  <a:pt x="6544604" y="4386230"/>
                </a:cubicBezTo>
                <a:lnTo>
                  <a:pt x="387523" y="4386230"/>
                </a:lnTo>
                <a:cubicBezTo>
                  <a:pt x="173500" y="4386230"/>
                  <a:pt x="0" y="4212730"/>
                  <a:pt x="0" y="3998707"/>
                </a:cubicBezTo>
                <a:lnTo>
                  <a:pt x="0" y="387523"/>
                </a:lnTo>
                <a:cubicBezTo>
                  <a:pt x="0" y="173500"/>
                  <a:pt x="173500" y="0"/>
                  <a:pt x="387523" y="0"/>
                </a:cubicBezTo>
                <a:close/>
              </a:path>
            </a:pathLst>
          </a:custGeom>
        </p:spPr>
      </p:pic>
      <p:sp>
        <p:nvSpPr>
          <p:cNvPr id="4" name="Rectangle: Rounded Corners 968">
            <a:extLst>
              <a:ext uri="{FF2B5EF4-FFF2-40B4-BE49-F238E27FC236}">
                <a16:creationId xmlns:a16="http://schemas.microsoft.com/office/drawing/2014/main" id="{9A03188F-313C-4343-89F8-26EF3ADF19BC}"/>
              </a:ext>
            </a:extLst>
          </p:cNvPr>
          <p:cNvSpPr/>
          <p:nvPr/>
        </p:nvSpPr>
        <p:spPr>
          <a:xfrm>
            <a:off x="5466844" y="3474497"/>
            <a:ext cx="4553934" cy="2776268"/>
          </a:xfrm>
          <a:prstGeom prst="roundRect">
            <a:avLst>
              <a:gd name="adj" fmla="val 8835"/>
            </a:avLst>
          </a:prstGeom>
          <a:solidFill>
            <a:srgbClr val="00B050"/>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white"/>
              </a:solidFill>
              <a:effectLst/>
              <a:uLnTx/>
              <a:uFillTx/>
              <a:latin typeface="Segoe UI"/>
              <a:ea typeface="+mn-ea"/>
              <a:cs typeface="+mn-cs"/>
            </a:endParaRPr>
          </a:p>
        </p:txBody>
      </p:sp>
      <p:sp>
        <p:nvSpPr>
          <p:cNvPr id="5" name="TextBox 4">
            <a:extLst>
              <a:ext uri="{FF2B5EF4-FFF2-40B4-BE49-F238E27FC236}">
                <a16:creationId xmlns:a16="http://schemas.microsoft.com/office/drawing/2014/main" id="{AF63EEB3-F05E-4EFB-A873-46F319EDA936}"/>
              </a:ext>
            </a:extLst>
          </p:cNvPr>
          <p:cNvSpPr txBox="1"/>
          <p:nvPr/>
        </p:nvSpPr>
        <p:spPr>
          <a:xfrm>
            <a:off x="5983196" y="3883286"/>
            <a:ext cx="3529104" cy="615553"/>
          </a:xfrm>
          <a:prstGeom prst="rect">
            <a:avLst/>
          </a:prstGeom>
          <a:noFill/>
        </p:spPr>
        <p:txBody>
          <a:bodyPr wrap="square" lIns="0" tIns="0" rIns="0" bIns="0" rtlCol="0">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IN" sz="4000" b="1" i="0" u="none" strike="noStrike" kern="1200" cap="none" spc="0" normalizeH="0" baseline="0" noProof="0" dirty="0">
                <a:ln>
                  <a:noFill/>
                </a:ln>
                <a:solidFill>
                  <a:prstClr val="white"/>
                </a:solidFill>
                <a:effectLst/>
                <a:uLnTx/>
                <a:uFillTx/>
                <a:latin typeface="Segoe UI"/>
                <a:ea typeface="+mn-ea"/>
                <a:cs typeface="+mn-cs"/>
              </a:rPr>
              <a:t>Introduction</a:t>
            </a:r>
            <a:endParaRPr kumimoji="0" lang="en-IN" sz="4000" b="1" i="0" u="none" strike="noStrike" kern="1200" cap="none" spc="0" normalizeH="0" baseline="0" noProof="0" dirty="0">
              <a:ln>
                <a:noFill/>
              </a:ln>
              <a:solidFill>
                <a:prstClr val="white"/>
              </a:solidFill>
              <a:effectLst/>
              <a:uLnTx/>
              <a:uFillTx/>
              <a:latin typeface="Segoe UI Light" panose="020B0502040204020203" pitchFamily="34" charset="0"/>
              <a:ea typeface="+mn-ea"/>
              <a:cs typeface="Segoe UI Light" panose="020B0502040204020203" pitchFamily="34" charset="0"/>
            </a:endParaRPr>
          </a:p>
        </p:txBody>
      </p:sp>
      <p:sp>
        <p:nvSpPr>
          <p:cNvPr id="6" name="TextBox 5">
            <a:extLst>
              <a:ext uri="{FF2B5EF4-FFF2-40B4-BE49-F238E27FC236}">
                <a16:creationId xmlns:a16="http://schemas.microsoft.com/office/drawing/2014/main" id="{1A0F3EB3-F5B2-4451-8944-2519F6807F15}"/>
              </a:ext>
            </a:extLst>
          </p:cNvPr>
          <p:cNvSpPr txBox="1"/>
          <p:nvPr/>
        </p:nvSpPr>
        <p:spPr>
          <a:xfrm>
            <a:off x="5940975" y="4498839"/>
            <a:ext cx="3529104" cy="984885"/>
          </a:xfrm>
          <a:prstGeom prst="rect">
            <a:avLst/>
          </a:prstGeom>
          <a:noFill/>
        </p:spPr>
        <p:txBody>
          <a:bodyPr wrap="square" lIns="0" tIns="0" rIns="0" bIns="0" rtlCol="0" anchor="t">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lumMod val="75000"/>
                    <a:lumOff val="25000"/>
                  </a:prstClr>
                </a:solidFill>
                <a:effectLst/>
                <a:uLnTx/>
                <a:uFillTx/>
                <a:latin typeface="Segoe UI" panose="020B0502040204020203" pitchFamily="34" charset="0"/>
                <a:ea typeface="Calibri Light" charset="0"/>
                <a:cs typeface="Segoe UI" panose="020B0502040204020203" pitchFamily="34" charset="0"/>
              </a:rPr>
              <a:t>Welcome to the BTP CAP Type Script training,</a:t>
            </a:r>
            <a:r>
              <a:rPr kumimoji="0" lang="en-US" sz="1600" b="0" i="0" u="none" strike="noStrike" kern="0" cap="none" spc="0" normalizeH="0" noProof="0" dirty="0">
                <a:ln>
                  <a:noFill/>
                </a:ln>
                <a:solidFill>
                  <a:prstClr val="black">
                    <a:lumMod val="75000"/>
                    <a:lumOff val="25000"/>
                  </a:prstClr>
                </a:solidFill>
                <a:effectLst/>
                <a:uLnTx/>
                <a:uFillTx/>
                <a:latin typeface="Segoe UI" panose="020B0502040204020203" pitchFamily="34" charset="0"/>
                <a:ea typeface="Calibri Light" charset="0"/>
                <a:cs typeface="Segoe UI" panose="020B0502040204020203" pitchFamily="34" charset="0"/>
              </a:rPr>
              <a:t> The training is designed specifically for Fiori &amp; CAP developers to migrate projects to Type Script</a:t>
            </a:r>
            <a:endParaRPr kumimoji="0" lang="en-US" sz="1600" b="0" i="0" u="none" strike="noStrike" kern="1200" cap="none" spc="0" normalizeH="0" baseline="0" noProof="0" dirty="0">
              <a:ln>
                <a:noFill/>
              </a:ln>
              <a:solidFill>
                <a:prstClr val="black">
                  <a:lumMod val="75000"/>
                  <a:lumOff val="25000"/>
                </a:prstClr>
              </a:solidFill>
              <a:effectLst/>
              <a:uLnTx/>
              <a:uFillTx/>
              <a:latin typeface="Segoe UI" panose="020B0502040204020203" pitchFamily="34" charset="0"/>
              <a:ea typeface="Calibri Light" charset="0"/>
              <a:cs typeface="Segoe UI" panose="020B0502040204020203" pitchFamily="34" charset="0"/>
            </a:endParaRPr>
          </a:p>
        </p:txBody>
      </p:sp>
      <p:grpSp>
        <p:nvGrpSpPr>
          <p:cNvPr id="7" name="Group 6">
            <a:extLst>
              <a:ext uri="{FF2B5EF4-FFF2-40B4-BE49-F238E27FC236}">
                <a16:creationId xmlns:a16="http://schemas.microsoft.com/office/drawing/2014/main" id="{1C86F990-08A5-4110-8C03-B0D18CCCACC8}"/>
              </a:ext>
            </a:extLst>
          </p:cNvPr>
          <p:cNvGrpSpPr/>
          <p:nvPr/>
        </p:nvGrpSpPr>
        <p:grpSpPr>
          <a:xfrm>
            <a:off x="5940975" y="5825370"/>
            <a:ext cx="617354" cy="109990"/>
            <a:chOff x="6006451" y="5603130"/>
            <a:chExt cx="617354" cy="109990"/>
          </a:xfrm>
        </p:grpSpPr>
        <p:sp>
          <p:nvSpPr>
            <p:cNvPr id="8" name="Rectangle 5">
              <a:extLst>
                <a:ext uri="{FF2B5EF4-FFF2-40B4-BE49-F238E27FC236}">
                  <a16:creationId xmlns:a16="http://schemas.microsoft.com/office/drawing/2014/main" id="{CCB87286-5103-4700-AC2B-DF04BD9D7EFC}"/>
                </a:ext>
              </a:extLst>
            </p:cNvPr>
            <p:cNvSpPr>
              <a:spLocks noChangeArrowheads="1"/>
            </p:cNvSpPr>
            <p:nvPr/>
          </p:nvSpPr>
          <p:spPr bwMode="auto">
            <a:xfrm>
              <a:off x="6006451" y="5603130"/>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1218987"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srgbClr val="AAC1A2"/>
                </a:solidFill>
                <a:effectLst/>
                <a:uLnTx/>
                <a:uFillTx/>
                <a:latin typeface="Segoe UI"/>
                <a:ea typeface="+mn-ea"/>
                <a:cs typeface="+mn-cs"/>
              </a:endParaRPr>
            </a:p>
          </p:txBody>
        </p:sp>
        <p:sp>
          <p:nvSpPr>
            <p:cNvPr id="9" name="Rectangle 5">
              <a:extLst>
                <a:ext uri="{FF2B5EF4-FFF2-40B4-BE49-F238E27FC236}">
                  <a16:creationId xmlns:a16="http://schemas.microsoft.com/office/drawing/2014/main" id="{2D0F020C-961B-4DC7-A96C-D3933097D995}"/>
                </a:ext>
              </a:extLst>
            </p:cNvPr>
            <p:cNvSpPr>
              <a:spLocks noChangeArrowheads="1"/>
            </p:cNvSpPr>
            <p:nvPr/>
          </p:nvSpPr>
          <p:spPr bwMode="auto">
            <a:xfrm>
              <a:off x="6260132" y="5603130"/>
              <a:ext cx="109992" cy="109990"/>
            </a:xfrm>
            <a:prstGeom prst="rect">
              <a:avLst/>
            </a:prstGeom>
            <a:solidFill>
              <a:schemeClr val="accent2">
                <a:lumMod val="75000"/>
              </a:scheme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1218987"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srgbClr val="AAC1A2"/>
                </a:solidFill>
                <a:effectLst/>
                <a:uLnTx/>
                <a:uFillTx/>
                <a:latin typeface="Segoe UI"/>
                <a:ea typeface="+mn-ea"/>
                <a:cs typeface="+mn-cs"/>
              </a:endParaRPr>
            </a:p>
          </p:txBody>
        </p:sp>
        <p:sp>
          <p:nvSpPr>
            <p:cNvPr id="10" name="Rectangle 5">
              <a:extLst>
                <a:ext uri="{FF2B5EF4-FFF2-40B4-BE49-F238E27FC236}">
                  <a16:creationId xmlns:a16="http://schemas.microsoft.com/office/drawing/2014/main" id="{11A82165-5A27-4E8B-9852-5AB8EDC0DFE0}"/>
                </a:ext>
              </a:extLst>
            </p:cNvPr>
            <p:cNvSpPr>
              <a:spLocks noChangeArrowheads="1"/>
            </p:cNvSpPr>
            <p:nvPr/>
          </p:nvSpPr>
          <p:spPr bwMode="auto">
            <a:xfrm>
              <a:off x="6513813" y="5603130"/>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1218987"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srgbClr val="AAC1A2"/>
                </a:solidFill>
                <a:effectLst/>
                <a:uLnTx/>
                <a:uFillTx/>
                <a:latin typeface="Segoe UI"/>
                <a:ea typeface="+mn-ea"/>
                <a:cs typeface="+mn-cs"/>
              </a:endParaRPr>
            </a:p>
          </p:txBody>
        </p:sp>
      </p:grpSp>
      <p:sp>
        <p:nvSpPr>
          <p:cNvPr id="11" name="Minus 10"/>
          <p:cNvSpPr/>
          <p:nvPr/>
        </p:nvSpPr>
        <p:spPr>
          <a:xfrm>
            <a:off x="5898754" y="6314025"/>
            <a:ext cx="3571325" cy="72008"/>
          </a:xfrm>
          <a:prstGeom prst="mathMinus">
            <a:avLst/>
          </a:prstGeom>
          <a:solidFill>
            <a:srgbClr val="75C042"/>
          </a:solidFill>
          <a:ln>
            <a:solidFill>
              <a:srgbClr val="75C04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Segoe UI"/>
              <a:ea typeface="+mn-ea"/>
              <a:cs typeface="+mn-cs"/>
            </a:endParaRPr>
          </a:p>
        </p:txBody>
      </p:sp>
      <p:sp>
        <p:nvSpPr>
          <p:cNvPr id="12" name="Google Shape;845;p16"/>
          <p:cNvSpPr/>
          <p:nvPr/>
        </p:nvSpPr>
        <p:spPr>
          <a:xfrm>
            <a:off x="-2" y="0"/>
            <a:ext cx="3790157" cy="982572"/>
          </a:xfrm>
          <a:custGeom>
            <a:avLst/>
            <a:gdLst/>
            <a:ahLst/>
            <a:cxnLst/>
            <a:rect l="l" t="t" r="r" b="b"/>
            <a:pathLst>
              <a:path w="1993020" h="1803466" extrusionOk="0">
                <a:moveTo>
                  <a:pt x="0" y="0"/>
                </a:moveTo>
                <a:lnTo>
                  <a:pt x="1993020" y="0"/>
                </a:lnTo>
                <a:lnTo>
                  <a:pt x="1229306" y="1803466"/>
                </a:lnTo>
                <a:lnTo>
                  <a:pt x="0" y="1803466"/>
                </a:lnTo>
                <a:lnTo>
                  <a:pt x="0" y="0"/>
                </a:lnTo>
                <a:close/>
              </a:path>
            </a:pathLst>
          </a:custGeom>
          <a:solidFill>
            <a:srgbClr val="75C042"/>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75C042"/>
              </a:solidFill>
              <a:effectLst/>
              <a:uLnTx/>
              <a:uFillTx/>
              <a:latin typeface="Calibri"/>
              <a:ea typeface="Calibri"/>
              <a:cs typeface="Calibri"/>
              <a:sym typeface="Calibri"/>
            </a:endParaRPr>
          </a:p>
        </p:txBody>
      </p:sp>
      <p:sp>
        <p:nvSpPr>
          <p:cNvPr id="13" name="Minus 12"/>
          <p:cNvSpPr/>
          <p:nvPr/>
        </p:nvSpPr>
        <p:spPr>
          <a:xfrm>
            <a:off x="-386308" y="1048251"/>
            <a:ext cx="3096344" cy="72008"/>
          </a:xfrm>
          <a:prstGeom prst="mathMinus">
            <a:avLst/>
          </a:prstGeom>
          <a:solidFill>
            <a:srgbClr val="75C042"/>
          </a:solidFill>
          <a:ln>
            <a:solidFill>
              <a:srgbClr val="75C04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Segoe UI"/>
              <a:ea typeface="+mn-ea"/>
              <a:cs typeface="+mn-cs"/>
            </a:endParaRPr>
          </a:p>
        </p:txBody>
      </p:sp>
      <p:sp>
        <p:nvSpPr>
          <p:cNvPr id="14" name="Google Shape;552;p2"/>
          <p:cNvSpPr txBox="1"/>
          <p:nvPr/>
        </p:nvSpPr>
        <p:spPr>
          <a:xfrm>
            <a:off x="9361065" y="6471307"/>
            <a:ext cx="293815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00B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800" b="0" i="0" u="none" strike="noStrike" kern="0" cap="none" spc="0" normalizeH="0" baseline="0" noProof="0" dirty="0">
              <a:ln>
                <a:noFill/>
              </a:ln>
              <a:solidFill>
                <a:srgbClr val="00B050"/>
              </a:solidFill>
              <a:effectLst/>
              <a:uLnTx/>
              <a:uFillTx/>
              <a:latin typeface="Cambria" panose="02040503050406030204" pitchFamily="18" charset="0"/>
              <a:ea typeface="Cambria" panose="02040503050406030204" pitchFamily="18" charset="0"/>
              <a:cs typeface="Corben"/>
              <a:sym typeface="Corben"/>
            </a:endParaRPr>
          </a:p>
        </p:txBody>
      </p:sp>
      <p:sp>
        <p:nvSpPr>
          <p:cNvPr id="16" name="TextBox 15">
            <a:extLst>
              <a:ext uri="{FF2B5EF4-FFF2-40B4-BE49-F238E27FC236}">
                <a16:creationId xmlns:a16="http://schemas.microsoft.com/office/drawing/2014/main" id="{F654CA03-8569-49F8-9893-34C384845174}"/>
              </a:ext>
            </a:extLst>
          </p:cNvPr>
          <p:cNvSpPr txBox="1"/>
          <p:nvPr/>
        </p:nvSpPr>
        <p:spPr>
          <a:xfrm>
            <a:off x="233203" y="3637063"/>
            <a:ext cx="3526565" cy="2154436"/>
          </a:xfrm>
          <a:prstGeom prst="rect">
            <a:avLst/>
          </a:prstGeom>
          <a:noFill/>
        </p:spPr>
        <p:txBody>
          <a:bodyPr wrap="square" lIns="0" tIns="0" rIns="0" bIns="0" rtlCol="0" anchor="t">
            <a:spAutoFit/>
          </a:bodyPr>
          <a:lstStyle/>
          <a:p>
            <a:r>
              <a:rPr lang="en-US" dirty="0">
                <a:solidFill>
                  <a:srgbClr val="283E69"/>
                </a:solidFill>
                <a:latin typeface="Segoe UI" panose="020B0502040204020203" pitchFamily="34" charset="0"/>
                <a:ea typeface="Calibri Light" charset="0"/>
                <a:cs typeface="Segoe UI" panose="020B0502040204020203" pitchFamily="34" charset="0"/>
              </a:rPr>
              <a:t>This course is designed exclusively for SAP BTP developers who are already proficient in JavaScript, Node.js, the CAP framework, and the BTP platform. It covers only the TypeScript-specific knowledge and migration patterns needed to transition existing BTP projects from JavaScript to TypeScript — no platform orientation, no Node.js fundamentals, and no CAP architecture basics.</a:t>
            </a:r>
          </a:p>
        </p:txBody>
      </p:sp>
      <p:pic>
        <p:nvPicPr>
          <p:cNvPr id="1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6182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barn(inVertical)">
                                      <p:cBhvr>
                                        <p:cTn id="10" dur="500"/>
                                        <p:tgtEl>
                                          <p:spTgt spid="5"/>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barn(inVertical)">
                                      <p:cBhvr>
                                        <p:cTn id="13" dur="500"/>
                                        <p:tgtEl>
                                          <p:spTgt spid="6"/>
                                        </p:tgtEl>
                                      </p:cBhvr>
                                    </p:animEffect>
                                  </p:childTnLst>
                                </p:cTn>
                              </p:par>
                              <p:par>
                                <p:cTn id="14" presetID="16" presetClass="entr" presetSubtype="21"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barn(inVertical)">
                                      <p:cBhvr>
                                        <p:cTn id="16" dur="500"/>
                                        <p:tgtEl>
                                          <p:spTgt spid="7"/>
                                        </p:tgtEl>
                                      </p:cBhvr>
                                    </p:animEffect>
                                  </p:childTnLst>
                                </p:cTn>
                              </p:par>
                              <p:par>
                                <p:cTn id="17" presetID="16" presetClass="entr" presetSubtype="21"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barn(inVertical)">
                                      <p:cBhvr>
                                        <p:cTn id="19" dur="500"/>
                                        <p:tgtEl>
                                          <p:spTgt spid="4"/>
                                        </p:tgtEl>
                                      </p:cBhvr>
                                    </p:animEffect>
                                  </p:childTnLst>
                                </p:cTn>
                              </p:par>
                              <p:par>
                                <p:cTn id="20" presetID="16" presetClass="entr" presetSubtype="21"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barn(inVertical)">
                                      <p:cBhvr>
                                        <p:cTn id="22" dur="500"/>
                                        <p:tgtEl>
                                          <p:spTgt spid="11"/>
                                        </p:tgtEl>
                                      </p:cBhvr>
                                    </p:animEffect>
                                  </p:childTnLst>
                                </p:cTn>
                              </p:par>
                              <p:par>
                                <p:cTn id="23" presetID="16" presetClass="entr" presetSubtype="21"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barn(inVertical)">
                                      <p:cBhvr>
                                        <p:cTn id="25"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p:bldP spid="11" grpId="0" animBg="1"/>
      <p:bldP spid="16"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ACD98C"/>
        </a:solidFill>
        <a:effectLst/>
      </p:bgPr>
    </p:bg>
    <p:spTree>
      <p:nvGrpSpPr>
        <p:cNvPr id="1" name="Shape 558"/>
        <p:cNvGrpSpPr/>
        <p:nvPr/>
      </p:nvGrpSpPr>
      <p:grpSpPr>
        <a:xfrm>
          <a:off x="0" y="0"/>
          <a:ext cx="0" cy="0"/>
          <a:chOff x="0" y="0"/>
          <a:chExt cx="0" cy="0"/>
        </a:xfrm>
      </p:grpSpPr>
      <p:sp>
        <p:nvSpPr>
          <p:cNvPr id="559" name="Google Shape;559;p3"/>
          <p:cNvSpPr txBox="1">
            <a:spLocks noGrp="1"/>
          </p:cNvSpPr>
          <p:nvPr>
            <p:ph type="title"/>
          </p:nvPr>
        </p:nvSpPr>
        <p:spPr>
          <a:xfrm>
            <a:off x="112541" y="48811"/>
            <a:ext cx="7244862" cy="720080"/>
          </a:xfrm>
          <a:prstGeom prst="rect">
            <a:avLst/>
          </a:prstGeom>
          <a:noFill/>
          <a:ln>
            <a:noFill/>
          </a:ln>
        </p:spPr>
        <p:txBody>
          <a:bodyPr spcFirstLastPara="1" wrap="square" lIns="0" tIns="60925" rIns="0" bIns="60925" anchor="ctr" anchorCtr="0">
            <a:noAutofit/>
          </a:bodyPr>
          <a:lstStyle/>
          <a:p>
            <a:pPr marL="0" lvl="0" indent="0" algn="l" rtl="0">
              <a:spcBef>
                <a:spcPts val="0"/>
              </a:spcBef>
              <a:spcAft>
                <a:spcPts val="0"/>
              </a:spcAft>
              <a:buClr>
                <a:srgbClr val="1B294E"/>
              </a:buClr>
              <a:buSzPts val="3600"/>
              <a:buFont typeface="Corben"/>
              <a:buNone/>
            </a:pPr>
            <a:r>
              <a:rPr lang="en-US" dirty="0">
                <a:solidFill>
                  <a:schemeClr val="tx1">
                    <a:lumMod val="50000"/>
                  </a:schemeClr>
                </a:solidFill>
                <a:latin typeface="Corben"/>
                <a:ea typeface="Corben"/>
                <a:cs typeface="Corben"/>
                <a:sym typeface="Corben"/>
              </a:rPr>
              <a:t>Who is this course for</a:t>
            </a:r>
            <a:endParaRPr dirty="0">
              <a:solidFill>
                <a:schemeClr val="tx1">
                  <a:lumMod val="50000"/>
                </a:schemeClr>
              </a:solidFill>
            </a:endParaRPr>
          </a:p>
        </p:txBody>
      </p:sp>
      <p:pic>
        <p:nvPicPr>
          <p:cNvPr id="563" name="Google Shape;563;p3" descr="A person standing in a field&#10;&#10;Description automatically generated with low confidence"/>
          <p:cNvPicPr preferRelativeResize="0"/>
          <p:nvPr/>
        </p:nvPicPr>
        <p:blipFill rotWithShape="1">
          <a:blip r:embed="rId3">
            <a:alphaModFix/>
          </a:blip>
          <a:srcRect l="28636" t="17313" r="28636" b="20279"/>
          <a:stretch/>
        </p:blipFill>
        <p:spPr>
          <a:xfrm>
            <a:off x="1053852" y="1425551"/>
            <a:ext cx="1846661" cy="1846658"/>
          </a:xfrm>
          <a:custGeom>
            <a:avLst/>
            <a:gdLst/>
            <a:ahLst/>
            <a:cxnLst/>
            <a:rect l="l" t="t" r="r" b="b"/>
            <a:pathLst>
              <a:path w="1425288" h="1425286" extrusionOk="0">
                <a:moveTo>
                  <a:pt x="712644" y="0"/>
                </a:moveTo>
                <a:cubicBezTo>
                  <a:pt x="1106226" y="0"/>
                  <a:pt x="1425288" y="319061"/>
                  <a:pt x="1425288" y="712643"/>
                </a:cubicBezTo>
                <a:cubicBezTo>
                  <a:pt x="1425288" y="1106225"/>
                  <a:pt x="1106226" y="1425286"/>
                  <a:pt x="712644" y="1425286"/>
                </a:cubicBezTo>
                <a:cubicBezTo>
                  <a:pt x="319062" y="1425286"/>
                  <a:pt x="0" y="1106225"/>
                  <a:pt x="0" y="712643"/>
                </a:cubicBezTo>
                <a:cubicBezTo>
                  <a:pt x="0" y="319061"/>
                  <a:pt x="319062" y="0"/>
                  <a:pt x="712644" y="0"/>
                </a:cubicBezTo>
                <a:close/>
              </a:path>
            </a:pathLst>
          </a:custGeom>
          <a:noFill/>
          <a:ln>
            <a:noFill/>
          </a:ln>
        </p:spPr>
      </p:pic>
      <p:pic>
        <p:nvPicPr>
          <p:cNvPr id="564" name="Google Shape;564;p3" descr="A person wearing glasses&#10;&#10;Description automatically generated with medium confidence"/>
          <p:cNvPicPr preferRelativeResize="0"/>
          <p:nvPr/>
        </p:nvPicPr>
        <p:blipFill rotWithShape="1">
          <a:blip r:embed="rId4">
            <a:alphaModFix/>
          </a:blip>
          <a:srcRect l="27338" t="16047" r="27339" b="16046"/>
          <a:stretch/>
        </p:blipFill>
        <p:spPr>
          <a:xfrm>
            <a:off x="9983784" y="1425551"/>
            <a:ext cx="1846661" cy="1846659"/>
          </a:xfrm>
          <a:custGeom>
            <a:avLst/>
            <a:gdLst/>
            <a:ahLst/>
            <a:cxnLst/>
            <a:rect l="l" t="t" r="r" b="b"/>
            <a:pathLst>
              <a:path w="1425288" h="1425286" extrusionOk="0">
                <a:moveTo>
                  <a:pt x="712644" y="0"/>
                </a:moveTo>
                <a:cubicBezTo>
                  <a:pt x="1106226" y="0"/>
                  <a:pt x="1425288" y="319061"/>
                  <a:pt x="1425288" y="712643"/>
                </a:cubicBezTo>
                <a:cubicBezTo>
                  <a:pt x="1425288" y="1106225"/>
                  <a:pt x="1106226" y="1425286"/>
                  <a:pt x="712644" y="1425286"/>
                </a:cubicBezTo>
                <a:cubicBezTo>
                  <a:pt x="319062" y="1425286"/>
                  <a:pt x="0" y="1106225"/>
                  <a:pt x="0" y="712643"/>
                </a:cubicBezTo>
                <a:cubicBezTo>
                  <a:pt x="0" y="319061"/>
                  <a:pt x="319062" y="0"/>
                  <a:pt x="712644" y="0"/>
                </a:cubicBezTo>
                <a:close/>
              </a:path>
            </a:pathLst>
          </a:custGeom>
          <a:noFill/>
          <a:ln>
            <a:noFill/>
          </a:ln>
        </p:spPr>
      </p:pic>
      <p:pic>
        <p:nvPicPr>
          <p:cNvPr id="565" name="Google Shape;565;p3" descr="A picture containing text, person&#10;&#10;Description automatically generated"/>
          <p:cNvPicPr preferRelativeResize="0"/>
          <p:nvPr/>
        </p:nvPicPr>
        <p:blipFill rotWithShape="1">
          <a:blip r:embed="rId5">
            <a:alphaModFix/>
          </a:blip>
          <a:srcRect l="19184" t="14435" r="36161" b="18672"/>
          <a:stretch/>
        </p:blipFill>
        <p:spPr>
          <a:xfrm>
            <a:off x="1018867" y="4235432"/>
            <a:ext cx="1828647" cy="1828645"/>
          </a:xfrm>
          <a:custGeom>
            <a:avLst/>
            <a:gdLst/>
            <a:ahLst/>
            <a:cxnLst/>
            <a:rect l="l" t="t" r="r" b="b"/>
            <a:pathLst>
              <a:path w="1425288" h="1425286" extrusionOk="0">
                <a:moveTo>
                  <a:pt x="712644" y="0"/>
                </a:moveTo>
                <a:cubicBezTo>
                  <a:pt x="1106226" y="0"/>
                  <a:pt x="1425288" y="319061"/>
                  <a:pt x="1425288" y="712643"/>
                </a:cubicBezTo>
                <a:cubicBezTo>
                  <a:pt x="1425288" y="1106225"/>
                  <a:pt x="1106226" y="1425286"/>
                  <a:pt x="712644" y="1425286"/>
                </a:cubicBezTo>
                <a:cubicBezTo>
                  <a:pt x="319062" y="1425286"/>
                  <a:pt x="0" y="1106225"/>
                  <a:pt x="0" y="712643"/>
                </a:cubicBezTo>
                <a:cubicBezTo>
                  <a:pt x="0" y="319061"/>
                  <a:pt x="319062" y="0"/>
                  <a:pt x="712644" y="0"/>
                </a:cubicBezTo>
                <a:close/>
              </a:path>
            </a:pathLst>
          </a:custGeom>
          <a:noFill/>
          <a:ln>
            <a:noFill/>
          </a:ln>
        </p:spPr>
      </p:pic>
      <p:pic>
        <p:nvPicPr>
          <p:cNvPr id="566" name="Google Shape;566;p3" descr="A person with long hair&#10;&#10;Description automatically generated with medium confidence"/>
          <p:cNvPicPr preferRelativeResize="0"/>
          <p:nvPr/>
        </p:nvPicPr>
        <p:blipFill rotWithShape="1">
          <a:blip r:embed="rId6">
            <a:alphaModFix/>
          </a:blip>
          <a:srcRect l="30390" t="16070" r="22114" b="12684"/>
          <a:stretch/>
        </p:blipFill>
        <p:spPr>
          <a:xfrm>
            <a:off x="9809849" y="4235432"/>
            <a:ext cx="1955107" cy="1955104"/>
          </a:xfrm>
          <a:custGeom>
            <a:avLst/>
            <a:gdLst/>
            <a:ahLst/>
            <a:cxnLst/>
            <a:rect l="l" t="t" r="r" b="b"/>
            <a:pathLst>
              <a:path w="1425288" h="1425286" extrusionOk="0">
                <a:moveTo>
                  <a:pt x="712644" y="0"/>
                </a:moveTo>
                <a:cubicBezTo>
                  <a:pt x="1106226" y="0"/>
                  <a:pt x="1425288" y="319061"/>
                  <a:pt x="1425288" y="712643"/>
                </a:cubicBezTo>
                <a:cubicBezTo>
                  <a:pt x="1425288" y="1106225"/>
                  <a:pt x="1106226" y="1425286"/>
                  <a:pt x="712644" y="1425286"/>
                </a:cubicBezTo>
                <a:cubicBezTo>
                  <a:pt x="319062" y="1425286"/>
                  <a:pt x="0" y="1106225"/>
                  <a:pt x="0" y="712643"/>
                </a:cubicBezTo>
                <a:cubicBezTo>
                  <a:pt x="0" y="319061"/>
                  <a:pt x="319062" y="0"/>
                  <a:pt x="712644" y="0"/>
                </a:cubicBezTo>
                <a:close/>
              </a:path>
            </a:pathLst>
          </a:custGeom>
          <a:noFill/>
          <a:ln>
            <a:noFill/>
          </a:ln>
        </p:spPr>
      </p:pic>
      <p:sp>
        <p:nvSpPr>
          <p:cNvPr id="567" name="Google Shape;567;p3"/>
          <p:cNvSpPr txBox="1"/>
          <p:nvPr/>
        </p:nvSpPr>
        <p:spPr>
          <a:xfrm>
            <a:off x="3214092" y="1582341"/>
            <a:ext cx="2766126" cy="184661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dirty="0">
                <a:solidFill>
                  <a:srgbClr val="1B294E"/>
                </a:solidFill>
                <a:latin typeface="Quattrocento Sans"/>
                <a:ea typeface="Quattrocento Sans"/>
                <a:cs typeface="Quattrocento Sans"/>
                <a:sym typeface="Quattrocento Sans"/>
              </a:rPr>
              <a:t>BTP Consultant</a:t>
            </a:r>
            <a:endParaRPr dirty="0"/>
          </a:p>
          <a:p>
            <a:pPr marL="0" marR="0" lvl="0" indent="0" algn="ctr" rtl="0">
              <a:spcBef>
                <a:spcPts val="0"/>
              </a:spcBef>
              <a:spcAft>
                <a:spcPts val="0"/>
              </a:spcAft>
              <a:buNone/>
            </a:pPr>
            <a:r>
              <a:rPr lang="en-US" sz="1800" b="1" dirty="0">
                <a:solidFill>
                  <a:srgbClr val="1B294E"/>
                </a:solidFill>
                <a:latin typeface="Quattrocento Sans"/>
                <a:ea typeface="Quattrocento Sans"/>
                <a:cs typeface="Quattrocento Sans"/>
                <a:sym typeface="Quattrocento Sans"/>
              </a:rPr>
              <a:t>James- </a:t>
            </a:r>
            <a:r>
              <a:rPr lang="en-US" sz="1800" dirty="0">
                <a:solidFill>
                  <a:srgbClr val="1B294E"/>
                </a:solidFill>
                <a:latin typeface="Quattrocento Sans"/>
                <a:ea typeface="Quattrocento Sans"/>
                <a:cs typeface="Quattrocento Sans"/>
                <a:sym typeface="Quattrocento Sans"/>
              </a:rPr>
              <a:t>Embrace the change in the development paradigm using advance syntax of Type Script</a:t>
            </a:r>
            <a:endParaRPr dirty="0"/>
          </a:p>
        </p:txBody>
      </p:sp>
      <p:sp>
        <p:nvSpPr>
          <p:cNvPr id="568" name="Google Shape;568;p3"/>
          <p:cNvSpPr txBox="1"/>
          <p:nvPr/>
        </p:nvSpPr>
        <p:spPr>
          <a:xfrm>
            <a:off x="6742484" y="1582341"/>
            <a:ext cx="2880320" cy="166195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2400" b="1" dirty="0">
                <a:solidFill>
                  <a:srgbClr val="1B294E"/>
                </a:solidFill>
                <a:latin typeface="Quattrocento Sans"/>
                <a:ea typeface="Quattrocento Sans"/>
                <a:cs typeface="Quattrocento Sans"/>
                <a:sym typeface="Quattrocento Sans"/>
              </a:rPr>
              <a:t>CAP Developer</a:t>
            </a:r>
            <a:endParaRPr dirty="0"/>
          </a:p>
          <a:p>
            <a:pPr marL="0" marR="0" lvl="0" indent="0" algn="ctr" rtl="0">
              <a:spcBef>
                <a:spcPts val="0"/>
              </a:spcBef>
              <a:spcAft>
                <a:spcPts val="0"/>
              </a:spcAft>
              <a:buNone/>
            </a:pPr>
            <a:r>
              <a:rPr lang="en-US" sz="1800" b="1" dirty="0">
                <a:solidFill>
                  <a:srgbClr val="1B294E"/>
                </a:solidFill>
                <a:latin typeface="Quattrocento Sans"/>
                <a:ea typeface="Quattrocento Sans"/>
                <a:cs typeface="Quattrocento Sans"/>
                <a:sym typeface="Quattrocento Sans"/>
              </a:rPr>
              <a:t>Ruhaan-</a:t>
            </a:r>
            <a:r>
              <a:rPr lang="en-US" sz="2400" b="1" dirty="0">
                <a:solidFill>
                  <a:srgbClr val="1B294E"/>
                </a:solidFill>
                <a:latin typeface="Quattrocento Sans"/>
                <a:ea typeface="Quattrocento Sans"/>
                <a:cs typeface="Quattrocento Sans"/>
                <a:sym typeface="Quattrocento Sans"/>
              </a:rPr>
              <a:t> </a:t>
            </a:r>
            <a:r>
              <a:rPr lang="en-US" sz="1800" dirty="0">
                <a:solidFill>
                  <a:srgbClr val="1B294E"/>
                </a:solidFill>
                <a:latin typeface="Quattrocento Sans"/>
                <a:ea typeface="Quattrocento Sans"/>
                <a:cs typeface="Quattrocento Sans"/>
                <a:sym typeface="Quattrocento Sans"/>
              </a:rPr>
              <a:t>Migrate your existing Java Script code to Type Script code along with best practices</a:t>
            </a:r>
            <a:endParaRPr sz="2400" dirty="0">
              <a:solidFill>
                <a:srgbClr val="1B294E"/>
              </a:solidFill>
              <a:latin typeface="Quattrocento Sans"/>
              <a:ea typeface="Quattrocento Sans"/>
              <a:cs typeface="Quattrocento Sans"/>
              <a:sym typeface="Quattrocento Sans"/>
            </a:endParaRPr>
          </a:p>
        </p:txBody>
      </p:sp>
      <p:sp>
        <p:nvSpPr>
          <p:cNvPr id="569" name="Google Shape;569;p3"/>
          <p:cNvSpPr txBox="1"/>
          <p:nvPr/>
        </p:nvSpPr>
        <p:spPr>
          <a:xfrm>
            <a:off x="3222515" y="4494417"/>
            <a:ext cx="2766126" cy="184661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2400" b="1" dirty="0">
                <a:solidFill>
                  <a:srgbClr val="1B294E"/>
                </a:solidFill>
                <a:latin typeface="Quattrocento Sans"/>
                <a:ea typeface="Quattrocento Sans"/>
                <a:cs typeface="Quattrocento Sans"/>
                <a:sym typeface="Quattrocento Sans"/>
              </a:rPr>
              <a:t>Fiori Developer</a:t>
            </a:r>
            <a:endParaRPr dirty="0"/>
          </a:p>
          <a:p>
            <a:pPr marL="0" marR="0" lvl="0" indent="0" algn="ctr" rtl="0">
              <a:spcBef>
                <a:spcPts val="0"/>
              </a:spcBef>
              <a:spcAft>
                <a:spcPts val="0"/>
              </a:spcAft>
              <a:buNone/>
            </a:pPr>
            <a:r>
              <a:rPr lang="en-US" sz="1800" b="1" dirty="0" err="1">
                <a:solidFill>
                  <a:srgbClr val="1B294E"/>
                </a:solidFill>
                <a:latin typeface="Quattrocento Sans"/>
                <a:ea typeface="Quattrocento Sans"/>
                <a:cs typeface="Quattrocento Sans"/>
                <a:sym typeface="Quattrocento Sans"/>
              </a:rPr>
              <a:t>Emayaa</a:t>
            </a:r>
            <a:r>
              <a:rPr lang="en-US" sz="1800" b="1" dirty="0">
                <a:solidFill>
                  <a:srgbClr val="1B294E"/>
                </a:solidFill>
                <a:latin typeface="Quattrocento Sans"/>
                <a:ea typeface="Quattrocento Sans"/>
                <a:cs typeface="Quattrocento Sans"/>
                <a:sym typeface="Quattrocento Sans"/>
              </a:rPr>
              <a:t> – </a:t>
            </a:r>
            <a:r>
              <a:rPr lang="en-US" sz="1800" dirty="0">
                <a:solidFill>
                  <a:srgbClr val="1B294E"/>
                </a:solidFill>
                <a:latin typeface="Quattrocento Sans"/>
                <a:ea typeface="Quattrocento Sans"/>
                <a:cs typeface="Quattrocento Sans"/>
                <a:sym typeface="Quattrocento Sans"/>
              </a:rPr>
              <a:t>Understand the syntax and changes which needs to be applied to logic to convert project to type script</a:t>
            </a:r>
            <a:endParaRPr sz="1800" dirty="0">
              <a:solidFill>
                <a:srgbClr val="1B294E"/>
              </a:solidFill>
              <a:latin typeface="Quattrocento Sans"/>
              <a:ea typeface="Quattrocento Sans"/>
              <a:cs typeface="Quattrocento Sans"/>
              <a:sym typeface="Quattrocento Sans"/>
            </a:endParaRPr>
          </a:p>
        </p:txBody>
      </p:sp>
      <p:sp>
        <p:nvSpPr>
          <p:cNvPr id="570" name="Google Shape;570;p3"/>
          <p:cNvSpPr txBox="1"/>
          <p:nvPr/>
        </p:nvSpPr>
        <p:spPr>
          <a:xfrm>
            <a:off x="6618413" y="4428154"/>
            <a:ext cx="3052352" cy="15696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dirty="0">
                <a:solidFill>
                  <a:srgbClr val="1B294E"/>
                </a:solidFill>
                <a:latin typeface="Quattrocento Sans"/>
                <a:ea typeface="Quattrocento Sans"/>
                <a:cs typeface="Quattrocento Sans"/>
                <a:sym typeface="Quattrocento Sans"/>
              </a:rPr>
              <a:t>Any SAP Consultant</a:t>
            </a:r>
            <a:endParaRPr dirty="0"/>
          </a:p>
          <a:p>
            <a:pPr marL="0" marR="0" lvl="0" indent="0" algn="ctr" rtl="0">
              <a:spcBef>
                <a:spcPts val="0"/>
              </a:spcBef>
              <a:spcAft>
                <a:spcPts val="0"/>
              </a:spcAft>
              <a:buNone/>
            </a:pPr>
            <a:r>
              <a:rPr lang="en-US" sz="1800" b="1" dirty="0">
                <a:solidFill>
                  <a:srgbClr val="1B294E"/>
                </a:solidFill>
                <a:latin typeface="Quattrocento Sans"/>
                <a:ea typeface="Quattrocento Sans"/>
                <a:cs typeface="Quattrocento Sans"/>
                <a:sym typeface="Quattrocento Sans"/>
              </a:rPr>
              <a:t>Ronny – </a:t>
            </a:r>
            <a:r>
              <a:rPr lang="en-US" sz="1800" dirty="0">
                <a:solidFill>
                  <a:srgbClr val="1B294E"/>
                </a:solidFill>
                <a:latin typeface="Quattrocento Sans"/>
                <a:ea typeface="Quattrocento Sans"/>
                <a:cs typeface="Quattrocento Sans"/>
                <a:sym typeface="Quattrocento Sans"/>
              </a:rPr>
              <a:t>Embrace Type Script knowledge to implement type safe application development</a:t>
            </a:r>
            <a:endParaRPr dirty="0"/>
          </a:p>
        </p:txBody>
      </p:sp>
      <p:pic>
        <p:nvPicPr>
          <p:cNvPr id="15"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16" name="Google Shape;552;p2"/>
          <p:cNvSpPr txBox="1"/>
          <p:nvPr/>
        </p:nvSpPr>
        <p:spPr>
          <a:xfrm>
            <a:off x="9361065" y="6471307"/>
            <a:ext cx="293815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00B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800" b="0" i="0" u="none" strike="noStrike" kern="0" cap="none" spc="0" normalizeH="0" baseline="0" noProof="0" dirty="0">
              <a:ln>
                <a:noFill/>
              </a:ln>
              <a:solidFill>
                <a:srgbClr val="00B050"/>
              </a:solidFill>
              <a:effectLst/>
              <a:uLnTx/>
              <a:uFillTx/>
              <a:latin typeface="Cambria" panose="02040503050406030204" pitchFamily="18" charset="0"/>
              <a:ea typeface="Cambria" panose="02040503050406030204" pitchFamily="18" charset="0"/>
              <a:cs typeface="Corben"/>
              <a:sym typeface="Corbe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59"/>
                                        </p:tgtEl>
                                        <p:attrNameLst>
                                          <p:attrName>style.visibility</p:attrName>
                                        </p:attrNameLst>
                                      </p:cBhvr>
                                      <p:to>
                                        <p:strVal val="visible"/>
                                      </p:to>
                                    </p:set>
                                    <p:animEffect transition="in" filter="barn(inVertical)">
                                      <p:cBhvr>
                                        <p:cTn id="7" dur="500"/>
                                        <p:tgtEl>
                                          <p:spTgt spid="559"/>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567"/>
                                        </p:tgtEl>
                                        <p:attrNameLst>
                                          <p:attrName>style.visibility</p:attrName>
                                        </p:attrNameLst>
                                      </p:cBhvr>
                                      <p:to>
                                        <p:strVal val="visible"/>
                                      </p:to>
                                    </p:set>
                                    <p:animEffect transition="in" filter="barn(inVertical)">
                                      <p:cBhvr>
                                        <p:cTn id="12" dur="500"/>
                                        <p:tgtEl>
                                          <p:spTgt spid="567"/>
                                        </p:tgtEl>
                                      </p:cBhvr>
                                    </p:animEffect>
                                  </p:childTnLst>
                                </p:cTn>
                              </p:par>
                              <p:par>
                                <p:cTn id="13" presetID="16" presetClass="entr" presetSubtype="21" fill="hold" nodeType="withEffect">
                                  <p:stCondLst>
                                    <p:cond delay="0"/>
                                  </p:stCondLst>
                                  <p:childTnLst>
                                    <p:set>
                                      <p:cBhvr>
                                        <p:cTn id="14" dur="1" fill="hold">
                                          <p:stCondLst>
                                            <p:cond delay="0"/>
                                          </p:stCondLst>
                                        </p:cTn>
                                        <p:tgtEl>
                                          <p:spTgt spid="563"/>
                                        </p:tgtEl>
                                        <p:attrNameLst>
                                          <p:attrName>style.visibility</p:attrName>
                                        </p:attrNameLst>
                                      </p:cBhvr>
                                      <p:to>
                                        <p:strVal val="visible"/>
                                      </p:to>
                                    </p:set>
                                    <p:animEffect transition="in" filter="barn(inVertical)">
                                      <p:cBhvr>
                                        <p:cTn id="15" dur="500"/>
                                        <p:tgtEl>
                                          <p:spTgt spid="563"/>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568"/>
                                        </p:tgtEl>
                                        <p:attrNameLst>
                                          <p:attrName>style.visibility</p:attrName>
                                        </p:attrNameLst>
                                      </p:cBhvr>
                                      <p:to>
                                        <p:strVal val="visible"/>
                                      </p:to>
                                    </p:set>
                                    <p:animEffect transition="in" filter="barn(inVertical)">
                                      <p:cBhvr>
                                        <p:cTn id="20" dur="500"/>
                                        <p:tgtEl>
                                          <p:spTgt spid="568"/>
                                        </p:tgtEl>
                                      </p:cBhvr>
                                    </p:animEffect>
                                  </p:childTnLst>
                                </p:cTn>
                              </p:par>
                              <p:par>
                                <p:cTn id="21" presetID="16" presetClass="entr" presetSubtype="21" fill="hold" nodeType="withEffect">
                                  <p:stCondLst>
                                    <p:cond delay="0"/>
                                  </p:stCondLst>
                                  <p:childTnLst>
                                    <p:set>
                                      <p:cBhvr>
                                        <p:cTn id="22" dur="1" fill="hold">
                                          <p:stCondLst>
                                            <p:cond delay="0"/>
                                          </p:stCondLst>
                                        </p:cTn>
                                        <p:tgtEl>
                                          <p:spTgt spid="564"/>
                                        </p:tgtEl>
                                        <p:attrNameLst>
                                          <p:attrName>style.visibility</p:attrName>
                                        </p:attrNameLst>
                                      </p:cBhvr>
                                      <p:to>
                                        <p:strVal val="visible"/>
                                      </p:to>
                                    </p:set>
                                    <p:animEffect transition="in" filter="barn(inVertical)">
                                      <p:cBhvr>
                                        <p:cTn id="23" dur="500"/>
                                        <p:tgtEl>
                                          <p:spTgt spid="564"/>
                                        </p:tgtEl>
                                      </p:cBhvr>
                                    </p:animEffect>
                                  </p:childTnLst>
                                </p:cTn>
                              </p:par>
                            </p:childTnLst>
                          </p:cTn>
                        </p:par>
                      </p:childTnLst>
                    </p:cTn>
                  </p:par>
                  <p:par>
                    <p:cTn id="24" fill="hold">
                      <p:stCondLst>
                        <p:cond delay="indefinite"/>
                      </p:stCondLst>
                      <p:childTnLst>
                        <p:par>
                          <p:cTn id="25" fill="hold">
                            <p:stCondLst>
                              <p:cond delay="0"/>
                            </p:stCondLst>
                            <p:childTnLst>
                              <p:par>
                                <p:cTn id="26" presetID="16" presetClass="entr" presetSubtype="21" fill="hold" nodeType="clickEffect">
                                  <p:stCondLst>
                                    <p:cond delay="0"/>
                                  </p:stCondLst>
                                  <p:childTnLst>
                                    <p:set>
                                      <p:cBhvr>
                                        <p:cTn id="27" dur="1" fill="hold">
                                          <p:stCondLst>
                                            <p:cond delay="0"/>
                                          </p:stCondLst>
                                        </p:cTn>
                                        <p:tgtEl>
                                          <p:spTgt spid="565"/>
                                        </p:tgtEl>
                                        <p:attrNameLst>
                                          <p:attrName>style.visibility</p:attrName>
                                        </p:attrNameLst>
                                      </p:cBhvr>
                                      <p:to>
                                        <p:strVal val="visible"/>
                                      </p:to>
                                    </p:set>
                                    <p:animEffect transition="in" filter="barn(inVertical)">
                                      <p:cBhvr>
                                        <p:cTn id="28" dur="500"/>
                                        <p:tgtEl>
                                          <p:spTgt spid="565"/>
                                        </p:tgtEl>
                                      </p:cBhvr>
                                    </p:animEffect>
                                  </p:childTnLst>
                                </p:cTn>
                              </p:par>
                              <p:par>
                                <p:cTn id="29" presetID="16" presetClass="entr" presetSubtype="21" fill="hold" grpId="0" nodeType="withEffect">
                                  <p:stCondLst>
                                    <p:cond delay="0"/>
                                  </p:stCondLst>
                                  <p:childTnLst>
                                    <p:set>
                                      <p:cBhvr>
                                        <p:cTn id="30" dur="1" fill="hold">
                                          <p:stCondLst>
                                            <p:cond delay="0"/>
                                          </p:stCondLst>
                                        </p:cTn>
                                        <p:tgtEl>
                                          <p:spTgt spid="569"/>
                                        </p:tgtEl>
                                        <p:attrNameLst>
                                          <p:attrName>style.visibility</p:attrName>
                                        </p:attrNameLst>
                                      </p:cBhvr>
                                      <p:to>
                                        <p:strVal val="visible"/>
                                      </p:to>
                                    </p:set>
                                    <p:animEffect transition="in" filter="barn(inVertical)">
                                      <p:cBhvr>
                                        <p:cTn id="31" dur="500"/>
                                        <p:tgtEl>
                                          <p:spTgt spid="569"/>
                                        </p:tgtEl>
                                      </p:cBhvr>
                                    </p:animEffect>
                                  </p:childTnLst>
                                </p:cTn>
                              </p:par>
                            </p:childTnLst>
                          </p:cTn>
                        </p:par>
                      </p:childTnLst>
                    </p:cTn>
                  </p:par>
                  <p:par>
                    <p:cTn id="32" fill="hold">
                      <p:stCondLst>
                        <p:cond delay="indefinite"/>
                      </p:stCondLst>
                      <p:childTnLst>
                        <p:par>
                          <p:cTn id="33" fill="hold">
                            <p:stCondLst>
                              <p:cond delay="0"/>
                            </p:stCondLst>
                            <p:childTnLst>
                              <p:par>
                                <p:cTn id="34" presetID="16" presetClass="entr" presetSubtype="21" fill="hold" grpId="0" nodeType="clickEffect">
                                  <p:stCondLst>
                                    <p:cond delay="0"/>
                                  </p:stCondLst>
                                  <p:childTnLst>
                                    <p:set>
                                      <p:cBhvr>
                                        <p:cTn id="35" dur="1" fill="hold">
                                          <p:stCondLst>
                                            <p:cond delay="0"/>
                                          </p:stCondLst>
                                        </p:cTn>
                                        <p:tgtEl>
                                          <p:spTgt spid="570"/>
                                        </p:tgtEl>
                                        <p:attrNameLst>
                                          <p:attrName>style.visibility</p:attrName>
                                        </p:attrNameLst>
                                      </p:cBhvr>
                                      <p:to>
                                        <p:strVal val="visible"/>
                                      </p:to>
                                    </p:set>
                                    <p:animEffect transition="in" filter="barn(inVertical)">
                                      <p:cBhvr>
                                        <p:cTn id="36" dur="500"/>
                                        <p:tgtEl>
                                          <p:spTgt spid="570"/>
                                        </p:tgtEl>
                                      </p:cBhvr>
                                    </p:animEffect>
                                  </p:childTnLst>
                                </p:cTn>
                              </p:par>
                              <p:par>
                                <p:cTn id="37" presetID="16" presetClass="entr" presetSubtype="21" fill="hold" nodeType="withEffect">
                                  <p:stCondLst>
                                    <p:cond delay="0"/>
                                  </p:stCondLst>
                                  <p:childTnLst>
                                    <p:set>
                                      <p:cBhvr>
                                        <p:cTn id="38" dur="1" fill="hold">
                                          <p:stCondLst>
                                            <p:cond delay="0"/>
                                          </p:stCondLst>
                                        </p:cTn>
                                        <p:tgtEl>
                                          <p:spTgt spid="566"/>
                                        </p:tgtEl>
                                        <p:attrNameLst>
                                          <p:attrName>style.visibility</p:attrName>
                                        </p:attrNameLst>
                                      </p:cBhvr>
                                      <p:to>
                                        <p:strVal val="visible"/>
                                      </p:to>
                                    </p:set>
                                    <p:animEffect transition="in" filter="barn(inVertical)">
                                      <p:cBhvr>
                                        <p:cTn id="39" dur="500"/>
                                        <p:tgtEl>
                                          <p:spTgt spid="5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9" grpId="0"/>
      <p:bldP spid="567" grpId="0"/>
      <p:bldP spid="568" grpId="0"/>
      <p:bldP spid="569" grpId="0"/>
      <p:bldP spid="57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75"/>
        <p:cNvGrpSpPr/>
        <p:nvPr/>
      </p:nvGrpSpPr>
      <p:grpSpPr>
        <a:xfrm>
          <a:off x="0" y="0"/>
          <a:ext cx="0" cy="0"/>
          <a:chOff x="0" y="0"/>
          <a:chExt cx="0" cy="0"/>
        </a:xfrm>
      </p:grpSpPr>
      <p:sp>
        <p:nvSpPr>
          <p:cNvPr id="576" name="Google Shape;576;p4"/>
          <p:cNvSpPr/>
          <p:nvPr/>
        </p:nvSpPr>
        <p:spPr>
          <a:xfrm>
            <a:off x="8658535" y="1781064"/>
            <a:ext cx="2729971" cy="1677619"/>
          </a:xfrm>
          <a:prstGeom prst="roundRect">
            <a:avLst>
              <a:gd name="adj" fmla="val 7261"/>
            </a:avLst>
          </a:prstGeom>
          <a:solidFill>
            <a:srgbClr val="A5A5A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577" name="Google Shape;577;p4"/>
          <p:cNvSpPr/>
          <p:nvPr/>
        </p:nvSpPr>
        <p:spPr>
          <a:xfrm>
            <a:off x="5797272" y="1781064"/>
            <a:ext cx="2729971" cy="1677619"/>
          </a:xfrm>
          <a:prstGeom prst="roundRect">
            <a:avLst>
              <a:gd name="adj" fmla="val 7261"/>
            </a:avLst>
          </a:prstGeom>
          <a:solidFill>
            <a:srgbClr val="A5A5A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578" name="Google Shape;578;p4"/>
          <p:cNvSpPr/>
          <p:nvPr/>
        </p:nvSpPr>
        <p:spPr>
          <a:xfrm>
            <a:off x="2755299" y="1781064"/>
            <a:ext cx="2729971" cy="1677619"/>
          </a:xfrm>
          <a:prstGeom prst="roundRect">
            <a:avLst>
              <a:gd name="adj" fmla="val 7261"/>
            </a:avLst>
          </a:prstGeom>
          <a:solidFill>
            <a:srgbClr val="A5A5A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579" name="Google Shape;579;p4"/>
          <p:cNvSpPr/>
          <p:nvPr/>
        </p:nvSpPr>
        <p:spPr>
          <a:xfrm>
            <a:off x="-77756" y="1781064"/>
            <a:ext cx="2729971" cy="1677619"/>
          </a:xfrm>
          <a:prstGeom prst="roundRect">
            <a:avLst>
              <a:gd name="adj" fmla="val 7261"/>
            </a:avLst>
          </a:prstGeom>
          <a:solidFill>
            <a:srgbClr val="A5A5A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580" name="Google Shape;580;p4"/>
          <p:cNvSpPr/>
          <p:nvPr/>
        </p:nvSpPr>
        <p:spPr>
          <a:xfrm>
            <a:off x="6369791" y="3519039"/>
            <a:ext cx="2530466" cy="3122025"/>
          </a:xfrm>
          <a:prstGeom prst="rect">
            <a:avLst/>
          </a:prstGeom>
          <a:gradFill>
            <a:gsLst>
              <a:gs pos="0">
                <a:schemeClr val="lt1"/>
              </a:gs>
              <a:gs pos="100000">
                <a:srgbClr val="E2F2D7"/>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581" name="Google Shape;581;p4"/>
          <p:cNvSpPr/>
          <p:nvPr/>
        </p:nvSpPr>
        <p:spPr>
          <a:xfrm>
            <a:off x="608637" y="3547062"/>
            <a:ext cx="2530466" cy="3122025"/>
          </a:xfrm>
          <a:prstGeom prst="rect">
            <a:avLst/>
          </a:prstGeom>
          <a:gradFill>
            <a:gsLst>
              <a:gs pos="0">
                <a:schemeClr val="lt1"/>
              </a:gs>
              <a:gs pos="100000">
                <a:srgbClr val="E2F2D7"/>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582" name="Google Shape;582;p4"/>
          <p:cNvSpPr/>
          <p:nvPr/>
        </p:nvSpPr>
        <p:spPr>
          <a:xfrm>
            <a:off x="0" y="3161586"/>
            <a:ext cx="12188825" cy="385476"/>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583" name="Google Shape;583;p4"/>
          <p:cNvSpPr/>
          <p:nvPr/>
        </p:nvSpPr>
        <p:spPr>
          <a:xfrm>
            <a:off x="7028729" y="3181193"/>
            <a:ext cx="995123" cy="365959"/>
          </a:xfrm>
          <a:custGeom>
            <a:avLst/>
            <a:gdLst/>
            <a:ahLst/>
            <a:cxnLst/>
            <a:rect l="l" t="t" r="r" b="b"/>
            <a:pathLst>
              <a:path w="995123" h="365959" extrusionOk="0">
                <a:moveTo>
                  <a:pt x="497561" y="0"/>
                </a:moveTo>
                <a:cubicBezTo>
                  <a:pt x="714884" y="0"/>
                  <a:pt x="901345" y="132131"/>
                  <a:pt x="980993" y="320440"/>
                </a:cubicBezTo>
                <a:lnTo>
                  <a:pt x="995123" y="365959"/>
                </a:lnTo>
                <a:lnTo>
                  <a:pt x="0" y="365959"/>
                </a:lnTo>
                <a:lnTo>
                  <a:pt x="14130" y="320440"/>
                </a:lnTo>
                <a:cubicBezTo>
                  <a:pt x="93778" y="132131"/>
                  <a:pt x="280239" y="0"/>
                  <a:pt x="497561" y="0"/>
                </a:cubicBezTo>
                <a:close/>
              </a:path>
            </a:pathLst>
          </a:custGeom>
          <a:solidFill>
            <a:srgbClr val="C7E6B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584" name="Google Shape;584;p4"/>
          <p:cNvSpPr/>
          <p:nvPr/>
        </p:nvSpPr>
        <p:spPr>
          <a:xfrm>
            <a:off x="6426329" y="1210470"/>
            <a:ext cx="2172231" cy="1584167"/>
          </a:xfrm>
          <a:prstGeom prst="roundRect">
            <a:avLst>
              <a:gd name="adj" fmla="val 16667"/>
            </a:avLst>
          </a:prstGeom>
          <a:gradFill>
            <a:gsLst>
              <a:gs pos="0">
                <a:schemeClr val="accent1"/>
              </a:gs>
              <a:gs pos="100000">
                <a:schemeClr val="accent1"/>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585" name="Google Shape;585;p4"/>
          <p:cNvSpPr txBox="1"/>
          <p:nvPr/>
        </p:nvSpPr>
        <p:spPr>
          <a:xfrm>
            <a:off x="6394048" y="1466844"/>
            <a:ext cx="2251909" cy="1015622"/>
          </a:xfrm>
          <a:prstGeom prst="rect">
            <a:avLst/>
          </a:prstGeom>
          <a:noFill/>
          <a:ln>
            <a:noFill/>
          </a:ln>
        </p:spPr>
        <p:txBody>
          <a:bodyPr spcFirstLastPara="1" wrap="square" lIns="91425" tIns="45700" rIns="91425" bIns="45700" anchor="t" anchorCtr="0">
            <a:spAutoFit/>
          </a:bodyPr>
          <a:lstStyle/>
          <a:p>
            <a:pPr lvl="0" algn="ctr"/>
            <a:r>
              <a:rPr lang="en-US" sz="2000" b="1" dirty="0">
                <a:solidFill>
                  <a:schemeClr val="lt1"/>
                </a:solidFill>
                <a:latin typeface="Gill Sans"/>
                <a:ea typeface="Gill Sans"/>
                <a:cs typeface="Gill Sans"/>
                <a:sym typeface="Gill Sans"/>
              </a:rPr>
              <a:t>SAP Cloud SDK &amp; Fiori/UI5 in TypeScript</a:t>
            </a:r>
            <a:endParaRPr sz="2000" b="1" dirty="0">
              <a:solidFill>
                <a:schemeClr val="lt1"/>
              </a:solidFill>
              <a:latin typeface="Gill Sans"/>
              <a:ea typeface="Gill Sans"/>
              <a:cs typeface="Gill Sans"/>
              <a:sym typeface="Gill Sans"/>
            </a:endParaRPr>
          </a:p>
        </p:txBody>
      </p:sp>
      <p:sp>
        <p:nvSpPr>
          <p:cNvPr id="586" name="Google Shape;586;p4"/>
          <p:cNvSpPr/>
          <p:nvPr/>
        </p:nvSpPr>
        <p:spPr>
          <a:xfrm rot="8090038" flipH="1">
            <a:off x="7079823" y="2720929"/>
            <a:ext cx="892937" cy="901138"/>
          </a:xfrm>
          <a:custGeom>
            <a:avLst/>
            <a:gdLst/>
            <a:ahLst/>
            <a:cxnLst/>
            <a:rect l="l" t="t" r="r" b="b"/>
            <a:pathLst>
              <a:path w="314" h="315" extrusionOk="0">
                <a:moveTo>
                  <a:pt x="127" y="0"/>
                </a:moveTo>
                <a:cubicBezTo>
                  <a:pt x="141" y="97"/>
                  <a:pt x="217" y="174"/>
                  <a:pt x="314" y="189"/>
                </a:cubicBezTo>
                <a:cubicBezTo>
                  <a:pt x="187" y="315"/>
                  <a:pt x="187" y="315"/>
                  <a:pt x="187" y="315"/>
                </a:cubicBezTo>
                <a:cubicBezTo>
                  <a:pt x="173" y="217"/>
                  <a:pt x="97" y="140"/>
                  <a:pt x="0" y="125"/>
                </a:cubicBezTo>
                <a:lnTo>
                  <a:pt x="127" y="0"/>
                </a:lnTo>
                <a:close/>
              </a:path>
            </a:pathLst>
          </a:custGeom>
          <a:gradFill>
            <a:gsLst>
              <a:gs pos="0">
                <a:srgbClr val="75C042">
                  <a:alpha val="89803"/>
                </a:srgbClr>
              </a:gs>
              <a:gs pos="100000">
                <a:srgbClr val="ACD98C"/>
              </a:gs>
            </a:gsLst>
            <a:lin ang="162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Quattrocento Sans"/>
              <a:ea typeface="Quattrocento Sans"/>
              <a:cs typeface="Quattrocento Sans"/>
              <a:sym typeface="Quattrocento Sans"/>
            </a:endParaRPr>
          </a:p>
        </p:txBody>
      </p:sp>
      <p:sp>
        <p:nvSpPr>
          <p:cNvPr id="587" name="Google Shape;587;p4"/>
          <p:cNvSpPr txBox="1">
            <a:spLocks noGrp="1"/>
          </p:cNvSpPr>
          <p:nvPr>
            <p:ph type="title"/>
          </p:nvPr>
        </p:nvSpPr>
        <p:spPr>
          <a:xfrm>
            <a:off x="444224" y="146584"/>
            <a:ext cx="10491783" cy="711081"/>
          </a:xfrm>
          <a:prstGeom prst="rect">
            <a:avLst/>
          </a:prstGeom>
          <a:noFill/>
          <a:ln>
            <a:noFill/>
          </a:ln>
        </p:spPr>
        <p:txBody>
          <a:bodyPr spcFirstLastPara="1" wrap="square" lIns="0" tIns="60925" rIns="0" bIns="60925" anchor="t" anchorCtr="0">
            <a:noAutofit/>
          </a:bodyPr>
          <a:lstStyle/>
          <a:p>
            <a:pPr marL="0" lvl="0" indent="0" algn="l" rtl="0">
              <a:spcBef>
                <a:spcPts val="0"/>
              </a:spcBef>
              <a:spcAft>
                <a:spcPts val="0"/>
              </a:spcAft>
              <a:buClr>
                <a:schemeClr val="accent1"/>
              </a:buClr>
              <a:buSzPts val="3600"/>
              <a:buFont typeface="Corben"/>
              <a:buNone/>
            </a:pPr>
            <a:r>
              <a:rPr lang="en-US" dirty="0">
                <a:solidFill>
                  <a:schemeClr val="tx1">
                    <a:lumMod val="50000"/>
                  </a:schemeClr>
                </a:solidFill>
                <a:latin typeface="Corben"/>
                <a:ea typeface="Corben"/>
                <a:cs typeface="Corben"/>
                <a:sym typeface="Corben"/>
              </a:rPr>
              <a:t>Course Outlook – 10 Hours</a:t>
            </a:r>
            <a:endParaRPr dirty="0">
              <a:solidFill>
                <a:schemeClr val="tx1">
                  <a:lumMod val="50000"/>
                </a:schemeClr>
              </a:solidFill>
            </a:endParaRPr>
          </a:p>
        </p:txBody>
      </p:sp>
      <p:grpSp>
        <p:nvGrpSpPr>
          <p:cNvPr id="588" name="Google Shape;588;p4"/>
          <p:cNvGrpSpPr/>
          <p:nvPr/>
        </p:nvGrpSpPr>
        <p:grpSpPr>
          <a:xfrm>
            <a:off x="2843798" y="2846872"/>
            <a:ext cx="620814" cy="620814"/>
            <a:chOff x="2892364" y="2878815"/>
            <a:chExt cx="385476" cy="385476"/>
          </a:xfrm>
        </p:grpSpPr>
        <p:sp>
          <p:nvSpPr>
            <p:cNvPr id="589" name="Google Shape;589;p4"/>
            <p:cNvSpPr/>
            <p:nvPr/>
          </p:nvSpPr>
          <p:spPr>
            <a:xfrm>
              <a:off x="2892364" y="2878815"/>
              <a:ext cx="385476" cy="385476"/>
            </a:xfrm>
            <a:prstGeom prst="ellipse">
              <a:avLst/>
            </a:prstGeom>
            <a:solidFill>
              <a:schemeClr val="lt1"/>
            </a:solidFill>
            <a:ln w="25400" cap="flat" cmpd="sng">
              <a:solidFill>
                <a:srgbClr val="71BE3C"/>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pic>
          <p:nvPicPr>
            <p:cNvPr id="590" name="Google Shape;590;p4"/>
            <p:cNvPicPr preferRelativeResize="0"/>
            <p:nvPr/>
          </p:nvPicPr>
          <p:blipFill rotWithShape="1">
            <a:blip r:embed="rId3">
              <a:alphaModFix/>
            </a:blip>
            <a:srcRect/>
            <a:stretch/>
          </p:blipFill>
          <p:spPr>
            <a:xfrm>
              <a:off x="3014091" y="3001688"/>
              <a:ext cx="142022" cy="139731"/>
            </a:xfrm>
            <a:prstGeom prst="rect">
              <a:avLst/>
            </a:prstGeom>
            <a:noFill/>
            <a:ln>
              <a:noFill/>
            </a:ln>
          </p:spPr>
        </p:pic>
      </p:grpSp>
      <p:sp>
        <p:nvSpPr>
          <p:cNvPr id="591" name="Google Shape;591;p4"/>
          <p:cNvSpPr txBox="1"/>
          <p:nvPr/>
        </p:nvSpPr>
        <p:spPr>
          <a:xfrm>
            <a:off x="736637" y="4002834"/>
            <a:ext cx="2173035" cy="1938952"/>
          </a:xfrm>
          <a:prstGeom prst="rect">
            <a:avLst/>
          </a:prstGeom>
          <a:noFill/>
          <a:ln>
            <a:noFill/>
          </a:ln>
        </p:spPr>
        <p:txBody>
          <a:bodyPr spcFirstLastPara="1" wrap="square" lIns="91425" tIns="45700" rIns="91425" bIns="45700" anchor="t" anchorCtr="0">
            <a:spAutoFit/>
          </a:bodyPr>
          <a:lstStyle/>
          <a:p>
            <a:pPr lvl="0" algn="ctr"/>
            <a:r>
              <a:rPr lang="en-IN" sz="2000" dirty="0"/>
              <a:t>This module covers only the TypeScript concepts that do not exist in JavaScript.</a:t>
            </a:r>
            <a:endParaRPr sz="3200" dirty="0">
              <a:solidFill>
                <a:srgbClr val="322A27"/>
              </a:solidFill>
              <a:latin typeface="Gill Sans"/>
              <a:ea typeface="Gill Sans"/>
              <a:cs typeface="Gill Sans"/>
              <a:sym typeface="Gill Sans"/>
            </a:endParaRPr>
          </a:p>
        </p:txBody>
      </p:sp>
      <p:sp>
        <p:nvSpPr>
          <p:cNvPr id="592" name="Google Shape;592;p4"/>
          <p:cNvSpPr txBox="1"/>
          <p:nvPr/>
        </p:nvSpPr>
        <p:spPr>
          <a:xfrm>
            <a:off x="3569487" y="3989849"/>
            <a:ext cx="2173035" cy="2246729"/>
          </a:xfrm>
          <a:prstGeom prst="rect">
            <a:avLst/>
          </a:prstGeom>
          <a:noFill/>
          <a:ln>
            <a:noFill/>
          </a:ln>
        </p:spPr>
        <p:txBody>
          <a:bodyPr spcFirstLastPara="1" wrap="square" lIns="91425" tIns="45700" rIns="91425" bIns="45700" anchor="t" anchorCtr="0">
            <a:spAutoFit/>
          </a:bodyPr>
          <a:lstStyle/>
          <a:p>
            <a:pPr lvl="0" algn="ctr"/>
            <a:r>
              <a:rPr lang="en-IN" sz="2000" dirty="0">
                <a:solidFill>
                  <a:srgbClr val="2C2C2C"/>
                </a:solidFill>
                <a:latin typeface="Arial" panose="020B0604020202020204" pitchFamily="34" charset="0"/>
                <a:ea typeface="Arial" panose="020B0604020202020204" pitchFamily="34" charset="0"/>
              </a:rPr>
              <a:t>It focuses entirely on what changes when moving an existing CAP JavaScript project to TypeScript. </a:t>
            </a:r>
            <a:endParaRPr sz="2000" dirty="0">
              <a:solidFill>
                <a:srgbClr val="322A27"/>
              </a:solidFill>
              <a:latin typeface="Quattrocento Sans"/>
              <a:ea typeface="Quattrocento Sans"/>
              <a:cs typeface="Quattrocento Sans"/>
              <a:sym typeface="Quattrocento Sans"/>
            </a:endParaRPr>
          </a:p>
        </p:txBody>
      </p:sp>
      <p:sp>
        <p:nvSpPr>
          <p:cNvPr id="593" name="Google Shape;593;p4"/>
          <p:cNvSpPr txBox="1"/>
          <p:nvPr/>
        </p:nvSpPr>
        <p:spPr>
          <a:xfrm>
            <a:off x="6530824" y="4002834"/>
            <a:ext cx="2173035" cy="2308284"/>
          </a:xfrm>
          <a:prstGeom prst="rect">
            <a:avLst/>
          </a:prstGeom>
          <a:noFill/>
          <a:ln>
            <a:noFill/>
          </a:ln>
        </p:spPr>
        <p:txBody>
          <a:bodyPr spcFirstLastPara="1" wrap="square" lIns="91425" tIns="45700" rIns="91425" bIns="45700" anchor="t" anchorCtr="0">
            <a:spAutoFit/>
          </a:bodyPr>
          <a:lstStyle/>
          <a:p>
            <a:pPr lvl="0" algn="ctr"/>
            <a:r>
              <a:rPr lang="en-IN" sz="1600" dirty="0">
                <a:solidFill>
                  <a:srgbClr val="2C2C2C"/>
                </a:solidFill>
                <a:latin typeface="Arial" panose="020B0604020202020204" pitchFamily="34" charset="0"/>
                <a:ea typeface="Arial" panose="020B0604020202020204" pitchFamily="34" charset="0"/>
              </a:rPr>
              <a:t>This module covers the TypeScript-specific changes for two distinct areas: backend API consumption using the SAP Cloud SDK, and frontend Fiori/UI5 development</a:t>
            </a:r>
            <a:endParaRPr sz="1600" dirty="0">
              <a:solidFill>
                <a:srgbClr val="322A27"/>
              </a:solidFill>
              <a:latin typeface="Gill Sans"/>
              <a:ea typeface="Gill Sans"/>
              <a:cs typeface="Gill Sans"/>
              <a:sym typeface="Gill Sans"/>
            </a:endParaRPr>
          </a:p>
        </p:txBody>
      </p:sp>
      <p:sp>
        <p:nvSpPr>
          <p:cNvPr id="594" name="Google Shape;594;p4"/>
          <p:cNvSpPr txBox="1"/>
          <p:nvPr/>
        </p:nvSpPr>
        <p:spPr>
          <a:xfrm>
            <a:off x="9203121" y="3989849"/>
            <a:ext cx="2377067" cy="2031285"/>
          </a:xfrm>
          <a:prstGeom prst="rect">
            <a:avLst/>
          </a:prstGeom>
          <a:noFill/>
          <a:ln>
            <a:noFill/>
          </a:ln>
        </p:spPr>
        <p:txBody>
          <a:bodyPr spcFirstLastPara="1" wrap="square" lIns="91425" tIns="45700" rIns="91425" bIns="45700" anchor="t" anchorCtr="0">
            <a:spAutoFit/>
          </a:bodyPr>
          <a:lstStyle/>
          <a:p>
            <a:pPr lvl="0" algn="ctr"/>
            <a:r>
              <a:rPr lang="en-IN" sz="1800" dirty="0">
                <a:solidFill>
                  <a:srgbClr val="2C2C2C"/>
                </a:solidFill>
                <a:latin typeface="Arial" panose="020B0604020202020204" pitchFamily="34" charset="0"/>
                <a:ea typeface="Arial" panose="020B0604020202020204" pitchFamily="34" charset="0"/>
              </a:rPr>
              <a:t>The final module covers the deployment pipeline changes needed to support TypeScript in an existing BTP project. </a:t>
            </a:r>
            <a:endParaRPr sz="1800" dirty="0">
              <a:solidFill>
                <a:srgbClr val="322A27"/>
              </a:solidFill>
              <a:latin typeface="Gill Sans"/>
              <a:ea typeface="Gill Sans"/>
              <a:cs typeface="Gill Sans"/>
              <a:sym typeface="Gill Sans"/>
            </a:endParaRPr>
          </a:p>
        </p:txBody>
      </p:sp>
      <p:sp>
        <p:nvSpPr>
          <p:cNvPr id="595" name="Google Shape;595;p4"/>
          <p:cNvSpPr/>
          <p:nvPr/>
        </p:nvSpPr>
        <p:spPr>
          <a:xfrm>
            <a:off x="1211841" y="3181193"/>
            <a:ext cx="995123" cy="365959"/>
          </a:xfrm>
          <a:custGeom>
            <a:avLst/>
            <a:gdLst/>
            <a:ahLst/>
            <a:cxnLst/>
            <a:rect l="l" t="t" r="r" b="b"/>
            <a:pathLst>
              <a:path w="995123" h="365959" extrusionOk="0">
                <a:moveTo>
                  <a:pt x="497561" y="0"/>
                </a:moveTo>
                <a:cubicBezTo>
                  <a:pt x="714884" y="0"/>
                  <a:pt x="901345" y="132131"/>
                  <a:pt x="980993" y="320440"/>
                </a:cubicBezTo>
                <a:lnTo>
                  <a:pt x="995123" y="365959"/>
                </a:lnTo>
                <a:lnTo>
                  <a:pt x="0" y="365959"/>
                </a:lnTo>
                <a:lnTo>
                  <a:pt x="14130" y="320440"/>
                </a:lnTo>
                <a:cubicBezTo>
                  <a:pt x="93778" y="132131"/>
                  <a:pt x="280239" y="0"/>
                  <a:pt x="497561" y="0"/>
                </a:cubicBezTo>
                <a:close/>
              </a:path>
            </a:pathLst>
          </a:custGeom>
          <a:solidFill>
            <a:srgbClr val="C7E6B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596" name="Google Shape;596;p4"/>
          <p:cNvSpPr/>
          <p:nvPr/>
        </p:nvSpPr>
        <p:spPr>
          <a:xfrm>
            <a:off x="609441" y="1210470"/>
            <a:ext cx="2172231" cy="1584167"/>
          </a:xfrm>
          <a:prstGeom prst="roundRect">
            <a:avLst>
              <a:gd name="adj" fmla="val 16667"/>
            </a:avLst>
          </a:prstGeom>
          <a:gradFill>
            <a:gsLst>
              <a:gs pos="0">
                <a:schemeClr val="accent1"/>
              </a:gs>
              <a:gs pos="100000">
                <a:schemeClr val="accent1"/>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597" name="Google Shape;597;p4"/>
          <p:cNvSpPr txBox="1"/>
          <p:nvPr/>
        </p:nvSpPr>
        <p:spPr>
          <a:xfrm>
            <a:off x="608637" y="1327074"/>
            <a:ext cx="2134819" cy="120028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dirty="0">
                <a:solidFill>
                  <a:schemeClr val="lt1"/>
                </a:solidFill>
                <a:latin typeface="Gill Sans"/>
                <a:ea typeface="Gill Sans"/>
                <a:cs typeface="Gill Sans"/>
                <a:sym typeface="Gill Sans"/>
              </a:rPr>
              <a:t>Type Script Basics for Transition</a:t>
            </a:r>
            <a:endParaRPr sz="2400" b="1" dirty="0">
              <a:solidFill>
                <a:schemeClr val="lt1"/>
              </a:solidFill>
              <a:latin typeface="Gill Sans"/>
              <a:ea typeface="Gill Sans"/>
              <a:cs typeface="Gill Sans"/>
              <a:sym typeface="Gill Sans"/>
            </a:endParaRPr>
          </a:p>
        </p:txBody>
      </p:sp>
      <p:sp>
        <p:nvSpPr>
          <p:cNvPr id="598" name="Google Shape;598;p4"/>
          <p:cNvSpPr/>
          <p:nvPr/>
        </p:nvSpPr>
        <p:spPr>
          <a:xfrm rot="8090038" flipH="1">
            <a:off x="1262935" y="2720929"/>
            <a:ext cx="892937" cy="901138"/>
          </a:xfrm>
          <a:custGeom>
            <a:avLst/>
            <a:gdLst/>
            <a:ahLst/>
            <a:cxnLst/>
            <a:rect l="l" t="t" r="r" b="b"/>
            <a:pathLst>
              <a:path w="314" h="315" extrusionOk="0">
                <a:moveTo>
                  <a:pt x="127" y="0"/>
                </a:moveTo>
                <a:cubicBezTo>
                  <a:pt x="141" y="97"/>
                  <a:pt x="217" y="174"/>
                  <a:pt x="314" y="189"/>
                </a:cubicBezTo>
                <a:cubicBezTo>
                  <a:pt x="187" y="315"/>
                  <a:pt x="187" y="315"/>
                  <a:pt x="187" y="315"/>
                </a:cubicBezTo>
                <a:cubicBezTo>
                  <a:pt x="173" y="217"/>
                  <a:pt x="97" y="140"/>
                  <a:pt x="0" y="125"/>
                </a:cubicBezTo>
                <a:lnTo>
                  <a:pt x="127" y="0"/>
                </a:lnTo>
                <a:close/>
              </a:path>
            </a:pathLst>
          </a:custGeom>
          <a:gradFill>
            <a:gsLst>
              <a:gs pos="0">
                <a:srgbClr val="75C042">
                  <a:alpha val="89803"/>
                </a:srgbClr>
              </a:gs>
              <a:gs pos="100000">
                <a:srgbClr val="ACD98C"/>
              </a:gs>
            </a:gsLst>
            <a:lin ang="162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Quattrocento Sans"/>
              <a:ea typeface="Quattrocento Sans"/>
              <a:cs typeface="Quattrocento Sans"/>
              <a:sym typeface="Quattrocento Sans"/>
            </a:endParaRPr>
          </a:p>
        </p:txBody>
      </p:sp>
      <p:sp>
        <p:nvSpPr>
          <p:cNvPr id="599" name="Google Shape;599;p4"/>
          <p:cNvSpPr/>
          <p:nvPr/>
        </p:nvSpPr>
        <p:spPr>
          <a:xfrm>
            <a:off x="4120285" y="3181193"/>
            <a:ext cx="995123" cy="365959"/>
          </a:xfrm>
          <a:custGeom>
            <a:avLst/>
            <a:gdLst/>
            <a:ahLst/>
            <a:cxnLst/>
            <a:rect l="l" t="t" r="r" b="b"/>
            <a:pathLst>
              <a:path w="995123" h="365959" extrusionOk="0">
                <a:moveTo>
                  <a:pt x="497561" y="0"/>
                </a:moveTo>
                <a:cubicBezTo>
                  <a:pt x="714884" y="0"/>
                  <a:pt x="901345" y="132131"/>
                  <a:pt x="980993" y="320440"/>
                </a:cubicBezTo>
                <a:lnTo>
                  <a:pt x="995123" y="365959"/>
                </a:lnTo>
                <a:lnTo>
                  <a:pt x="0" y="365959"/>
                </a:lnTo>
                <a:lnTo>
                  <a:pt x="14130" y="320440"/>
                </a:lnTo>
                <a:cubicBezTo>
                  <a:pt x="93778" y="132131"/>
                  <a:pt x="280239" y="0"/>
                  <a:pt x="497561" y="0"/>
                </a:cubicBezTo>
                <a:close/>
              </a:path>
            </a:pathLst>
          </a:custGeom>
          <a:solidFill>
            <a:srgbClr val="57913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600" name="Google Shape;600;p4"/>
          <p:cNvSpPr/>
          <p:nvPr/>
        </p:nvSpPr>
        <p:spPr>
          <a:xfrm>
            <a:off x="3517885" y="1210470"/>
            <a:ext cx="2172231" cy="1584167"/>
          </a:xfrm>
          <a:prstGeom prst="roundRect">
            <a:avLst>
              <a:gd name="adj" fmla="val 16667"/>
            </a:avLst>
          </a:prstGeom>
          <a:gradFill>
            <a:gsLst>
              <a:gs pos="0">
                <a:schemeClr val="accent1"/>
              </a:gs>
              <a:gs pos="100000">
                <a:schemeClr val="accent1"/>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601" name="Google Shape;601;p4"/>
          <p:cNvSpPr txBox="1"/>
          <p:nvPr/>
        </p:nvSpPr>
        <p:spPr>
          <a:xfrm>
            <a:off x="3594050" y="1489788"/>
            <a:ext cx="2019899" cy="83095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2400" b="1" dirty="0">
                <a:solidFill>
                  <a:schemeClr val="lt1"/>
                </a:solidFill>
                <a:latin typeface="Gill Sans"/>
                <a:ea typeface="Gill Sans"/>
                <a:cs typeface="Gill Sans"/>
                <a:sym typeface="Gill Sans"/>
              </a:rPr>
              <a:t>CAP in Type Script</a:t>
            </a:r>
            <a:endParaRPr sz="2400" b="1" dirty="0">
              <a:solidFill>
                <a:schemeClr val="lt1"/>
              </a:solidFill>
              <a:latin typeface="Gill Sans"/>
              <a:ea typeface="Gill Sans"/>
              <a:cs typeface="Gill Sans"/>
              <a:sym typeface="Gill Sans"/>
            </a:endParaRPr>
          </a:p>
        </p:txBody>
      </p:sp>
      <p:sp>
        <p:nvSpPr>
          <p:cNvPr id="602" name="Google Shape;602;p4"/>
          <p:cNvSpPr/>
          <p:nvPr/>
        </p:nvSpPr>
        <p:spPr>
          <a:xfrm rot="8090038" flipH="1">
            <a:off x="4171379" y="2720929"/>
            <a:ext cx="892937" cy="901138"/>
          </a:xfrm>
          <a:custGeom>
            <a:avLst/>
            <a:gdLst/>
            <a:ahLst/>
            <a:cxnLst/>
            <a:rect l="l" t="t" r="r" b="b"/>
            <a:pathLst>
              <a:path w="314" h="315" extrusionOk="0">
                <a:moveTo>
                  <a:pt x="127" y="0"/>
                </a:moveTo>
                <a:cubicBezTo>
                  <a:pt x="141" y="97"/>
                  <a:pt x="217" y="174"/>
                  <a:pt x="314" y="189"/>
                </a:cubicBezTo>
                <a:cubicBezTo>
                  <a:pt x="187" y="315"/>
                  <a:pt x="187" y="315"/>
                  <a:pt x="187" y="315"/>
                </a:cubicBezTo>
                <a:cubicBezTo>
                  <a:pt x="173" y="217"/>
                  <a:pt x="97" y="140"/>
                  <a:pt x="0" y="125"/>
                </a:cubicBezTo>
                <a:lnTo>
                  <a:pt x="127" y="0"/>
                </a:lnTo>
                <a:close/>
              </a:path>
            </a:pathLst>
          </a:custGeom>
          <a:gradFill>
            <a:gsLst>
              <a:gs pos="0">
                <a:srgbClr val="75C042">
                  <a:alpha val="89803"/>
                </a:srgbClr>
              </a:gs>
              <a:gs pos="100000">
                <a:srgbClr val="ACD98C"/>
              </a:gs>
            </a:gsLst>
            <a:lin ang="162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Quattrocento Sans"/>
              <a:ea typeface="Quattrocento Sans"/>
              <a:cs typeface="Quattrocento Sans"/>
              <a:sym typeface="Quattrocento Sans"/>
            </a:endParaRPr>
          </a:p>
        </p:txBody>
      </p:sp>
      <p:grpSp>
        <p:nvGrpSpPr>
          <p:cNvPr id="603" name="Google Shape;603;p4"/>
          <p:cNvGrpSpPr/>
          <p:nvPr/>
        </p:nvGrpSpPr>
        <p:grpSpPr>
          <a:xfrm>
            <a:off x="5750339" y="2846872"/>
            <a:ext cx="620814" cy="620814"/>
            <a:chOff x="2892364" y="2878815"/>
            <a:chExt cx="385476" cy="385476"/>
          </a:xfrm>
        </p:grpSpPr>
        <p:sp>
          <p:nvSpPr>
            <p:cNvPr id="604" name="Google Shape;604;p4"/>
            <p:cNvSpPr/>
            <p:nvPr/>
          </p:nvSpPr>
          <p:spPr>
            <a:xfrm>
              <a:off x="2892364" y="2878815"/>
              <a:ext cx="385476" cy="385476"/>
            </a:xfrm>
            <a:prstGeom prst="ellipse">
              <a:avLst/>
            </a:prstGeom>
            <a:solidFill>
              <a:schemeClr val="lt1"/>
            </a:solidFill>
            <a:ln w="25400" cap="flat" cmpd="sng">
              <a:solidFill>
                <a:srgbClr val="71BE3C"/>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pic>
          <p:nvPicPr>
            <p:cNvPr id="605" name="Google Shape;605;p4"/>
            <p:cNvPicPr preferRelativeResize="0"/>
            <p:nvPr/>
          </p:nvPicPr>
          <p:blipFill rotWithShape="1">
            <a:blip r:embed="rId3">
              <a:alphaModFix/>
            </a:blip>
            <a:srcRect/>
            <a:stretch/>
          </p:blipFill>
          <p:spPr>
            <a:xfrm>
              <a:off x="3014091" y="3001688"/>
              <a:ext cx="142022" cy="139731"/>
            </a:xfrm>
            <a:prstGeom prst="rect">
              <a:avLst/>
            </a:prstGeom>
            <a:noFill/>
            <a:ln>
              <a:noFill/>
            </a:ln>
          </p:spPr>
        </p:pic>
      </p:grpSp>
      <p:grpSp>
        <p:nvGrpSpPr>
          <p:cNvPr id="606" name="Google Shape;606;p4"/>
          <p:cNvGrpSpPr/>
          <p:nvPr/>
        </p:nvGrpSpPr>
        <p:grpSpPr>
          <a:xfrm>
            <a:off x="9393617" y="1176900"/>
            <a:ext cx="2172231" cy="2407496"/>
            <a:chOff x="4262167" y="1124744"/>
            <a:chExt cx="2172231" cy="2407496"/>
          </a:xfrm>
        </p:grpSpPr>
        <p:sp>
          <p:nvSpPr>
            <p:cNvPr id="607" name="Google Shape;607;p4"/>
            <p:cNvSpPr/>
            <p:nvPr/>
          </p:nvSpPr>
          <p:spPr>
            <a:xfrm>
              <a:off x="4864567" y="3095467"/>
              <a:ext cx="995123" cy="365959"/>
            </a:xfrm>
            <a:custGeom>
              <a:avLst/>
              <a:gdLst/>
              <a:ahLst/>
              <a:cxnLst/>
              <a:rect l="l" t="t" r="r" b="b"/>
              <a:pathLst>
                <a:path w="995123" h="365959" extrusionOk="0">
                  <a:moveTo>
                    <a:pt x="497561" y="0"/>
                  </a:moveTo>
                  <a:cubicBezTo>
                    <a:pt x="714884" y="0"/>
                    <a:pt x="901345" y="132131"/>
                    <a:pt x="980993" y="320440"/>
                  </a:cubicBezTo>
                  <a:lnTo>
                    <a:pt x="995123" y="365959"/>
                  </a:lnTo>
                  <a:lnTo>
                    <a:pt x="0" y="365959"/>
                  </a:lnTo>
                  <a:lnTo>
                    <a:pt x="14130" y="320440"/>
                  </a:lnTo>
                  <a:cubicBezTo>
                    <a:pt x="93778" y="132131"/>
                    <a:pt x="280239" y="0"/>
                    <a:pt x="497561" y="0"/>
                  </a:cubicBezTo>
                  <a:close/>
                </a:path>
              </a:pathLst>
            </a:custGeom>
            <a:solidFill>
              <a:srgbClr val="57913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608" name="Google Shape;608;p4"/>
            <p:cNvSpPr/>
            <p:nvPr/>
          </p:nvSpPr>
          <p:spPr>
            <a:xfrm>
              <a:off x="4262167" y="1124744"/>
              <a:ext cx="2172231" cy="1584167"/>
            </a:xfrm>
            <a:prstGeom prst="roundRect">
              <a:avLst>
                <a:gd name="adj" fmla="val 16667"/>
              </a:avLst>
            </a:prstGeom>
            <a:gradFill>
              <a:gsLst>
                <a:gs pos="0">
                  <a:schemeClr val="accent1"/>
                </a:gs>
                <a:gs pos="100000">
                  <a:schemeClr val="accent1"/>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609" name="Google Shape;609;p4"/>
            <p:cNvSpPr txBox="1"/>
            <p:nvPr/>
          </p:nvSpPr>
          <p:spPr>
            <a:xfrm>
              <a:off x="4497166" y="1186280"/>
              <a:ext cx="1728192" cy="147728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dirty="0">
                  <a:solidFill>
                    <a:schemeClr val="lt1"/>
                  </a:solidFill>
                  <a:latin typeface="Gill Sans"/>
                  <a:ea typeface="Gill Sans"/>
                  <a:cs typeface="Gill Sans"/>
                  <a:sym typeface="Gill Sans"/>
                </a:rPr>
                <a:t>CI/CD pipeline &amp; TypeScript-aware deployment</a:t>
              </a:r>
              <a:endParaRPr dirty="0"/>
            </a:p>
          </p:txBody>
        </p:sp>
        <p:sp>
          <p:nvSpPr>
            <p:cNvPr id="610" name="Google Shape;610;p4"/>
            <p:cNvSpPr/>
            <p:nvPr/>
          </p:nvSpPr>
          <p:spPr>
            <a:xfrm rot="8090038" flipH="1">
              <a:off x="4915661" y="2635203"/>
              <a:ext cx="892937" cy="901138"/>
            </a:xfrm>
            <a:custGeom>
              <a:avLst/>
              <a:gdLst/>
              <a:ahLst/>
              <a:cxnLst/>
              <a:rect l="l" t="t" r="r" b="b"/>
              <a:pathLst>
                <a:path w="314" h="315" extrusionOk="0">
                  <a:moveTo>
                    <a:pt x="127" y="0"/>
                  </a:moveTo>
                  <a:cubicBezTo>
                    <a:pt x="141" y="97"/>
                    <a:pt x="217" y="174"/>
                    <a:pt x="314" y="189"/>
                  </a:cubicBezTo>
                  <a:cubicBezTo>
                    <a:pt x="187" y="315"/>
                    <a:pt x="187" y="315"/>
                    <a:pt x="187" y="315"/>
                  </a:cubicBezTo>
                  <a:cubicBezTo>
                    <a:pt x="173" y="217"/>
                    <a:pt x="97" y="140"/>
                    <a:pt x="0" y="125"/>
                  </a:cubicBezTo>
                  <a:lnTo>
                    <a:pt x="127" y="0"/>
                  </a:lnTo>
                  <a:close/>
                </a:path>
              </a:pathLst>
            </a:custGeom>
            <a:gradFill>
              <a:gsLst>
                <a:gs pos="0">
                  <a:srgbClr val="75C042">
                    <a:alpha val="89803"/>
                  </a:srgbClr>
                </a:gs>
                <a:gs pos="100000">
                  <a:srgbClr val="ACD98C"/>
                </a:gs>
              </a:gsLst>
              <a:lin ang="162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Quattrocento Sans"/>
                <a:ea typeface="Quattrocento Sans"/>
                <a:cs typeface="Quattrocento Sans"/>
                <a:sym typeface="Quattrocento Sans"/>
              </a:endParaRPr>
            </a:p>
          </p:txBody>
        </p:sp>
      </p:grpSp>
      <p:grpSp>
        <p:nvGrpSpPr>
          <p:cNvPr id="611" name="Google Shape;611;p4"/>
          <p:cNvGrpSpPr/>
          <p:nvPr/>
        </p:nvGrpSpPr>
        <p:grpSpPr>
          <a:xfrm>
            <a:off x="8635461" y="2846872"/>
            <a:ext cx="620814" cy="620814"/>
            <a:chOff x="2892364" y="2878815"/>
            <a:chExt cx="385476" cy="385476"/>
          </a:xfrm>
        </p:grpSpPr>
        <p:sp>
          <p:nvSpPr>
            <p:cNvPr id="612" name="Google Shape;612;p4"/>
            <p:cNvSpPr/>
            <p:nvPr/>
          </p:nvSpPr>
          <p:spPr>
            <a:xfrm>
              <a:off x="2892364" y="2878815"/>
              <a:ext cx="385476" cy="385476"/>
            </a:xfrm>
            <a:prstGeom prst="ellipse">
              <a:avLst/>
            </a:prstGeom>
            <a:solidFill>
              <a:schemeClr val="lt1"/>
            </a:solidFill>
            <a:ln w="25400" cap="flat" cmpd="sng">
              <a:solidFill>
                <a:srgbClr val="71BE3C"/>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pic>
          <p:nvPicPr>
            <p:cNvPr id="613" name="Google Shape;613;p4"/>
            <p:cNvPicPr preferRelativeResize="0"/>
            <p:nvPr/>
          </p:nvPicPr>
          <p:blipFill rotWithShape="1">
            <a:blip r:embed="rId3">
              <a:alphaModFix/>
            </a:blip>
            <a:srcRect/>
            <a:stretch/>
          </p:blipFill>
          <p:spPr>
            <a:xfrm>
              <a:off x="3014091" y="3001688"/>
              <a:ext cx="142022" cy="139731"/>
            </a:xfrm>
            <a:prstGeom prst="rect">
              <a:avLst/>
            </a:prstGeom>
            <a:noFill/>
            <a:ln>
              <a:noFill/>
            </a:ln>
          </p:spPr>
        </p:pic>
      </p:grpSp>
      <p:sp>
        <p:nvSpPr>
          <p:cNvPr id="614" name="Google Shape;614;p4"/>
          <p:cNvSpPr/>
          <p:nvPr/>
        </p:nvSpPr>
        <p:spPr>
          <a:xfrm>
            <a:off x="821812" y="3805789"/>
            <a:ext cx="518029" cy="108222"/>
          </a:xfrm>
          <a:prstGeom prst="roundRect">
            <a:avLst>
              <a:gd name="adj" fmla="val 50000"/>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615" name="Google Shape;615;p4"/>
          <p:cNvSpPr/>
          <p:nvPr/>
        </p:nvSpPr>
        <p:spPr>
          <a:xfrm>
            <a:off x="3583616" y="3805789"/>
            <a:ext cx="518029" cy="108222"/>
          </a:xfrm>
          <a:prstGeom prst="roundRect">
            <a:avLst>
              <a:gd name="adj" fmla="val 50000"/>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616" name="Google Shape;616;p4"/>
          <p:cNvSpPr/>
          <p:nvPr/>
        </p:nvSpPr>
        <p:spPr>
          <a:xfrm>
            <a:off x="6632969" y="3805789"/>
            <a:ext cx="518029" cy="108222"/>
          </a:xfrm>
          <a:prstGeom prst="roundRect">
            <a:avLst>
              <a:gd name="adj" fmla="val 50000"/>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617" name="Google Shape;617;p4"/>
          <p:cNvSpPr/>
          <p:nvPr/>
        </p:nvSpPr>
        <p:spPr>
          <a:xfrm>
            <a:off x="9419144" y="3805789"/>
            <a:ext cx="518029" cy="108222"/>
          </a:xfrm>
          <a:prstGeom prst="roundRect">
            <a:avLst>
              <a:gd name="adj" fmla="val 50000"/>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49" name="Google Shape;552;p2"/>
          <p:cNvSpPr txBox="1"/>
          <p:nvPr/>
        </p:nvSpPr>
        <p:spPr>
          <a:xfrm>
            <a:off x="9527526" y="6551489"/>
            <a:ext cx="3002568" cy="33851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dirty="0">
                <a:solidFill>
                  <a:schemeClr val="accent1"/>
                </a:solidFill>
                <a:latin typeface="Cambria" panose="02040503050406030204" pitchFamily="18" charset="0"/>
                <a:ea typeface="Cambria" panose="02040503050406030204" pitchFamily="18" charset="0"/>
                <a:cs typeface="Corben"/>
                <a:sym typeface="Corben"/>
              </a:rPr>
              <a:t>www.anubhavtrainings.com</a:t>
            </a:r>
            <a:endParaRPr sz="1600" dirty="0">
              <a:solidFill>
                <a:schemeClr val="accent1"/>
              </a:solidFill>
              <a:latin typeface="Cambria" panose="02040503050406030204" pitchFamily="18" charset="0"/>
              <a:ea typeface="Cambria" panose="02040503050406030204" pitchFamily="18" charset="0"/>
              <a:cs typeface="Corben"/>
              <a:sym typeface="Corben"/>
            </a:endParaRPr>
          </a:p>
        </p:txBody>
      </p:sp>
      <p:pic>
        <p:nvPicPr>
          <p:cNvPr id="50"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87"/>
                                        </p:tgtEl>
                                        <p:attrNameLst>
                                          <p:attrName>style.visibility</p:attrName>
                                        </p:attrNameLst>
                                      </p:cBhvr>
                                      <p:to>
                                        <p:strVal val="visible"/>
                                      </p:to>
                                    </p:set>
                                    <p:animEffect transition="in" filter="barn(inVertical)">
                                      <p:cBhvr>
                                        <p:cTn id="7" dur="500"/>
                                        <p:tgtEl>
                                          <p:spTgt spid="587"/>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595"/>
                                        </p:tgtEl>
                                        <p:attrNameLst>
                                          <p:attrName>style.visibility</p:attrName>
                                        </p:attrNameLst>
                                      </p:cBhvr>
                                      <p:to>
                                        <p:strVal val="visible"/>
                                      </p:to>
                                    </p:set>
                                    <p:animEffect transition="in" filter="barn(inVertical)">
                                      <p:cBhvr>
                                        <p:cTn id="12" dur="500"/>
                                        <p:tgtEl>
                                          <p:spTgt spid="595"/>
                                        </p:tgtEl>
                                      </p:cBhvr>
                                    </p:animEffect>
                                  </p:childTnLst>
                                </p:cTn>
                              </p:par>
                              <p:par>
                                <p:cTn id="13" presetID="16" presetClass="entr" presetSubtype="21" fill="hold" grpId="0" nodeType="withEffect">
                                  <p:stCondLst>
                                    <p:cond delay="0"/>
                                  </p:stCondLst>
                                  <p:childTnLst>
                                    <p:set>
                                      <p:cBhvr>
                                        <p:cTn id="14" dur="1" fill="hold">
                                          <p:stCondLst>
                                            <p:cond delay="0"/>
                                          </p:stCondLst>
                                        </p:cTn>
                                        <p:tgtEl>
                                          <p:spTgt spid="598"/>
                                        </p:tgtEl>
                                        <p:attrNameLst>
                                          <p:attrName>style.visibility</p:attrName>
                                        </p:attrNameLst>
                                      </p:cBhvr>
                                      <p:to>
                                        <p:strVal val="visible"/>
                                      </p:to>
                                    </p:set>
                                    <p:animEffect transition="in" filter="barn(inVertical)">
                                      <p:cBhvr>
                                        <p:cTn id="15" dur="500"/>
                                        <p:tgtEl>
                                          <p:spTgt spid="598"/>
                                        </p:tgtEl>
                                      </p:cBhvr>
                                    </p:animEffect>
                                  </p:childTnLst>
                                </p:cTn>
                              </p:par>
                              <p:par>
                                <p:cTn id="16" presetID="16" presetClass="entr" presetSubtype="21" fill="hold" grpId="0" nodeType="withEffect">
                                  <p:stCondLst>
                                    <p:cond delay="0"/>
                                  </p:stCondLst>
                                  <p:childTnLst>
                                    <p:set>
                                      <p:cBhvr>
                                        <p:cTn id="17" dur="1" fill="hold">
                                          <p:stCondLst>
                                            <p:cond delay="0"/>
                                          </p:stCondLst>
                                        </p:cTn>
                                        <p:tgtEl>
                                          <p:spTgt spid="597"/>
                                        </p:tgtEl>
                                        <p:attrNameLst>
                                          <p:attrName>style.visibility</p:attrName>
                                        </p:attrNameLst>
                                      </p:cBhvr>
                                      <p:to>
                                        <p:strVal val="visible"/>
                                      </p:to>
                                    </p:set>
                                    <p:animEffect transition="in" filter="barn(inVertical)">
                                      <p:cBhvr>
                                        <p:cTn id="18" dur="500"/>
                                        <p:tgtEl>
                                          <p:spTgt spid="597"/>
                                        </p:tgtEl>
                                      </p:cBhvr>
                                    </p:animEffect>
                                  </p:childTnLst>
                                </p:cTn>
                              </p:par>
                              <p:par>
                                <p:cTn id="19" presetID="16" presetClass="entr" presetSubtype="21" fill="hold" grpId="0" nodeType="withEffect">
                                  <p:stCondLst>
                                    <p:cond delay="0"/>
                                  </p:stCondLst>
                                  <p:childTnLst>
                                    <p:set>
                                      <p:cBhvr>
                                        <p:cTn id="20" dur="1" fill="hold">
                                          <p:stCondLst>
                                            <p:cond delay="0"/>
                                          </p:stCondLst>
                                        </p:cTn>
                                        <p:tgtEl>
                                          <p:spTgt spid="596"/>
                                        </p:tgtEl>
                                        <p:attrNameLst>
                                          <p:attrName>style.visibility</p:attrName>
                                        </p:attrNameLst>
                                      </p:cBhvr>
                                      <p:to>
                                        <p:strVal val="visible"/>
                                      </p:to>
                                    </p:set>
                                    <p:animEffect transition="in" filter="barn(inVertical)">
                                      <p:cBhvr>
                                        <p:cTn id="21" dur="500"/>
                                        <p:tgtEl>
                                          <p:spTgt spid="596"/>
                                        </p:tgtEl>
                                      </p:cBhvr>
                                    </p:animEffect>
                                  </p:childTnLst>
                                </p:cTn>
                              </p:par>
                              <p:par>
                                <p:cTn id="22" presetID="16" presetClass="entr" presetSubtype="21" fill="hold" grpId="0" nodeType="withEffect">
                                  <p:stCondLst>
                                    <p:cond delay="0"/>
                                  </p:stCondLst>
                                  <p:childTnLst>
                                    <p:set>
                                      <p:cBhvr>
                                        <p:cTn id="23" dur="1" fill="hold">
                                          <p:stCondLst>
                                            <p:cond delay="0"/>
                                          </p:stCondLst>
                                        </p:cTn>
                                        <p:tgtEl>
                                          <p:spTgt spid="579"/>
                                        </p:tgtEl>
                                        <p:attrNameLst>
                                          <p:attrName>style.visibility</p:attrName>
                                        </p:attrNameLst>
                                      </p:cBhvr>
                                      <p:to>
                                        <p:strVal val="visible"/>
                                      </p:to>
                                    </p:set>
                                    <p:animEffect transition="in" filter="barn(inVertical)">
                                      <p:cBhvr>
                                        <p:cTn id="24" dur="500"/>
                                        <p:tgtEl>
                                          <p:spTgt spid="579"/>
                                        </p:tgtEl>
                                      </p:cBhvr>
                                    </p:animEffect>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grpId="0" nodeType="clickEffect">
                                  <p:stCondLst>
                                    <p:cond delay="0"/>
                                  </p:stCondLst>
                                  <p:childTnLst>
                                    <p:set>
                                      <p:cBhvr>
                                        <p:cTn id="28" dur="1" fill="hold">
                                          <p:stCondLst>
                                            <p:cond delay="0"/>
                                          </p:stCondLst>
                                        </p:cTn>
                                        <p:tgtEl>
                                          <p:spTgt spid="578"/>
                                        </p:tgtEl>
                                        <p:attrNameLst>
                                          <p:attrName>style.visibility</p:attrName>
                                        </p:attrNameLst>
                                      </p:cBhvr>
                                      <p:to>
                                        <p:strVal val="visible"/>
                                      </p:to>
                                    </p:set>
                                    <p:animEffect transition="in" filter="barn(inVertical)">
                                      <p:cBhvr>
                                        <p:cTn id="29" dur="500"/>
                                        <p:tgtEl>
                                          <p:spTgt spid="578"/>
                                        </p:tgtEl>
                                      </p:cBhvr>
                                    </p:animEffect>
                                  </p:childTnLst>
                                </p:cTn>
                              </p:par>
                              <p:par>
                                <p:cTn id="30" presetID="16" presetClass="entr" presetSubtype="21" fill="hold" grpId="0" nodeType="withEffect">
                                  <p:stCondLst>
                                    <p:cond delay="0"/>
                                  </p:stCondLst>
                                  <p:childTnLst>
                                    <p:set>
                                      <p:cBhvr>
                                        <p:cTn id="31" dur="1" fill="hold">
                                          <p:stCondLst>
                                            <p:cond delay="0"/>
                                          </p:stCondLst>
                                        </p:cTn>
                                        <p:tgtEl>
                                          <p:spTgt spid="600"/>
                                        </p:tgtEl>
                                        <p:attrNameLst>
                                          <p:attrName>style.visibility</p:attrName>
                                        </p:attrNameLst>
                                      </p:cBhvr>
                                      <p:to>
                                        <p:strVal val="visible"/>
                                      </p:to>
                                    </p:set>
                                    <p:animEffect transition="in" filter="barn(inVertical)">
                                      <p:cBhvr>
                                        <p:cTn id="32" dur="500"/>
                                        <p:tgtEl>
                                          <p:spTgt spid="600"/>
                                        </p:tgtEl>
                                      </p:cBhvr>
                                    </p:animEffect>
                                  </p:childTnLst>
                                </p:cTn>
                              </p:par>
                              <p:par>
                                <p:cTn id="33" presetID="16" presetClass="entr" presetSubtype="21" fill="hold" grpId="0" nodeType="withEffect">
                                  <p:stCondLst>
                                    <p:cond delay="0"/>
                                  </p:stCondLst>
                                  <p:childTnLst>
                                    <p:set>
                                      <p:cBhvr>
                                        <p:cTn id="34" dur="1" fill="hold">
                                          <p:stCondLst>
                                            <p:cond delay="0"/>
                                          </p:stCondLst>
                                        </p:cTn>
                                        <p:tgtEl>
                                          <p:spTgt spid="601"/>
                                        </p:tgtEl>
                                        <p:attrNameLst>
                                          <p:attrName>style.visibility</p:attrName>
                                        </p:attrNameLst>
                                      </p:cBhvr>
                                      <p:to>
                                        <p:strVal val="visible"/>
                                      </p:to>
                                    </p:set>
                                    <p:animEffect transition="in" filter="barn(inVertical)">
                                      <p:cBhvr>
                                        <p:cTn id="35" dur="500"/>
                                        <p:tgtEl>
                                          <p:spTgt spid="601"/>
                                        </p:tgtEl>
                                      </p:cBhvr>
                                    </p:animEffect>
                                  </p:childTnLst>
                                </p:cTn>
                              </p:par>
                              <p:par>
                                <p:cTn id="36" presetID="16" presetClass="entr" presetSubtype="21" fill="hold" grpId="0" nodeType="withEffect">
                                  <p:stCondLst>
                                    <p:cond delay="0"/>
                                  </p:stCondLst>
                                  <p:childTnLst>
                                    <p:set>
                                      <p:cBhvr>
                                        <p:cTn id="37" dur="1" fill="hold">
                                          <p:stCondLst>
                                            <p:cond delay="0"/>
                                          </p:stCondLst>
                                        </p:cTn>
                                        <p:tgtEl>
                                          <p:spTgt spid="602"/>
                                        </p:tgtEl>
                                        <p:attrNameLst>
                                          <p:attrName>style.visibility</p:attrName>
                                        </p:attrNameLst>
                                      </p:cBhvr>
                                      <p:to>
                                        <p:strVal val="visible"/>
                                      </p:to>
                                    </p:set>
                                    <p:animEffect transition="in" filter="barn(inVertical)">
                                      <p:cBhvr>
                                        <p:cTn id="38" dur="500"/>
                                        <p:tgtEl>
                                          <p:spTgt spid="602"/>
                                        </p:tgtEl>
                                      </p:cBhvr>
                                    </p:animEffect>
                                  </p:childTnLst>
                                </p:cTn>
                              </p:par>
                              <p:par>
                                <p:cTn id="39" presetID="16" presetClass="entr" presetSubtype="21" fill="hold" grpId="0" nodeType="withEffect">
                                  <p:stCondLst>
                                    <p:cond delay="0"/>
                                  </p:stCondLst>
                                  <p:childTnLst>
                                    <p:set>
                                      <p:cBhvr>
                                        <p:cTn id="40" dur="1" fill="hold">
                                          <p:stCondLst>
                                            <p:cond delay="0"/>
                                          </p:stCondLst>
                                        </p:cTn>
                                        <p:tgtEl>
                                          <p:spTgt spid="599"/>
                                        </p:tgtEl>
                                        <p:attrNameLst>
                                          <p:attrName>style.visibility</p:attrName>
                                        </p:attrNameLst>
                                      </p:cBhvr>
                                      <p:to>
                                        <p:strVal val="visible"/>
                                      </p:to>
                                    </p:set>
                                    <p:animEffect transition="in" filter="barn(inVertical)">
                                      <p:cBhvr>
                                        <p:cTn id="41" dur="500"/>
                                        <p:tgtEl>
                                          <p:spTgt spid="599"/>
                                        </p:tgtEl>
                                      </p:cBhvr>
                                    </p:animEffect>
                                  </p:childTnLst>
                                </p:cTn>
                              </p:par>
                            </p:childTnLst>
                          </p:cTn>
                        </p:par>
                      </p:childTnLst>
                    </p:cTn>
                  </p:par>
                  <p:par>
                    <p:cTn id="42" fill="hold">
                      <p:stCondLst>
                        <p:cond delay="indefinite"/>
                      </p:stCondLst>
                      <p:childTnLst>
                        <p:par>
                          <p:cTn id="43" fill="hold">
                            <p:stCondLst>
                              <p:cond delay="0"/>
                            </p:stCondLst>
                            <p:childTnLst>
                              <p:par>
                                <p:cTn id="44" presetID="16" presetClass="entr" presetSubtype="21" fill="hold" grpId="0" nodeType="clickEffect">
                                  <p:stCondLst>
                                    <p:cond delay="0"/>
                                  </p:stCondLst>
                                  <p:childTnLst>
                                    <p:set>
                                      <p:cBhvr>
                                        <p:cTn id="45" dur="1" fill="hold">
                                          <p:stCondLst>
                                            <p:cond delay="0"/>
                                          </p:stCondLst>
                                        </p:cTn>
                                        <p:tgtEl>
                                          <p:spTgt spid="577"/>
                                        </p:tgtEl>
                                        <p:attrNameLst>
                                          <p:attrName>style.visibility</p:attrName>
                                        </p:attrNameLst>
                                      </p:cBhvr>
                                      <p:to>
                                        <p:strVal val="visible"/>
                                      </p:to>
                                    </p:set>
                                    <p:animEffect transition="in" filter="barn(inVertical)">
                                      <p:cBhvr>
                                        <p:cTn id="46" dur="500"/>
                                        <p:tgtEl>
                                          <p:spTgt spid="577"/>
                                        </p:tgtEl>
                                      </p:cBhvr>
                                    </p:animEffect>
                                  </p:childTnLst>
                                </p:cTn>
                              </p:par>
                              <p:par>
                                <p:cTn id="47" presetID="16" presetClass="entr" presetSubtype="21" fill="hold" grpId="0" nodeType="withEffect">
                                  <p:stCondLst>
                                    <p:cond delay="0"/>
                                  </p:stCondLst>
                                  <p:childTnLst>
                                    <p:set>
                                      <p:cBhvr>
                                        <p:cTn id="48" dur="1" fill="hold">
                                          <p:stCondLst>
                                            <p:cond delay="0"/>
                                          </p:stCondLst>
                                        </p:cTn>
                                        <p:tgtEl>
                                          <p:spTgt spid="584"/>
                                        </p:tgtEl>
                                        <p:attrNameLst>
                                          <p:attrName>style.visibility</p:attrName>
                                        </p:attrNameLst>
                                      </p:cBhvr>
                                      <p:to>
                                        <p:strVal val="visible"/>
                                      </p:to>
                                    </p:set>
                                    <p:animEffect transition="in" filter="barn(inVertical)">
                                      <p:cBhvr>
                                        <p:cTn id="49" dur="500"/>
                                        <p:tgtEl>
                                          <p:spTgt spid="584"/>
                                        </p:tgtEl>
                                      </p:cBhvr>
                                    </p:animEffect>
                                  </p:childTnLst>
                                </p:cTn>
                              </p:par>
                              <p:par>
                                <p:cTn id="50" presetID="16" presetClass="entr" presetSubtype="21" fill="hold" grpId="0" nodeType="withEffect">
                                  <p:stCondLst>
                                    <p:cond delay="0"/>
                                  </p:stCondLst>
                                  <p:childTnLst>
                                    <p:set>
                                      <p:cBhvr>
                                        <p:cTn id="51" dur="1" fill="hold">
                                          <p:stCondLst>
                                            <p:cond delay="0"/>
                                          </p:stCondLst>
                                        </p:cTn>
                                        <p:tgtEl>
                                          <p:spTgt spid="585"/>
                                        </p:tgtEl>
                                        <p:attrNameLst>
                                          <p:attrName>style.visibility</p:attrName>
                                        </p:attrNameLst>
                                      </p:cBhvr>
                                      <p:to>
                                        <p:strVal val="visible"/>
                                      </p:to>
                                    </p:set>
                                    <p:animEffect transition="in" filter="barn(inVertical)">
                                      <p:cBhvr>
                                        <p:cTn id="52" dur="500"/>
                                        <p:tgtEl>
                                          <p:spTgt spid="585"/>
                                        </p:tgtEl>
                                      </p:cBhvr>
                                    </p:animEffect>
                                  </p:childTnLst>
                                </p:cTn>
                              </p:par>
                              <p:par>
                                <p:cTn id="53" presetID="16" presetClass="entr" presetSubtype="21" fill="hold" grpId="0" nodeType="withEffect">
                                  <p:stCondLst>
                                    <p:cond delay="0"/>
                                  </p:stCondLst>
                                  <p:childTnLst>
                                    <p:set>
                                      <p:cBhvr>
                                        <p:cTn id="54" dur="1" fill="hold">
                                          <p:stCondLst>
                                            <p:cond delay="0"/>
                                          </p:stCondLst>
                                        </p:cTn>
                                        <p:tgtEl>
                                          <p:spTgt spid="586"/>
                                        </p:tgtEl>
                                        <p:attrNameLst>
                                          <p:attrName>style.visibility</p:attrName>
                                        </p:attrNameLst>
                                      </p:cBhvr>
                                      <p:to>
                                        <p:strVal val="visible"/>
                                      </p:to>
                                    </p:set>
                                    <p:animEffect transition="in" filter="barn(inVertical)">
                                      <p:cBhvr>
                                        <p:cTn id="55" dur="500"/>
                                        <p:tgtEl>
                                          <p:spTgt spid="586"/>
                                        </p:tgtEl>
                                      </p:cBhvr>
                                    </p:animEffect>
                                  </p:childTnLst>
                                </p:cTn>
                              </p:par>
                              <p:par>
                                <p:cTn id="56" presetID="16" presetClass="entr" presetSubtype="21" fill="hold" grpId="0" nodeType="withEffect">
                                  <p:stCondLst>
                                    <p:cond delay="0"/>
                                  </p:stCondLst>
                                  <p:childTnLst>
                                    <p:set>
                                      <p:cBhvr>
                                        <p:cTn id="57" dur="1" fill="hold">
                                          <p:stCondLst>
                                            <p:cond delay="0"/>
                                          </p:stCondLst>
                                        </p:cTn>
                                        <p:tgtEl>
                                          <p:spTgt spid="583"/>
                                        </p:tgtEl>
                                        <p:attrNameLst>
                                          <p:attrName>style.visibility</p:attrName>
                                        </p:attrNameLst>
                                      </p:cBhvr>
                                      <p:to>
                                        <p:strVal val="visible"/>
                                      </p:to>
                                    </p:set>
                                    <p:animEffect transition="in" filter="barn(inVertical)">
                                      <p:cBhvr>
                                        <p:cTn id="58" dur="500"/>
                                        <p:tgtEl>
                                          <p:spTgt spid="583"/>
                                        </p:tgtEl>
                                      </p:cBhvr>
                                    </p:animEffect>
                                  </p:childTnLst>
                                </p:cTn>
                              </p:par>
                            </p:childTnLst>
                          </p:cTn>
                        </p:par>
                      </p:childTnLst>
                    </p:cTn>
                  </p:par>
                  <p:par>
                    <p:cTn id="59" fill="hold">
                      <p:stCondLst>
                        <p:cond delay="indefinite"/>
                      </p:stCondLst>
                      <p:childTnLst>
                        <p:par>
                          <p:cTn id="60" fill="hold">
                            <p:stCondLst>
                              <p:cond delay="0"/>
                            </p:stCondLst>
                            <p:childTnLst>
                              <p:par>
                                <p:cTn id="61" presetID="16" presetClass="entr" presetSubtype="21" fill="hold" nodeType="clickEffect">
                                  <p:stCondLst>
                                    <p:cond delay="0"/>
                                  </p:stCondLst>
                                  <p:childTnLst>
                                    <p:set>
                                      <p:cBhvr>
                                        <p:cTn id="62" dur="1" fill="hold">
                                          <p:stCondLst>
                                            <p:cond delay="0"/>
                                          </p:stCondLst>
                                        </p:cTn>
                                        <p:tgtEl>
                                          <p:spTgt spid="606"/>
                                        </p:tgtEl>
                                        <p:attrNameLst>
                                          <p:attrName>style.visibility</p:attrName>
                                        </p:attrNameLst>
                                      </p:cBhvr>
                                      <p:to>
                                        <p:strVal val="visible"/>
                                      </p:to>
                                    </p:set>
                                    <p:animEffect transition="in" filter="barn(inVertical)">
                                      <p:cBhvr>
                                        <p:cTn id="63" dur="500"/>
                                        <p:tgtEl>
                                          <p:spTgt spid="606"/>
                                        </p:tgtEl>
                                      </p:cBhvr>
                                    </p:animEffect>
                                  </p:childTnLst>
                                </p:cTn>
                              </p:par>
                              <p:par>
                                <p:cTn id="64" presetID="16" presetClass="entr" presetSubtype="21" fill="hold" grpId="0" nodeType="withEffect">
                                  <p:stCondLst>
                                    <p:cond delay="0"/>
                                  </p:stCondLst>
                                  <p:childTnLst>
                                    <p:set>
                                      <p:cBhvr>
                                        <p:cTn id="65" dur="1" fill="hold">
                                          <p:stCondLst>
                                            <p:cond delay="0"/>
                                          </p:stCondLst>
                                        </p:cTn>
                                        <p:tgtEl>
                                          <p:spTgt spid="576"/>
                                        </p:tgtEl>
                                        <p:attrNameLst>
                                          <p:attrName>style.visibility</p:attrName>
                                        </p:attrNameLst>
                                      </p:cBhvr>
                                      <p:to>
                                        <p:strVal val="visible"/>
                                      </p:to>
                                    </p:set>
                                    <p:animEffect transition="in" filter="barn(inVertical)">
                                      <p:cBhvr>
                                        <p:cTn id="66" dur="500"/>
                                        <p:tgtEl>
                                          <p:spTgt spid="576"/>
                                        </p:tgtEl>
                                      </p:cBhvr>
                                    </p:animEffect>
                                  </p:childTnLst>
                                </p:cTn>
                              </p:par>
                            </p:childTnLst>
                          </p:cTn>
                        </p:par>
                      </p:childTnLst>
                    </p:cTn>
                  </p:par>
                  <p:par>
                    <p:cTn id="67" fill="hold">
                      <p:stCondLst>
                        <p:cond delay="indefinite"/>
                      </p:stCondLst>
                      <p:childTnLst>
                        <p:par>
                          <p:cTn id="68" fill="hold">
                            <p:stCondLst>
                              <p:cond delay="0"/>
                            </p:stCondLst>
                            <p:childTnLst>
                              <p:par>
                                <p:cTn id="69" presetID="16" presetClass="entr" presetSubtype="21" fill="hold" nodeType="clickEffect">
                                  <p:stCondLst>
                                    <p:cond delay="0"/>
                                  </p:stCondLst>
                                  <p:childTnLst>
                                    <p:set>
                                      <p:cBhvr>
                                        <p:cTn id="70" dur="1" fill="hold">
                                          <p:stCondLst>
                                            <p:cond delay="0"/>
                                          </p:stCondLst>
                                        </p:cTn>
                                        <p:tgtEl>
                                          <p:spTgt spid="588"/>
                                        </p:tgtEl>
                                        <p:attrNameLst>
                                          <p:attrName>style.visibility</p:attrName>
                                        </p:attrNameLst>
                                      </p:cBhvr>
                                      <p:to>
                                        <p:strVal val="visible"/>
                                      </p:to>
                                    </p:set>
                                    <p:animEffect transition="in" filter="barn(inVertical)">
                                      <p:cBhvr>
                                        <p:cTn id="71" dur="500"/>
                                        <p:tgtEl>
                                          <p:spTgt spid="588"/>
                                        </p:tgtEl>
                                      </p:cBhvr>
                                    </p:animEffect>
                                  </p:childTnLst>
                                </p:cTn>
                              </p:par>
                              <p:par>
                                <p:cTn id="72" presetID="16" presetClass="entr" presetSubtype="21" fill="hold" nodeType="withEffect">
                                  <p:stCondLst>
                                    <p:cond delay="0"/>
                                  </p:stCondLst>
                                  <p:childTnLst>
                                    <p:set>
                                      <p:cBhvr>
                                        <p:cTn id="73" dur="1" fill="hold">
                                          <p:stCondLst>
                                            <p:cond delay="0"/>
                                          </p:stCondLst>
                                        </p:cTn>
                                        <p:tgtEl>
                                          <p:spTgt spid="603"/>
                                        </p:tgtEl>
                                        <p:attrNameLst>
                                          <p:attrName>style.visibility</p:attrName>
                                        </p:attrNameLst>
                                      </p:cBhvr>
                                      <p:to>
                                        <p:strVal val="visible"/>
                                      </p:to>
                                    </p:set>
                                    <p:animEffect transition="in" filter="barn(inVertical)">
                                      <p:cBhvr>
                                        <p:cTn id="74" dur="500"/>
                                        <p:tgtEl>
                                          <p:spTgt spid="603"/>
                                        </p:tgtEl>
                                      </p:cBhvr>
                                    </p:animEffect>
                                  </p:childTnLst>
                                </p:cTn>
                              </p:par>
                              <p:par>
                                <p:cTn id="75" presetID="16" presetClass="entr" presetSubtype="21" fill="hold" nodeType="withEffect">
                                  <p:stCondLst>
                                    <p:cond delay="0"/>
                                  </p:stCondLst>
                                  <p:childTnLst>
                                    <p:set>
                                      <p:cBhvr>
                                        <p:cTn id="76" dur="1" fill="hold">
                                          <p:stCondLst>
                                            <p:cond delay="0"/>
                                          </p:stCondLst>
                                        </p:cTn>
                                        <p:tgtEl>
                                          <p:spTgt spid="611"/>
                                        </p:tgtEl>
                                        <p:attrNameLst>
                                          <p:attrName>style.visibility</p:attrName>
                                        </p:attrNameLst>
                                      </p:cBhvr>
                                      <p:to>
                                        <p:strVal val="visible"/>
                                      </p:to>
                                    </p:set>
                                    <p:animEffect transition="in" filter="barn(inVertical)">
                                      <p:cBhvr>
                                        <p:cTn id="77" dur="500"/>
                                        <p:tgtEl>
                                          <p:spTgt spid="611"/>
                                        </p:tgtEl>
                                      </p:cBhvr>
                                    </p:animEffect>
                                  </p:childTnLst>
                                </p:cTn>
                              </p:par>
                              <p:par>
                                <p:cTn id="78" presetID="16" presetClass="entr" presetSubtype="21" fill="hold" grpId="0" nodeType="withEffect">
                                  <p:stCondLst>
                                    <p:cond delay="0"/>
                                  </p:stCondLst>
                                  <p:childTnLst>
                                    <p:set>
                                      <p:cBhvr>
                                        <p:cTn id="79" dur="1" fill="hold">
                                          <p:stCondLst>
                                            <p:cond delay="0"/>
                                          </p:stCondLst>
                                        </p:cTn>
                                        <p:tgtEl>
                                          <p:spTgt spid="582"/>
                                        </p:tgtEl>
                                        <p:attrNameLst>
                                          <p:attrName>style.visibility</p:attrName>
                                        </p:attrNameLst>
                                      </p:cBhvr>
                                      <p:to>
                                        <p:strVal val="visible"/>
                                      </p:to>
                                    </p:set>
                                    <p:animEffect transition="in" filter="barn(inVertical)">
                                      <p:cBhvr>
                                        <p:cTn id="80" dur="500"/>
                                        <p:tgtEl>
                                          <p:spTgt spid="582"/>
                                        </p:tgtEl>
                                      </p:cBhvr>
                                    </p:animEffect>
                                  </p:childTnLst>
                                </p:cTn>
                              </p:par>
                            </p:childTnLst>
                          </p:cTn>
                        </p:par>
                      </p:childTnLst>
                    </p:cTn>
                  </p:par>
                  <p:par>
                    <p:cTn id="81" fill="hold">
                      <p:stCondLst>
                        <p:cond delay="indefinite"/>
                      </p:stCondLst>
                      <p:childTnLst>
                        <p:par>
                          <p:cTn id="82" fill="hold">
                            <p:stCondLst>
                              <p:cond delay="0"/>
                            </p:stCondLst>
                            <p:childTnLst>
                              <p:par>
                                <p:cTn id="83" presetID="16" presetClass="entr" presetSubtype="21" fill="hold" grpId="0" nodeType="clickEffect">
                                  <p:stCondLst>
                                    <p:cond delay="0"/>
                                  </p:stCondLst>
                                  <p:childTnLst>
                                    <p:set>
                                      <p:cBhvr>
                                        <p:cTn id="84" dur="1" fill="hold">
                                          <p:stCondLst>
                                            <p:cond delay="0"/>
                                          </p:stCondLst>
                                        </p:cTn>
                                        <p:tgtEl>
                                          <p:spTgt spid="591"/>
                                        </p:tgtEl>
                                        <p:attrNameLst>
                                          <p:attrName>style.visibility</p:attrName>
                                        </p:attrNameLst>
                                      </p:cBhvr>
                                      <p:to>
                                        <p:strVal val="visible"/>
                                      </p:to>
                                    </p:set>
                                    <p:animEffect transition="in" filter="barn(inVertical)">
                                      <p:cBhvr>
                                        <p:cTn id="85" dur="500"/>
                                        <p:tgtEl>
                                          <p:spTgt spid="591"/>
                                        </p:tgtEl>
                                      </p:cBhvr>
                                    </p:animEffect>
                                  </p:childTnLst>
                                </p:cTn>
                              </p:par>
                              <p:par>
                                <p:cTn id="86" presetID="16" presetClass="entr" presetSubtype="21" fill="hold" grpId="0" nodeType="withEffect">
                                  <p:stCondLst>
                                    <p:cond delay="0"/>
                                  </p:stCondLst>
                                  <p:childTnLst>
                                    <p:set>
                                      <p:cBhvr>
                                        <p:cTn id="87" dur="1" fill="hold">
                                          <p:stCondLst>
                                            <p:cond delay="0"/>
                                          </p:stCondLst>
                                        </p:cTn>
                                        <p:tgtEl>
                                          <p:spTgt spid="614"/>
                                        </p:tgtEl>
                                        <p:attrNameLst>
                                          <p:attrName>style.visibility</p:attrName>
                                        </p:attrNameLst>
                                      </p:cBhvr>
                                      <p:to>
                                        <p:strVal val="visible"/>
                                      </p:to>
                                    </p:set>
                                    <p:animEffect transition="in" filter="barn(inVertical)">
                                      <p:cBhvr>
                                        <p:cTn id="88" dur="500"/>
                                        <p:tgtEl>
                                          <p:spTgt spid="614"/>
                                        </p:tgtEl>
                                      </p:cBhvr>
                                    </p:animEffect>
                                  </p:childTnLst>
                                </p:cTn>
                              </p:par>
                              <p:par>
                                <p:cTn id="89" presetID="16" presetClass="entr" presetSubtype="21" fill="hold" grpId="0" nodeType="withEffect">
                                  <p:stCondLst>
                                    <p:cond delay="0"/>
                                  </p:stCondLst>
                                  <p:childTnLst>
                                    <p:set>
                                      <p:cBhvr>
                                        <p:cTn id="90" dur="1" fill="hold">
                                          <p:stCondLst>
                                            <p:cond delay="0"/>
                                          </p:stCondLst>
                                        </p:cTn>
                                        <p:tgtEl>
                                          <p:spTgt spid="581"/>
                                        </p:tgtEl>
                                        <p:attrNameLst>
                                          <p:attrName>style.visibility</p:attrName>
                                        </p:attrNameLst>
                                      </p:cBhvr>
                                      <p:to>
                                        <p:strVal val="visible"/>
                                      </p:to>
                                    </p:set>
                                    <p:animEffect transition="in" filter="barn(inVertical)">
                                      <p:cBhvr>
                                        <p:cTn id="91" dur="500"/>
                                        <p:tgtEl>
                                          <p:spTgt spid="581"/>
                                        </p:tgtEl>
                                      </p:cBhvr>
                                    </p:animEffect>
                                  </p:childTnLst>
                                </p:cTn>
                              </p:par>
                            </p:childTnLst>
                          </p:cTn>
                        </p:par>
                      </p:childTnLst>
                    </p:cTn>
                  </p:par>
                  <p:par>
                    <p:cTn id="92" fill="hold">
                      <p:stCondLst>
                        <p:cond delay="indefinite"/>
                      </p:stCondLst>
                      <p:childTnLst>
                        <p:par>
                          <p:cTn id="93" fill="hold">
                            <p:stCondLst>
                              <p:cond delay="0"/>
                            </p:stCondLst>
                            <p:childTnLst>
                              <p:par>
                                <p:cTn id="94" presetID="16" presetClass="entr" presetSubtype="21" fill="hold" grpId="0" nodeType="clickEffect">
                                  <p:stCondLst>
                                    <p:cond delay="0"/>
                                  </p:stCondLst>
                                  <p:childTnLst>
                                    <p:set>
                                      <p:cBhvr>
                                        <p:cTn id="95" dur="1" fill="hold">
                                          <p:stCondLst>
                                            <p:cond delay="0"/>
                                          </p:stCondLst>
                                        </p:cTn>
                                        <p:tgtEl>
                                          <p:spTgt spid="615"/>
                                        </p:tgtEl>
                                        <p:attrNameLst>
                                          <p:attrName>style.visibility</p:attrName>
                                        </p:attrNameLst>
                                      </p:cBhvr>
                                      <p:to>
                                        <p:strVal val="visible"/>
                                      </p:to>
                                    </p:set>
                                    <p:animEffect transition="in" filter="barn(inVertical)">
                                      <p:cBhvr>
                                        <p:cTn id="96" dur="500"/>
                                        <p:tgtEl>
                                          <p:spTgt spid="615"/>
                                        </p:tgtEl>
                                      </p:cBhvr>
                                    </p:animEffect>
                                  </p:childTnLst>
                                </p:cTn>
                              </p:par>
                              <p:par>
                                <p:cTn id="97" presetID="16" presetClass="entr" presetSubtype="21" fill="hold" grpId="0" nodeType="withEffect">
                                  <p:stCondLst>
                                    <p:cond delay="0"/>
                                  </p:stCondLst>
                                  <p:childTnLst>
                                    <p:set>
                                      <p:cBhvr>
                                        <p:cTn id="98" dur="1" fill="hold">
                                          <p:stCondLst>
                                            <p:cond delay="0"/>
                                          </p:stCondLst>
                                        </p:cTn>
                                        <p:tgtEl>
                                          <p:spTgt spid="592"/>
                                        </p:tgtEl>
                                        <p:attrNameLst>
                                          <p:attrName>style.visibility</p:attrName>
                                        </p:attrNameLst>
                                      </p:cBhvr>
                                      <p:to>
                                        <p:strVal val="visible"/>
                                      </p:to>
                                    </p:set>
                                    <p:animEffect transition="in" filter="barn(inVertical)">
                                      <p:cBhvr>
                                        <p:cTn id="99" dur="500"/>
                                        <p:tgtEl>
                                          <p:spTgt spid="592"/>
                                        </p:tgtEl>
                                      </p:cBhvr>
                                    </p:animEffect>
                                  </p:childTnLst>
                                </p:cTn>
                              </p:par>
                            </p:childTnLst>
                          </p:cTn>
                        </p:par>
                      </p:childTnLst>
                    </p:cTn>
                  </p:par>
                  <p:par>
                    <p:cTn id="100" fill="hold">
                      <p:stCondLst>
                        <p:cond delay="indefinite"/>
                      </p:stCondLst>
                      <p:childTnLst>
                        <p:par>
                          <p:cTn id="101" fill="hold">
                            <p:stCondLst>
                              <p:cond delay="0"/>
                            </p:stCondLst>
                            <p:childTnLst>
                              <p:par>
                                <p:cTn id="102" presetID="16" presetClass="entr" presetSubtype="21" fill="hold" grpId="0" nodeType="clickEffect">
                                  <p:stCondLst>
                                    <p:cond delay="0"/>
                                  </p:stCondLst>
                                  <p:childTnLst>
                                    <p:set>
                                      <p:cBhvr>
                                        <p:cTn id="103" dur="1" fill="hold">
                                          <p:stCondLst>
                                            <p:cond delay="0"/>
                                          </p:stCondLst>
                                        </p:cTn>
                                        <p:tgtEl>
                                          <p:spTgt spid="616"/>
                                        </p:tgtEl>
                                        <p:attrNameLst>
                                          <p:attrName>style.visibility</p:attrName>
                                        </p:attrNameLst>
                                      </p:cBhvr>
                                      <p:to>
                                        <p:strVal val="visible"/>
                                      </p:to>
                                    </p:set>
                                    <p:animEffect transition="in" filter="barn(inVertical)">
                                      <p:cBhvr>
                                        <p:cTn id="104" dur="500"/>
                                        <p:tgtEl>
                                          <p:spTgt spid="616"/>
                                        </p:tgtEl>
                                      </p:cBhvr>
                                    </p:animEffect>
                                  </p:childTnLst>
                                </p:cTn>
                              </p:par>
                              <p:par>
                                <p:cTn id="105" presetID="16" presetClass="entr" presetSubtype="21" fill="hold" grpId="0" nodeType="withEffect">
                                  <p:stCondLst>
                                    <p:cond delay="0"/>
                                  </p:stCondLst>
                                  <p:childTnLst>
                                    <p:set>
                                      <p:cBhvr>
                                        <p:cTn id="106" dur="1" fill="hold">
                                          <p:stCondLst>
                                            <p:cond delay="0"/>
                                          </p:stCondLst>
                                        </p:cTn>
                                        <p:tgtEl>
                                          <p:spTgt spid="580"/>
                                        </p:tgtEl>
                                        <p:attrNameLst>
                                          <p:attrName>style.visibility</p:attrName>
                                        </p:attrNameLst>
                                      </p:cBhvr>
                                      <p:to>
                                        <p:strVal val="visible"/>
                                      </p:to>
                                    </p:set>
                                    <p:animEffect transition="in" filter="barn(inVertical)">
                                      <p:cBhvr>
                                        <p:cTn id="107" dur="500"/>
                                        <p:tgtEl>
                                          <p:spTgt spid="580"/>
                                        </p:tgtEl>
                                      </p:cBhvr>
                                    </p:animEffect>
                                  </p:childTnLst>
                                </p:cTn>
                              </p:par>
                              <p:par>
                                <p:cTn id="108" presetID="16" presetClass="entr" presetSubtype="21" fill="hold" grpId="0" nodeType="withEffect">
                                  <p:stCondLst>
                                    <p:cond delay="0"/>
                                  </p:stCondLst>
                                  <p:childTnLst>
                                    <p:set>
                                      <p:cBhvr>
                                        <p:cTn id="109" dur="1" fill="hold">
                                          <p:stCondLst>
                                            <p:cond delay="0"/>
                                          </p:stCondLst>
                                        </p:cTn>
                                        <p:tgtEl>
                                          <p:spTgt spid="593"/>
                                        </p:tgtEl>
                                        <p:attrNameLst>
                                          <p:attrName>style.visibility</p:attrName>
                                        </p:attrNameLst>
                                      </p:cBhvr>
                                      <p:to>
                                        <p:strVal val="visible"/>
                                      </p:to>
                                    </p:set>
                                    <p:animEffect transition="in" filter="barn(inVertical)">
                                      <p:cBhvr>
                                        <p:cTn id="110" dur="500"/>
                                        <p:tgtEl>
                                          <p:spTgt spid="593"/>
                                        </p:tgtEl>
                                      </p:cBhvr>
                                    </p:animEffect>
                                  </p:childTnLst>
                                </p:cTn>
                              </p:par>
                            </p:childTnLst>
                          </p:cTn>
                        </p:par>
                      </p:childTnLst>
                    </p:cTn>
                  </p:par>
                  <p:par>
                    <p:cTn id="111" fill="hold">
                      <p:stCondLst>
                        <p:cond delay="indefinite"/>
                      </p:stCondLst>
                      <p:childTnLst>
                        <p:par>
                          <p:cTn id="112" fill="hold">
                            <p:stCondLst>
                              <p:cond delay="0"/>
                            </p:stCondLst>
                            <p:childTnLst>
                              <p:par>
                                <p:cTn id="113" presetID="16" presetClass="entr" presetSubtype="21" fill="hold" grpId="0" nodeType="clickEffect">
                                  <p:stCondLst>
                                    <p:cond delay="0"/>
                                  </p:stCondLst>
                                  <p:childTnLst>
                                    <p:set>
                                      <p:cBhvr>
                                        <p:cTn id="114" dur="1" fill="hold">
                                          <p:stCondLst>
                                            <p:cond delay="0"/>
                                          </p:stCondLst>
                                        </p:cTn>
                                        <p:tgtEl>
                                          <p:spTgt spid="617"/>
                                        </p:tgtEl>
                                        <p:attrNameLst>
                                          <p:attrName>style.visibility</p:attrName>
                                        </p:attrNameLst>
                                      </p:cBhvr>
                                      <p:to>
                                        <p:strVal val="visible"/>
                                      </p:to>
                                    </p:set>
                                    <p:animEffect transition="in" filter="barn(inVertical)">
                                      <p:cBhvr>
                                        <p:cTn id="115" dur="500"/>
                                        <p:tgtEl>
                                          <p:spTgt spid="617"/>
                                        </p:tgtEl>
                                      </p:cBhvr>
                                    </p:animEffect>
                                  </p:childTnLst>
                                </p:cTn>
                              </p:par>
                              <p:par>
                                <p:cTn id="116" presetID="16" presetClass="entr" presetSubtype="21" fill="hold" grpId="0" nodeType="withEffect">
                                  <p:stCondLst>
                                    <p:cond delay="0"/>
                                  </p:stCondLst>
                                  <p:childTnLst>
                                    <p:set>
                                      <p:cBhvr>
                                        <p:cTn id="117" dur="1" fill="hold">
                                          <p:stCondLst>
                                            <p:cond delay="0"/>
                                          </p:stCondLst>
                                        </p:cTn>
                                        <p:tgtEl>
                                          <p:spTgt spid="594"/>
                                        </p:tgtEl>
                                        <p:attrNameLst>
                                          <p:attrName>style.visibility</p:attrName>
                                        </p:attrNameLst>
                                      </p:cBhvr>
                                      <p:to>
                                        <p:strVal val="visible"/>
                                      </p:to>
                                    </p:set>
                                    <p:animEffect transition="in" filter="barn(inVertical)">
                                      <p:cBhvr>
                                        <p:cTn id="118" dur="500"/>
                                        <p:tgtEl>
                                          <p:spTgt spid="5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6" grpId="0" animBg="1"/>
      <p:bldP spid="577" grpId="0" animBg="1"/>
      <p:bldP spid="578" grpId="0" animBg="1"/>
      <p:bldP spid="579" grpId="0" animBg="1"/>
      <p:bldP spid="580" grpId="0" animBg="1"/>
      <p:bldP spid="581" grpId="0" animBg="1"/>
      <p:bldP spid="582" grpId="0" animBg="1"/>
      <p:bldP spid="583" grpId="0" animBg="1"/>
      <p:bldP spid="584" grpId="0" animBg="1"/>
      <p:bldP spid="585" grpId="0"/>
      <p:bldP spid="586" grpId="0" animBg="1"/>
      <p:bldP spid="587" grpId="0"/>
      <p:bldP spid="591" grpId="0"/>
      <p:bldP spid="592" grpId="0"/>
      <p:bldP spid="593" grpId="0"/>
      <p:bldP spid="594" grpId="0"/>
      <p:bldP spid="595" grpId="0" animBg="1"/>
      <p:bldP spid="596" grpId="0" animBg="1"/>
      <p:bldP spid="597" grpId="0"/>
      <p:bldP spid="598" grpId="0" animBg="1"/>
      <p:bldP spid="599" grpId="0" animBg="1"/>
      <p:bldP spid="600" grpId="0" animBg="1"/>
      <p:bldP spid="601" grpId="0"/>
      <p:bldP spid="602" grpId="0" animBg="1"/>
      <p:bldP spid="614" grpId="0" animBg="1"/>
      <p:bldP spid="615" grpId="0" animBg="1"/>
      <p:bldP spid="616" grpId="0" animBg="1"/>
      <p:bldP spid="61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BF47B6-7C81-D099-56D9-B25C0716EF00}"/>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CC0E9F38-3F0C-20A9-FDF7-9926CC56A9EE}"/>
              </a:ext>
            </a:extLst>
          </p:cNvPr>
          <p:cNvSpPr txBox="1">
            <a:spLocks/>
          </p:cNvSpPr>
          <p:nvPr/>
        </p:nvSpPr>
        <p:spPr>
          <a:xfrm>
            <a:off x="142631" y="141374"/>
            <a:ext cx="11134985" cy="513697"/>
          </a:xfrm>
          <a:prstGeom prst="rect">
            <a:avLst/>
          </a:prstGeom>
        </p:spPr>
        <p:txBody>
          <a:bodyPr lIns="121867" tIns="60933" rIns="121867" bIns="60933">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914126">
              <a:buClrTx/>
            </a:pPr>
            <a:r>
              <a:rPr lang="en-US" sz="3199" dirty="0">
                <a:solidFill>
                  <a:prstClr val="black"/>
                </a:solidFill>
                <a:latin typeface="Cooper Black" panose="0208090404030B020404" pitchFamily="18" charset="0"/>
                <a:cs typeface="Times New Roman" panose="02020603050405020304" pitchFamily="18" charset="0"/>
              </a:rPr>
              <a:t>What is Type Script</a:t>
            </a:r>
            <a:endParaRPr lang="en-IN" sz="3199" dirty="0">
              <a:solidFill>
                <a:prstClr val="black"/>
              </a:solidFill>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F725DD64-2B00-6D77-EF58-4B20D34C8C54}"/>
              </a:ext>
            </a:extLst>
          </p:cNvPr>
          <p:cNvSpPr txBox="1"/>
          <p:nvPr/>
        </p:nvSpPr>
        <p:spPr>
          <a:xfrm>
            <a:off x="142630" y="655071"/>
            <a:ext cx="11483853" cy="6214211"/>
          </a:xfrm>
          <a:prstGeom prst="rect">
            <a:avLst/>
          </a:prstGeom>
          <a:noFill/>
        </p:spPr>
        <p:txBody>
          <a:bodyPr wrap="square" lIns="121867" tIns="60933" rIns="121867" bIns="60933" rtlCol="0">
            <a:spAutoFit/>
          </a:bodyPr>
          <a:lstStyle/>
          <a:p>
            <a:pPr defTabSz="914126">
              <a:buClrTx/>
            </a:pPr>
            <a:r>
              <a:rPr lang="en-IN" sz="1799" kern="1200" dirty="0">
                <a:solidFill>
                  <a:prstClr val="black"/>
                </a:solidFill>
                <a:latin typeface="Aptos" panose="02110004020202020204"/>
                <a:ea typeface="+mn-ea"/>
                <a:cs typeface="+mn-cs"/>
              </a:rPr>
              <a:t>Type Script is enhanced version of JS, </a:t>
            </a:r>
            <a:r>
              <a:rPr lang="en-US" sz="1799" kern="1200" dirty="0">
                <a:solidFill>
                  <a:prstClr val="black"/>
                </a:solidFill>
                <a:latin typeface="Aptos" panose="02110004020202020204"/>
                <a:ea typeface="+mn-ea"/>
                <a:cs typeface="+mn-cs"/>
              </a:rPr>
              <a:t>TypeScript is a syntactic superset of JavaScript which adds </a:t>
            </a:r>
            <a:r>
              <a:rPr lang="en-US" sz="1799" b="1" kern="1200" dirty="0">
                <a:solidFill>
                  <a:prstClr val="black"/>
                </a:solidFill>
                <a:latin typeface="Aptos" panose="02110004020202020204"/>
                <a:ea typeface="+mn-ea"/>
                <a:cs typeface="+mn-cs"/>
              </a:rPr>
              <a:t>static typing</a:t>
            </a:r>
            <a:r>
              <a:rPr lang="en-US" sz="1799" kern="1200" dirty="0">
                <a:solidFill>
                  <a:prstClr val="black"/>
                </a:solidFill>
                <a:latin typeface="Aptos" panose="02110004020202020204"/>
                <a:ea typeface="+mn-ea"/>
                <a:cs typeface="+mn-cs"/>
              </a:rPr>
              <a:t>.</a:t>
            </a:r>
          </a:p>
          <a:p>
            <a:pPr defTabSz="914126">
              <a:buClrTx/>
            </a:pPr>
            <a:endParaRPr lang="en-US" sz="1799" kern="1200" dirty="0">
              <a:solidFill>
                <a:prstClr val="black"/>
              </a:solidFill>
              <a:latin typeface="Aptos" panose="02110004020202020204"/>
              <a:ea typeface="+mn-ea"/>
              <a:cs typeface="+mn-cs"/>
            </a:endParaRPr>
          </a:p>
          <a:p>
            <a:pPr marL="342797" indent="-342797" defTabSz="914126">
              <a:buClrTx/>
              <a:buFontTx/>
              <a:buAutoNum type="arabicPeriod"/>
            </a:pPr>
            <a:r>
              <a:rPr lang="en-IN" sz="1799" kern="1200" dirty="0">
                <a:solidFill>
                  <a:prstClr val="black"/>
                </a:solidFill>
                <a:latin typeface="Aptos" panose="02110004020202020204"/>
                <a:ea typeface="+mn-ea"/>
                <a:cs typeface="+mn-cs"/>
              </a:rPr>
              <a:t>We could say its superset of JS</a:t>
            </a:r>
          </a:p>
          <a:p>
            <a:pPr marL="342797" indent="-342797" defTabSz="914126">
              <a:buClrTx/>
              <a:buFontTx/>
              <a:buAutoNum type="arabicPeriod"/>
            </a:pPr>
            <a:r>
              <a:rPr lang="en-IN" sz="1799" kern="1200" dirty="0">
                <a:solidFill>
                  <a:prstClr val="black"/>
                </a:solidFill>
                <a:latin typeface="Aptos" panose="02110004020202020204"/>
                <a:ea typeface="+mn-ea"/>
                <a:cs typeface="+mn-cs"/>
              </a:rPr>
              <a:t>You can think like C++ is enhanced version of C</a:t>
            </a:r>
          </a:p>
          <a:p>
            <a:pPr marL="342797" indent="-342797" defTabSz="914126">
              <a:buClrTx/>
              <a:buFontTx/>
              <a:buAutoNum type="arabicPeriod"/>
            </a:pPr>
            <a:r>
              <a:rPr lang="en-IN" sz="1799" kern="1200" dirty="0">
                <a:solidFill>
                  <a:prstClr val="black"/>
                </a:solidFill>
                <a:latin typeface="Aptos" panose="02110004020202020204"/>
                <a:ea typeface="+mn-ea"/>
                <a:cs typeface="+mn-cs"/>
              </a:rPr>
              <a:t>TypeScript is built upon Java Script only</a:t>
            </a:r>
          </a:p>
          <a:p>
            <a:pPr marL="342797" indent="-342797" defTabSz="914126">
              <a:buClrTx/>
              <a:buFontTx/>
              <a:buAutoNum type="arabicPeriod"/>
            </a:pPr>
            <a:r>
              <a:rPr lang="en-IN" sz="1799" kern="1200" dirty="0">
                <a:solidFill>
                  <a:prstClr val="black"/>
                </a:solidFill>
                <a:latin typeface="Aptos" panose="02110004020202020204"/>
                <a:ea typeface="+mn-ea"/>
                <a:cs typeface="+mn-cs"/>
              </a:rPr>
              <a:t>TS = JS + Types, Like usually in JS we never provide data types while creating variables but in TS we must</a:t>
            </a:r>
          </a:p>
          <a:p>
            <a:pPr marL="342797" indent="-342797" defTabSz="914126">
              <a:buClrTx/>
              <a:buFontTx/>
              <a:buAutoNum type="arabicPeriod"/>
            </a:pPr>
            <a:r>
              <a:rPr lang="en-IN" sz="1799" kern="1200" dirty="0">
                <a:solidFill>
                  <a:prstClr val="black"/>
                </a:solidFill>
                <a:latin typeface="Aptos" panose="02110004020202020204"/>
                <a:ea typeface="+mn-ea"/>
                <a:cs typeface="+mn-cs"/>
              </a:rPr>
              <a:t>Also TS offers better syntax to manage the classes and objects</a:t>
            </a:r>
          </a:p>
          <a:p>
            <a:pPr marL="342797" indent="-342797" defTabSz="914126">
              <a:buClrTx/>
              <a:buFontTx/>
              <a:buAutoNum type="arabicPeriod"/>
            </a:pPr>
            <a:r>
              <a:rPr lang="en-IN" sz="1799" kern="1200" dirty="0">
                <a:solidFill>
                  <a:prstClr val="black"/>
                </a:solidFill>
                <a:latin typeface="Aptos" panose="02110004020202020204"/>
                <a:ea typeface="+mn-ea"/>
                <a:cs typeface="+mn-cs"/>
              </a:rPr>
              <a:t>TS cannot run directly in Browser, so it has to be converted to JS hence we have to write some special file or use modules to convert the TS to JS at runtime</a:t>
            </a:r>
          </a:p>
          <a:p>
            <a:pPr marL="342797" indent="-342797" defTabSz="914126">
              <a:buClrTx/>
              <a:buFontTx/>
              <a:buAutoNum type="arabicPeriod"/>
            </a:pPr>
            <a:r>
              <a:rPr lang="en-IN" sz="1799" kern="1200" dirty="0">
                <a:solidFill>
                  <a:prstClr val="black"/>
                </a:solidFill>
                <a:latin typeface="Aptos" panose="02110004020202020204"/>
                <a:ea typeface="+mn-ea"/>
                <a:cs typeface="+mn-cs"/>
              </a:rPr>
              <a:t>TS Compiler converts the code from TS to JS</a:t>
            </a:r>
          </a:p>
          <a:p>
            <a:pPr marL="342797" indent="-342797" defTabSz="914126">
              <a:buClrTx/>
              <a:buFontTx/>
              <a:buAutoNum type="arabicPeriod"/>
            </a:pPr>
            <a:endParaRPr lang="en-IN" sz="1799" kern="1200" dirty="0">
              <a:solidFill>
                <a:prstClr val="black"/>
              </a:solidFill>
              <a:latin typeface="Aptos" panose="02110004020202020204"/>
              <a:ea typeface="+mn-ea"/>
              <a:cs typeface="+mn-cs"/>
            </a:endParaRPr>
          </a:p>
          <a:p>
            <a:pPr defTabSz="914126">
              <a:buClrTx/>
            </a:pPr>
            <a:r>
              <a:rPr lang="en-IN" sz="1799" kern="1200" dirty="0">
                <a:solidFill>
                  <a:prstClr val="black"/>
                </a:solidFill>
                <a:latin typeface="Aptos" panose="02110004020202020204"/>
                <a:ea typeface="+mn-ea"/>
                <a:cs typeface="+mn-cs"/>
              </a:rPr>
              <a:t>Benefits</a:t>
            </a:r>
          </a:p>
          <a:p>
            <a:pPr marL="342797" indent="-342797" defTabSz="914126">
              <a:buClrTx/>
              <a:buFontTx/>
              <a:buAutoNum type="arabicPeriod"/>
            </a:pPr>
            <a:r>
              <a:rPr lang="en-IN" sz="1799" kern="1200" dirty="0">
                <a:solidFill>
                  <a:prstClr val="black"/>
                </a:solidFill>
                <a:latin typeface="Aptos" panose="02110004020202020204"/>
                <a:ea typeface="+mn-ea"/>
                <a:cs typeface="+mn-cs"/>
              </a:rPr>
              <a:t>We can do checks at compile time, So error handling is easy</a:t>
            </a:r>
          </a:p>
          <a:p>
            <a:pPr marL="342797" indent="-342797" defTabSz="914126">
              <a:buClrTx/>
              <a:buFontTx/>
              <a:buAutoNum type="arabicPeriod"/>
            </a:pPr>
            <a:r>
              <a:rPr lang="en-IN" sz="1799" kern="1200" dirty="0">
                <a:solidFill>
                  <a:prstClr val="black"/>
                </a:solidFill>
                <a:latin typeface="Aptos" panose="02110004020202020204"/>
                <a:ea typeface="+mn-ea"/>
                <a:cs typeface="+mn-cs"/>
              </a:rPr>
              <a:t>Code Completion is better</a:t>
            </a:r>
          </a:p>
          <a:p>
            <a:pPr marL="342797" indent="-342797" defTabSz="914126">
              <a:buClrTx/>
              <a:buFontTx/>
              <a:buAutoNum type="arabicPeriod"/>
            </a:pPr>
            <a:r>
              <a:rPr lang="en-IN" sz="1799" kern="1200" dirty="0">
                <a:solidFill>
                  <a:prstClr val="black"/>
                </a:solidFill>
                <a:latin typeface="Aptos" panose="02110004020202020204"/>
                <a:ea typeface="+mn-ea"/>
                <a:cs typeface="+mn-cs"/>
              </a:rPr>
              <a:t>Object Oriented programming can be added which offers classes, polymorphism, inheritance etc</a:t>
            </a:r>
          </a:p>
          <a:p>
            <a:pPr marL="342797" indent="-342797" defTabSz="914126">
              <a:buClrTx/>
              <a:buFontTx/>
              <a:buAutoNum type="arabicPeriod"/>
            </a:pPr>
            <a:r>
              <a:rPr lang="en-IN" sz="1799" kern="1200" dirty="0">
                <a:solidFill>
                  <a:prstClr val="black"/>
                </a:solidFill>
                <a:latin typeface="Aptos" panose="02110004020202020204"/>
                <a:ea typeface="+mn-ea"/>
                <a:cs typeface="+mn-cs"/>
              </a:rPr>
              <a:t>Example when we define return type for the function @ design time which helps us to find compile time</a:t>
            </a:r>
          </a:p>
          <a:p>
            <a:pPr marL="342797" indent="-342797" defTabSz="914126">
              <a:buClrTx/>
              <a:buFontTx/>
              <a:buAutoNum type="arabicPeriod"/>
            </a:pPr>
            <a:endParaRPr lang="en-IN" sz="1799" kern="1200" dirty="0">
              <a:solidFill>
                <a:prstClr val="black"/>
              </a:solidFill>
              <a:latin typeface="Aptos" panose="02110004020202020204"/>
              <a:ea typeface="+mn-ea"/>
              <a:cs typeface="+mn-cs"/>
            </a:endParaRPr>
          </a:p>
          <a:p>
            <a:pPr defTabSz="914126">
              <a:buClrTx/>
            </a:pPr>
            <a:r>
              <a:rPr lang="en-IN" sz="1799" kern="1200" dirty="0">
                <a:solidFill>
                  <a:prstClr val="black"/>
                </a:solidFill>
                <a:latin typeface="Aptos" panose="02110004020202020204"/>
                <a:ea typeface="+mn-ea"/>
                <a:cs typeface="+mn-cs"/>
              </a:rPr>
              <a:t>History</a:t>
            </a:r>
          </a:p>
          <a:p>
            <a:pPr marL="285664" indent="-285664" defTabSz="914126">
              <a:buClrTx/>
              <a:buFont typeface="Arial" panose="020B0604020202020204" pitchFamily="34" charset="0"/>
              <a:buChar char="•"/>
            </a:pPr>
            <a:r>
              <a:rPr lang="en-IN" sz="1799" kern="1200" dirty="0">
                <a:solidFill>
                  <a:prstClr val="black"/>
                </a:solidFill>
                <a:latin typeface="Aptos" panose="02110004020202020204"/>
                <a:ea typeface="+mn-ea"/>
                <a:cs typeface="+mn-cs"/>
              </a:rPr>
              <a:t>Developed by Microsoft by enhancing JS</a:t>
            </a:r>
          </a:p>
          <a:p>
            <a:pPr marL="285664" indent="-285664" defTabSz="914126">
              <a:buClrTx/>
              <a:buFont typeface="Arial" panose="020B0604020202020204" pitchFamily="34" charset="0"/>
              <a:buChar char="•"/>
            </a:pPr>
            <a:r>
              <a:rPr lang="en-IN" sz="1799" kern="1200" dirty="0">
                <a:solidFill>
                  <a:prstClr val="black"/>
                </a:solidFill>
                <a:latin typeface="Aptos" panose="02110004020202020204"/>
                <a:ea typeface="+mn-ea"/>
                <a:cs typeface="+mn-cs"/>
              </a:rPr>
              <a:t>First released in Oct-2012 and influenced by JS</a:t>
            </a:r>
          </a:p>
          <a:p>
            <a:pPr marL="285664" indent="-285664" defTabSz="914126">
              <a:buClrTx/>
              <a:buFont typeface="Arial" panose="020B0604020202020204" pitchFamily="34" charset="0"/>
              <a:buChar char="•"/>
            </a:pPr>
            <a:endParaRPr lang="en-IN" sz="1799" kern="1200" dirty="0">
              <a:solidFill>
                <a:prstClr val="black"/>
              </a:solidFill>
              <a:latin typeface="Aptos" panose="02110004020202020204"/>
              <a:ea typeface="+mn-ea"/>
              <a:cs typeface="+mn-cs"/>
            </a:endParaRPr>
          </a:p>
          <a:p>
            <a:pPr defTabSz="914126">
              <a:buClrTx/>
            </a:pPr>
            <a:endParaRPr lang="en-IN" sz="1799" kern="1200" dirty="0">
              <a:solidFill>
                <a:prstClr val="black"/>
              </a:solidFill>
              <a:latin typeface="Aptos" panose="02110004020202020204"/>
              <a:ea typeface="+mn-ea"/>
              <a:cs typeface="+mn-cs"/>
            </a:endParaRPr>
          </a:p>
        </p:txBody>
      </p:sp>
      <p:sp>
        <p:nvSpPr>
          <p:cNvPr id="4" name="TextBox 3">
            <a:extLst>
              <a:ext uri="{FF2B5EF4-FFF2-40B4-BE49-F238E27FC236}">
                <a16:creationId xmlns:a16="http://schemas.microsoft.com/office/drawing/2014/main" id="{825366F9-2B4D-AFE8-FA33-FE876E2CDA92}"/>
              </a:ext>
            </a:extLst>
          </p:cNvPr>
          <p:cNvSpPr txBox="1"/>
          <p:nvPr/>
        </p:nvSpPr>
        <p:spPr>
          <a:xfrm>
            <a:off x="9663686" y="6549412"/>
            <a:ext cx="2523554" cy="307674"/>
          </a:xfrm>
          <a:prstGeom prst="rect">
            <a:avLst/>
          </a:prstGeom>
          <a:noFill/>
        </p:spPr>
        <p:txBody>
          <a:bodyPr wrap="square" lIns="121867" tIns="60933" rIns="121867" bIns="60933">
            <a:spAutoFit/>
          </a:bodyPr>
          <a:lstStyle/>
          <a:p>
            <a:pPr defTabSz="914126">
              <a:buClrTx/>
            </a:pPr>
            <a:r>
              <a:rPr lang="en-US" sz="1200" kern="1200" dirty="0">
                <a:solidFill>
                  <a:srgbClr val="0E2841">
                    <a:lumMod val="25000"/>
                    <a:lumOff val="75000"/>
                  </a:srgbClr>
                </a:solidFill>
                <a:latin typeface="Cooper Black" panose="0208090404030B020404" pitchFamily="18" charset="0"/>
                <a:ea typeface="+mn-ea"/>
                <a:cs typeface="+mn-cs"/>
              </a:rPr>
              <a:t>www.anubhavtrainings.com</a:t>
            </a:r>
            <a:endParaRPr lang="en-IN" sz="1200" kern="1200" dirty="0">
              <a:solidFill>
                <a:srgbClr val="0E2841">
                  <a:lumMod val="25000"/>
                  <a:lumOff val="75000"/>
                </a:srgbClr>
              </a:solidFill>
              <a:latin typeface="Cooper Black" panose="0208090404030B020404" pitchFamily="18" charset="0"/>
              <a:ea typeface="+mn-ea"/>
              <a:cs typeface="+mn-cs"/>
            </a:endParaRPr>
          </a:p>
        </p:txBody>
      </p:sp>
      <p:pic>
        <p:nvPicPr>
          <p:cNvPr id="5" name="Picture 4">
            <a:extLst>
              <a:ext uri="{FF2B5EF4-FFF2-40B4-BE49-F238E27FC236}">
                <a16:creationId xmlns:a16="http://schemas.microsoft.com/office/drawing/2014/main" id="{D075D4CF-F9E0-5E46-8452-CD3F6D569B09}"/>
              </a:ext>
            </a:extLst>
          </p:cNvPr>
          <p:cNvPicPr>
            <a:picLocks noChangeAspect="1"/>
          </p:cNvPicPr>
          <p:nvPr/>
        </p:nvPicPr>
        <p:blipFill>
          <a:blip r:embed="rId2" cstate="print"/>
          <a:stretch>
            <a:fillRect/>
          </a:stretch>
        </p:blipFill>
        <p:spPr>
          <a:xfrm>
            <a:off x="11690070" y="71243"/>
            <a:ext cx="456296" cy="450803"/>
          </a:xfrm>
          <a:prstGeom prst="rect">
            <a:avLst/>
          </a:prstGeom>
        </p:spPr>
      </p:pic>
      <p:sp>
        <p:nvSpPr>
          <p:cNvPr id="6" name="TextBox 5">
            <a:extLst>
              <a:ext uri="{FF2B5EF4-FFF2-40B4-BE49-F238E27FC236}">
                <a16:creationId xmlns:a16="http://schemas.microsoft.com/office/drawing/2014/main" id="{E537D3D9-8B87-81D3-673C-C7A55CFD326F}"/>
              </a:ext>
            </a:extLst>
          </p:cNvPr>
          <p:cNvSpPr txBox="1"/>
          <p:nvPr/>
        </p:nvSpPr>
        <p:spPr>
          <a:xfrm>
            <a:off x="118259" y="6559465"/>
            <a:ext cx="223621" cy="292290"/>
          </a:xfrm>
          <a:prstGeom prst="rect">
            <a:avLst/>
          </a:prstGeom>
          <a:noFill/>
        </p:spPr>
        <p:txBody>
          <a:bodyPr wrap="square" lIns="121867" tIns="60933" rIns="121867" bIns="60933" rtlCol="0">
            <a:spAutoFit/>
          </a:bodyPr>
          <a:lstStyle/>
          <a:p>
            <a:pPr defTabSz="914126">
              <a:buClrTx/>
            </a:pPr>
            <a:r>
              <a:rPr lang="en-US" sz="1100" kern="1200" dirty="0">
                <a:solidFill>
                  <a:srgbClr val="0E2841">
                    <a:lumMod val="40000"/>
                    <a:lumOff val="60000"/>
                  </a:srgbClr>
                </a:solidFill>
                <a:latin typeface="Aptos" panose="02110004020202020204"/>
                <a:ea typeface="+mn-ea"/>
                <a:cs typeface="+mn-cs"/>
              </a:rPr>
              <a:t>7</a:t>
            </a:r>
            <a:endParaRPr lang="en-IN" sz="1100" kern="1200" dirty="0">
              <a:solidFill>
                <a:srgbClr val="0E2841">
                  <a:lumMod val="40000"/>
                  <a:lumOff val="60000"/>
                </a:srgbClr>
              </a:solidFill>
              <a:latin typeface="Aptos" panose="02110004020202020204"/>
              <a:ea typeface="+mn-ea"/>
              <a:cs typeface="+mn-cs"/>
            </a:endParaRPr>
          </a:p>
        </p:txBody>
      </p:sp>
      <p:sp>
        <p:nvSpPr>
          <p:cNvPr id="7" name="TextBox 6">
            <a:extLst>
              <a:ext uri="{FF2B5EF4-FFF2-40B4-BE49-F238E27FC236}">
                <a16:creationId xmlns:a16="http://schemas.microsoft.com/office/drawing/2014/main" id="{1E7691D2-2C0D-60EE-E216-BFE6F7F8515A}"/>
              </a:ext>
            </a:extLst>
          </p:cNvPr>
          <p:cNvSpPr txBox="1"/>
          <p:nvPr/>
        </p:nvSpPr>
        <p:spPr>
          <a:xfrm>
            <a:off x="11927635" y="6610951"/>
            <a:ext cx="261190" cy="246157"/>
          </a:xfrm>
          <a:prstGeom prst="rect">
            <a:avLst/>
          </a:prstGeom>
          <a:noFill/>
        </p:spPr>
        <p:txBody>
          <a:bodyPr wrap="square" rtlCol="0">
            <a:spAutoFit/>
          </a:bodyPr>
          <a:lstStyle/>
          <a:p>
            <a:pPr defTabSz="914126">
              <a:buClrTx/>
            </a:pPr>
            <a:r>
              <a:rPr lang="en-IN" sz="1000" kern="1200" dirty="0">
                <a:solidFill>
                  <a:prstClr val="black"/>
                </a:solidFill>
                <a:latin typeface="Aptos" panose="02110004020202020204"/>
                <a:ea typeface="+mn-ea"/>
                <a:cs typeface="+mn-cs"/>
              </a:rPr>
              <a:t>7</a:t>
            </a:r>
          </a:p>
        </p:txBody>
      </p:sp>
      <p:pic>
        <p:nvPicPr>
          <p:cNvPr id="9" name="Picture 8">
            <a:extLst>
              <a:ext uri="{FF2B5EF4-FFF2-40B4-BE49-F238E27FC236}">
                <a16:creationId xmlns:a16="http://schemas.microsoft.com/office/drawing/2014/main" id="{F4438852-C63A-252A-9141-088B065E3CC7}"/>
              </a:ext>
            </a:extLst>
          </p:cNvPr>
          <p:cNvPicPr>
            <a:picLocks noChangeAspect="1"/>
          </p:cNvPicPr>
          <p:nvPr/>
        </p:nvPicPr>
        <p:blipFill>
          <a:blip r:embed="rId3"/>
          <a:stretch>
            <a:fillRect/>
          </a:stretch>
        </p:blipFill>
        <p:spPr>
          <a:xfrm>
            <a:off x="9767758" y="4754619"/>
            <a:ext cx="2023999" cy="1448311"/>
          </a:xfrm>
          <a:prstGeom prst="rect">
            <a:avLst/>
          </a:prstGeom>
        </p:spPr>
      </p:pic>
    </p:spTree>
    <p:extLst>
      <p:ext uri="{BB962C8B-B14F-4D97-AF65-F5344CB8AC3E}">
        <p14:creationId xmlns:p14="http://schemas.microsoft.com/office/powerpoint/2010/main" val="1656517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1000"/>
                                        <p:tgtEl>
                                          <p:spTgt spid="3">
                                            <p:txEl>
                                              <p:pRg st="2" end="2"/>
                                            </p:txEl>
                                          </p:spTgt>
                                        </p:tgtEl>
                                      </p:cBhvr>
                                    </p:animEffect>
                                    <p:anim calcmode="lin" valueType="num">
                                      <p:cBhvr>
                                        <p:cTn id="13"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1000"/>
                                        <p:tgtEl>
                                          <p:spTgt spid="3">
                                            <p:txEl>
                                              <p:pRg st="3" end="3"/>
                                            </p:txEl>
                                          </p:spTgt>
                                        </p:tgtEl>
                                      </p:cBhvr>
                                    </p:animEffect>
                                    <p:anim calcmode="lin" valueType="num">
                                      <p:cBhvr>
                                        <p:cTn id="1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1000"/>
                                        <p:tgtEl>
                                          <p:spTgt spid="3">
                                            <p:txEl>
                                              <p:pRg st="4" end="4"/>
                                            </p:txEl>
                                          </p:spTgt>
                                        </p:tgtEl>
                                      </p:cBhvr>
                                    </p:animEffect>
                                    <p:anim calcmode="lin" valueType="num">
                                      <p:cBhvr>
                                        <p:cTn id="2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4" end="4"/>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1000"/>
                                        <p:tgtEl>
                                          <p:spTgt spid="3">
                                            <p:txEl>
                                              <p:pRg st="5" end="5"/>
                                            </p:txEl>
                                          </p:spTgt>
                                        </p:tgtEl>
                                      </p:cBhvr>
                                    </p:animEffect>
                                    <p:anim calcmode="lin" valueType="num">
                                      <p:cBhvr>
                                        <p:cTn id="28"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5" end="5"/>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1000"/>
                                        <p:tgtEl>
                                          <p:spTgt spid="3">
                                            <p:txEl>
                                              <p:pRg st="6" end="6"/>
                                            </p:txEl>
                                          </p:spTgt>
                                        </p:tgtEl>
                                      </p:cBhvr>
                                    </p:animEffect>
                                    <p:anim calcmode="lin" valueType="num">
                                      <p:cBhvr>
                                        <p:cTn id="33"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6" end="6"/>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1000"/>
                                        <p:tgtEl>
                                          <p:spTgt spid="3">
                                            <p:txEl>
                                              <p:pRg st="7" end="7"/>
                                            </p:txEl>
                                          </p:spTgt>
                                        </p:tgtEl>
                                      </p:cBhvr>
                                    </p:animEffect>
                                    <p:anim calcmode="lin" valueType="num">
                                      <p:cBhvr>
                                        <p:cTn id="38"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39" dur="1000" fill="hold"/>
                                        <p:tgtEl>
                                          <p:spTgt spid="3">
                                            <p:txEl>
                                              <p:pRg st="7" end="7"/>
                                            </p:txEl>
                                          </p:spTgt>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1000"/>
                                        <p:tgtEl>
                                          <p:spTgt spid="3">
                                            <p:txEl>
                                              <p:pRg st="8" end="8"/>
                                            </p:txEl>
                                          </p:spTgt>
                                        </p:tgtEl>
                                      </p:cBhvr>
                                    </p:animEffect>
                                    <p:anim calcmode="lin" valueType="num">
                                      <p:cBhvr>
                                        <p:cTn id="43"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3">
                                            <p:txEl>
                                              <p:pRg st="10" end="10"/>
                                            </p:txEl>
                                          </p:spTgt>
                                        </p:tgtEl>
                                        <p:attrNameLst>
                                          <p:attrName>style.visibility</p:attrName>
                                        </p:attrNameLst>
                                      </p:cBhvr>
                                      <p:to>
                                        <p:strVal val="visible"/>
                                      </p:to>
                                    </p:set>
                                    <p:animEffect transition="in" filter="fade">
                                      <p:cBhvr>
                                        <p:cTn id="49" dur="1000"/>
                                        <p:tgtEl>
                                          <p:spTgt spid="3">
                                            <p:txEl>
                                              <p:pRg st="10" end="10"/>
                                            </p:txEl>
                                          </p:spTgt>
                                        </p:tgtEl>
                                      </p:cBhvr>
                                    </p:animEffect>
                                    <p:anim calcmode="lin" valueType="num">
                                      <p:cBhvr>
                                        <p:cTn id="50"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10" end="10"/>
                                            </p:txEl>
                                          </p:spTgt>
                                        </p:tgtEl>
                                        <p:attrNameLst>
                                          <p:attrName>ppt_y</p:attrName>
                                        </p:attrNameLst>
                                      </p:cBhvr>
                                      <p:tavLst>
                                        <p:tav tm="0">
                                          <p:val>
                                            <p:strVal val="#ppt_y+.1"/>
                                          </p:val>
                                        </p:tav>
                                        <p:tav tm="100000">
                                          <p:val>
                                            <p:strVal val="#ppt_y"/>
                                          </p:val>
                                        </p:tav>
                                      </p:tavLst>
                                    </p:anim>
                                  </p:childTnLst>
                                </p:cTn>
                              </p:par>
                              <p:par>
                                <p:cTn id="52" presetID="42" presetClass="entr" presetSubtype="0" fill="hold" nodeType="withEffect">
                                  <p:stCondLst>
                                    <p:cond delay="0"/>
                                  </p:stCondLst>
                                  <p:childTnLst>
                                    <p:set>
                                      <p:cBhvr>
                                        <p:cTn id="53" dur="1" fill="hold">
                                          <p:stCondLst>
                                            <p:cond delay="0"/>
                                          </p:stCondLst>
                                        </p:cTn>
                                        <p:tgtEl>
                                          <p:spTgt spid="3">
                                            <p:txEl>
                                              <p:pRg st="11" end="11"/>
                                            </p:txEl>
                                          </p:spTgt>
                                        </p:tgtEl>
                                        <p:attrNameLst>
                                          <p:attrName>style.visibility</p:attrName>
                                        </p:attrNameLst>
                                      </p:cBhvr>
                                      <p:to>
                                        <p:strVal val="visible"/>
                                      </p:to>
                                    </p:set>
                                    <p:animEffect transition="in" filter="fade">
                                      <p:cBhvr>
                                        <p:cTn id="54" dur="1000"/>
                                        <p:tgtEl>
                                          <p:spTgt spid="3">
                                            <p:txEl>
                                              <p:pRg st="11" end="11"/>
                                            </p:txEl>
                                          </p:spTgt>
                                        </p:tgtEl>
                                      </p:cBhvr>
                                    </p:animEffect>
                                    <p:anim calcmode="lin" valueType="num">
                                      <p:cBhvr>
                                        <p:cTn id="55"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56" dur="1000" fill="hold"/>
                                        <p:tgtEl>
                                          <p:spTgt spid="3">
                                            <p:txEl>
                                              <p:pRg st="11" end="11"/>
                                            </p:txEl>
                                          </p:spTgt>
                                        </p:tgtEl>
                                        <p:attrNameLst>
                                          <p:attrName>ppt_y</p:attrName>
                                        </p:attrNameLst>
                                      </p:cBhvr>
                                      <p:tavLst>
                                        <p:tav tm="0">
                                          <p:val>
                                            <p:strVal val="#ppt_y+.1"/>
                                          </p:val>
                                        </p:tav>
                                        <p:tav tm="100000">
                                          <p:val>
                                            <p:strVal val="#ppt_y"/>
                                          </p:val>
                                        </p:tav>
                                      </p:tavLst>
                                    </p:anim>
                                  </p:childTnLst>
                                </p:cTn>
                              </p:par>
                              <p:par>
                                <p:cTn id="57" presetID="42" presetClass="entr" presetSubtype="0" fill="hold" nodeType="withEffect">
                                  <p:stCondLst>
                                    <p:cond delay="0"/>
                                  </p:stCondLst>
                                  <p:childTnLst>
                                    <p:set>
                                      <p:cBhvr>
                                        <p:cTn id="58" dur="1" fill="hold">
                                          <p:stCondLst>
                                            <p:cond delay="0"/>
                                          </p:stCondLst>
                                        </p:cTn>
                                        <p:tgtEl>
                                          <p:spTgt spid="3">
                                            <p:txEl>
                                              <p:pRg st="12" end="12"/>
                                            </p:txEl>
                                          </p:spTgt>
                                        </p:tgtEl>
                                        <p:attrNameLst>
                                          <p:attrName>style.visibility</p:attrName>
                                        </p:attrNameLst>
                                      </p:cBhvr>
                                      <p:to>
                                        <p:strVal val="visible"/>
                                      </p:to>
                                    </p:set>
                                    <p:animEffect transition="in" filter="fade">
                                      <p:cBhvr>
                                        <p:cTn id="59" dur="1000"/>
                                        <p:tgtEl>
                                          <p:spTgt spid="3">
                                            <p:txEl>
                                              <p:pRg st="12" end="12"/>
                                            </p:txEl>
                                          </p:spTgt>
                                        </p:tgtEl>
                                      </p:cBhvr>
                                    </p:animEffect>
                                    <p:anim calcmode="lin" valueType="num">
                                      <p:cBhvr>
                                        <p:cTn id="60" dur="1000" fill="hold"/>
                                        <p:tgtEl>
                                          <p:spTgt spid="3">
                                            <p:txEl>
                                              <p:pRg st="12" end="12"/>
                                            </p:txEl>
                                          </p:spTgt>
                                        </p:tgtEl>
                                        <p:attrNameLst>
                                          <p:attrName>ppt_x</p:attrName>
                                        </p:attrNameLst>
                                      </p:cBhvr>
                                      <p:tavLst>
                                        <p:tav tm="0">
                                          <p:val>
                                            <p:strVal val="#ppt_x"/>
                                          </p:val>
                                        </p:tav>
                                        <p:tav tm="100000">
                                          <p:val>
                                            <p:strVal val="#ppt_x"/>
                                          </p:val>
                                        </p:tav>
                                      </p:tavLst>
                                    </p:anim>
                                    <p:anim calcmode="lin" valueType="num">
                                      <p:cBhvr>
                                        <p:cTn id="61" dur="1000" fill="hold"/>
                                        <p:tgtEl>
                                          <p:spTgt spid="3">
                                            <p:txEl>
                                              <p:pRg st="12" end="12"/>
                                            </p:txEl>
                                          </p:spTgt>
                                        </p:tgtEl>
                                        <p:attrNameLst>
                                          <p:attrName>ppt_y</p:attrName>
                                        </p:attrNameLst>
                                      </p:cBhvr>
                                      <p:tavLst>
                                        <p:tav tm="0">
                                          <p:val>
                                            <p:strVal val="#ppt_y+.1"/>
                                          </p:val>
                                        </p:tav>
                                        <p:tav tm="100000">
                                          <p:val>
                                            <p:strVal val="#ppt_y"/>
                                          </p:val>
                                        </p:tav>
                                      </p:tavLst>
                                    </p:anim>
                                  </p:childTnLst>
                                </p:cTn>
                              </p:par>
                              <p:par>
                                <p:cTn id="62" presetID="42" presetClass="entr" presetSubtype="0" fill="hold" nodeType="withEffect">
                                  <p:stCondLst>
                                    <p:cond delay="0"/>
                                  </p:stCondLst>
                                  <p:childTnLst>
                                    <p:set>
                                      <p:cBhvr>
                                        <p:cTn id="63" dur="1" fill="hold">
                                          <p:stCondLst>
                                            <p:cond delay="0"/>
                                          </p:stCondLst>
                                        </p:cTn>
                                        <p:tgtEl>
                                          <p:spTgt spid="3">
                                            <p:txEl>
                                              <p:pRg st="13" end="13"/>
                                            </p:txEl>
                                          </p:spTgt>
                                        </p:tgtEl>
                                        <p:attrNameLst>
                                          <p:attrName>style.visibility</p:attrName>
                                        </p:attrNameLst>
                                      </p:cBhvr>
                                      <p:to>
                                        <p:strVal val="visible"/>
                                      </p:to>
                                    </p:set>
                                    <p:animEffect transition="in" filter="fade">
                                      <p:cBhvr>
                                        <p:cTn id="64" dur="1000"/>
                                        <p:tgtEl>
                                          <p:spTgt spid="3">
                                            <p:txEl>
                                              <p:pRg st="13" end="13"/>
                                            </p:txEl>
                                          </p:spTgt>
                                        </p:tgtEl>
                                      </p:cBhvr>
                                    </p:animEffect>
                                    <p:anim calcmode="lin" valueType="num">
                                      <p:cBhvr>
                                        <p:cTn id="65" dur="1000" fill="hold"/>
                                        <p:tgtEl>
                                          <p:spTgt spid="3">
                                            <p:txEl>
                                              <p:pRg st="13" end="13"/>
                                            </p:txEl>
                                          </p:spTgt>
                                        </p:tgtEl>
                                        <p:attrNameLst>
                                          <p:attrName>ppt_x</p:attrName>
                                        </p:attrNameLst>
                                      </p:cBhvr>
                                      <p:tavLst>
                                        <p:tav tm="0">
                                          <p:val>
                                            <p:strVal val="#ppt_x"/>
                                          </p:val>
                                        </p:tav>
                                        <p:tav tm="100000">
                                          <p:val>
                                            <p:strVal val="#ppt_x"/>
                                          </p:val>
                                        </p:tav>
                                      </p:tavLst>
                                    </p:anim>
                                    <p:anim calcmode="lin" valueType="num">
                                      <p:cBhvr>
                                        <p:cTn id="66" dur="1000" fill="hold"/>
                                        <p:tgtEl>
                                          <p:spTgt spid="3">
                                            <p:txEl>
                                              <p:pRg st="13" end="13"/>
                                            </p:txEl>
                                          </p:spTgt>
                                        </p:tgtEl>
                                        <p:attrNameLst>
                                          <p:attrName>ppt_y</p:attrName>
                                        </p:attrNameLst>
                                      </p:cBhvr>
                                      <p:tavLst>
                                        <p:tav tm="0">
                                          <p:val>
                                            <p:strVal val="#ppt_y+.1"/>
                                          </p:val>
                                        </p:tav>
                                        <p:tav tm="100000">
                                          <p:val>
                                            <p:strVal val="#ppt_y"/>
                                          </p:val>
                                        </p:tav>
                                      </p:tavLst>
                                    </p:anim>
                                  </p:childTnLst>
                                </p:cTn>
                              </p:par>
                              <p:par>
                                <p:cTn id="67" presetID="42" presetClass="entr" presetSubtype="0" fill="hold" nodeType="withEffect">
                                  <p:stCondLst>
                                    <p:cond delay="0"/>
                                  </p:stCondLst>
                                  <p:childTnLst>
                                    <p:set>
                                      <p:cBhvr>
                                        <p:cTn id="68" dur="1" fill="hold">
                                          <p:stCondLst>
                                            <p:cond delay="0"/>
                                          </p:stCondLst>
                                        </p:cTn>
                                        <p:tgtEl>
                                          <p:spTgt spid="3">
                                            <p:txEl>
                                              <p:pRg st="14" end="14"/>
                                            </p:txEl>
                                          </p:spTgt>
                                        </p:tgtEl>
                                        <p:attrNameLst>
                                          <p:attrName>style.visibility</p:attrName>
                                        </p:attrNameLst>
                                      </p:cBhvr>
                                      <p:to>
                                        <p:strVal val="visible"/>
                                      </p:to>
                                    </p:set>
                                    <p:animEffect transition="in" filter="fade">
                                      <p:cBhvr>
                                        <p:cTn id="69" dur="1000"/>
                                        <p:tgtEl>
                                          <p:spTgt spid="3">
                                            <p:txEl>
                                              <p:pRg st="14" end="14"/>
                                            </p:txEl>
                                          </p:spTgt>
                                        </p:tgtEl>
                                      </p:cBhvr>
                                    </p:animEffect>
                                    <p:anim calcmode="lin" valueType="num">
                                      <p:cBhvr>
                                        <p:cTn id="70" dur="1000" fill="hold"/>
                                        <p:tgtEl>
                                          <p:spTgt spid="3">
                                            <p:txEl>
                                              <p:pRg st="14" end="14"/>
                                            </p:txEl>
                                          </p:spTgt>
                                        </p:tgtEl>
                                        <p:attrNameLst>
                                          <p:attrName>ppt_x</p:attrName>
                                        </p:attrNameLst>
                                      </p:cBhvr>
                                      <p:tavLst>
                                        <p:tav tm="0">
                                          <p:val>
                                            <p:strVal val="#ppt_x"/>
                                          </p:val>
                                        </p:tav>
                                        <p:tav tm="100000">
                                          <p:val>
                                            <p:strVal val="#ppt_x"/>
                                          </p:val>
                                        </p:tav>
                                      </p:tavLst>
                                    </p:anim>
                                    <p:anim calcmode="lin" valueType="num">
                                      <p:cBhvr>
                                        <p:cTn id="71" dur="1000" fill="hold"/>
                                        <p:tgtEl>
                                          <p:spTgt spid="3">
                                            <p:txEl>
                                              <p:pRg st="14" end="14"/>
                                            </p:txEl>
                                          </p:spTgt>
                                        </p:tgtEl>
                                        <p:attrNameLst>
                                          <p:attrName>ppt_y</p:attrName>
                                        </p:attrNameLst>
                                      </p:cBhvr>
                                      <p:tavLst>
                                        <p:tav tm="0">
                                          <p:val>
                                            <p:strVal val="#ppt_y+.1"/>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42" presetClass="entr" presetSubtype="0" fill="hold" nodeType="clickEffect">
                                  <p:stCondLst>
                                    <p:cond delay="0"/>
                                  </p:stCondLst>
                                  <p:childTnLst>
                                    <p:set>
                                      <p:cBhvr>
                                        <p:cTn id="75" dur="1" fill="hold">
                                          <p:stCondLst>
                                            <p:cond delay="0"/>
                                          </p:stCondLst>
                                        </p:cTn>
                                        <p:tgtEl>
                                          <p:spTgt spid="3">
                                            <p:txEl>
                                              <p:pRg st="16" end="16"/>
                                            </p:txEl>
                                          </p:spTgt>
                                        </p:tgtEl>
                                        <p:attrNameLst>
                                          <p:attrName>style.visibility</p:attrName>
                                        </p:attrNameLst>
                                      </p:cBhvr>
                                      <p:to>
                                        <p:strVal val="visible"/>
                                      </p:to>
                                    </p:set>
                                    <p:animEffect transition="in" filter="fade">
                                      <p:cBhvr>
                                        <p:cTn id="76" dur="1000"/>
                                        <p:tgtEl>
                                          <p:spTgt spid="3">
                                            <p:txEl>
                                              <p:pRg st="16" end="16"/>
                                            </p:txEl>
                                          </p:spTgt>
                                        </p:tgtEl>
                                      </p:cBhvr>
                                    </p:animEffect>
                                    <p:anim calcmode="lin" valueType="num">
                                      <p:cBhvr>
                                        <p:cTn id="77" dur="1000" fill="hold"/>
                                        <p:tgtEl>
                                          <p:spTgt spid="3">
                                            <p:txEl>
                                              <p:pRg st="16" end="16"/>
                                            </p:txEl>
                                          </p:spTgt>
                                        </p:tgtEl>
                                        <p:attrNameLst>
                                          <p:attrName>ppt_x</p:attrName>
                                        </p:attrNameLst>
                                      </p:cBhvr>
                                      <p:tavLst>
                                        <p:tav tm="0">
                                          <p:val>
                                            <p:strVal val="#ppt_x"/>
                                          </p:val>
                                        </p:tav>
                                        <p:tav tm="100000">
                                          <p:val>
                                            <p:strVal val="#ppt_x"/>
                                          </p:val>
                                        </p:tav>
                                      </p:tavLst>
                                    </p:anim>
                                    <p:anim calcmode="lin" valueType="num">
                                      <p:cBhvr>
                                        <p:cTn id="78" dur="1000" fill="hold"/>
                                        <p:tgtEl>
                                          <p:spTgt spid="3">
                                            <p:txEl>
                                              <p:pRg st="16" end="16"/>
                                            </p:txEl>
                                          </p:spTgt>
                                        </p:tgtEl>
                                        <p:attrNameLst>
                                          <p:attrName>ppt_y</p:attrName>
                                        </p:attrNameLst>
                                      </p:cBhvr>
                                      <p:tavLst>
                                        <p:tav tm="0">
                                          <p:val>
                                            <p:strVal val="#ppt_y+.1"/>
                                          </p:val>
                                        </p:tav>
                                        <p:tav tm="100000">
                                          <p:val>
                                            <p:strVal val="#ppt_y"/>
                                          </p:val>
                                        </p:tav>
                                      </p:tavLst>
                                    </p:anim>
                                  </p:childTnLst>
                                </p:cTn>
                              </p:par>
                              <p:par>
                                <p:cTn id="79" presetID="42" presetClass="entr" presetSubtype="0" fill="hold" nodeType="withEffect">
                                  <p:stCondLst>
                                    <p:cond delay="0"/>
                                  </p:stCondLst>
                                  <p:childTnLst>
                                    <p:set>
                                      <p:cBhvr>
                                        <p:cTn id="80" dur="1" fill="hold">
                                          <p:stCondLst>
                                            <p:cond delay="0"/>
                                          </p:stCondLst>
                                        </p:cTn>
                                        <p:tgtEl>
                                          <p:spTgt spid="3">
                                            <p:txEl>
                                              <p:pRg st="17" end="17"/>
                                            </p:txEl>
                                          </p:spTgt>
                                        </p:tgtEl>
                                        <p:attrNameLst>
                                          <p:attrName>style.visibility</p:attrName>
                                        </p:attrNameLst>
                                      </p:cBhvr>
                                      <p:to>
                                        <p:strVal val="visible"/>
                                      </p:to>
                                    </p:set>
                                    <p:animEffect transition="in" filter="fade">
                                      <p:cBhvr>
                                        <p:cTn id="81" dur="1000"/>
                                        <p:tgtEl>
                                          <p:spTgt spid="3">
                                            <p:txEl>
                                              <p:pRg st="17" end="17"/>
                                            </p:txEl>
                                          </p:spTgt>
                                        </p:tgtEl>
                                      </p:cBhvr>
                                    </p:animEffect>
                                    <p:anim calcmode="lin" valueType="num">
                                      <p:cBhvr>
                                        <p:cTn id="82" dur="1000" fill="hold"/>
                                        <p:tgtEl>
                                          <p:spTgt spid="3">
                                            <p:txEl>
                                              <p:pRg st="17" end="17"/>
                                            </p:txEl>
                                          </p:spTgt>
                                        </p:tgtEl>
                                        <p:attrNameLst>
                                          <p:attrName>ppt_x</p:attrName>
                                        </p:attrNameLst>
                                      </p:cBhvr>
                                      <p:tavLst>
                                        <p:tav tm="0">
                                          <p:val>
                                            <p:strVal val="#ppt_x"/>
                                          </p:val>
                                        </p:tav>
                                        <p:tav tm="100000">
                                          <p:val>
                                            <p:strVal val="#ppt_x"/>
                                          </p:val>
                                        </p:tav>
                                      </p:tavLst>
                                    </p:anim>
                                    <p:anim calcmode="lin" valueType="num">
                                      <p:cBhvr>
                                        <p:cTn id="83" dur="1000" fill="hold"/>
                                        <p:tgtEl>
                                          <p:spTgt spid="3">
                                            <p:txEl>
                                              <p:pRg st="17" end="17"/>
                                            </p:txEl>
                                          </p:spTgt>
                                        </p:tgtEl>
                                        <p:attrNameLst>
                                          <p:attrName>ppt_y</p:attrName>
                                        </p:attrNameLst>
                                      </p:cBhvr>
                                      <p:tavLst>
                                        <p:tav tm="0">
                                          <p:val>
                                            <p:strVal val="#ppt_y+.1"/>
                                          </p:val>
                                        </p:tav>
                                        <p:tav tm="100000">
                                          <p:val>
                                            <p:strVal val="#ppt_y"/>
                                          </p:val>
                                        </p:tav>
                                      </p:tavLst>
                                    </p:anim>
                                  </p:childTnLst>
                                </p:cTn>
                              </p:par>
                              <p:par>
                                <p:cTn id="84" presetID="42" presetClass="entr" presetSubtype="0" fill="hold" nodeType="withEffect">
                                  <p:stCondLst>
                                    <p:cond delay="0"/>
                                  </p:stCondLst>
                                  <p:childTnLst>
                                    <p:set>
                                      <p:cBhvr>
                                        <p:cTn id="85" dur="1" fill="hold">
                                          <p:stCondLst>
                                            <p:cond delay="0"/>
                                          </p:stCondLst>
                                        </p:cTn>
                                        <p:tgtEl>
                                          <p:spTgt spid="3">
                                            <p:txEl>
                                              <p:pRg st="18" end="18"/>
                                            </p:txEl>
                                          </p:spTgt>
                                        </p:tgtEl>
                                        <p:attrNameLst>
                                          <p:attrName>style.visibility</p:attrName>
                                        </p:attrNameLst>
                                      </p:cBhvr>
                                      <p:to>
                                        <p:strVal val="visible"/>
                                      </p:to>
                                    </p:set>
                                    <p:animEffect transition="in" filter="fade">
                                      <p:cBhvr>
                                        <p:cTn id="86" dur="1000"/>
                                        <p:tgtEl>
                                          <p:spTgt spid="3">
                                            <p:txEl>
                                              <p:pRg st="18" end="18"/>
                                            </p:txEl>
                                          </p:spTgt>
                                        </p:tgtEl>
                                      </p:cBhvr>
                                    </p:animEffect>
                                    <p:anim calcmode="lin" valueType="num">
                                      <p:cBhvr>
                                        <p:cTn id="87" dur="1000" fill="hold"/>
                                        <p:tgtEl>
                                          <p:spTgt spid="3">
                                            <p:txEl>
                                              <p:pRg st="18" end="18"/>
                                            </p:txEl>
                                          </p:spTgt>
                                        </p:tgtEl>
                                        <p:attrNameLst>
                                          <p:attrName>ppt_x</p:attrName>
                                        </p:attrNameLst>
                                      </p:cBhvr>
                                      <p:tavLst>
                                        <p:tav tm="0">
                                          <p:val>
                                            <p:strVal val="#ppt_x"/>
                                          </p:val>
                                        </p:tav>
                                        <p:tav tm="100000">
                                          <p:val>
                                            <p:strVal val="#ppt_x"/>
                                          </p:val>
                                        </p:tav>
                                      </p:tavLst>
                                    </p:anim>
                                    <p:anim calcmode="lin" valueType="num">
                                      <p:cBhvr>
                                        <p:cTn id="88" dur="1000" fill="hold"/>
                                        <p:tgtEl>
                                          <p:spTgt spid="3">
                                            <p:txEl>
                                              <p:pRg st="18" end="18"/>
                                            </p:txEl>
                                          </p:spTgt>
                                        </p:tgtEl>
                                        <p:attrNameLst>
                                          <p:attrName>ppt_y</p:attrName>
                                        </p:attrNameLst>
                                      </p:cBhvr>
                                      <p:tavLst>
                                        <p:tav tm="0">
                                          <p:val>
                                            <p:strVal val="#ppt_y+.1"/>
                                          </p:val>
                                        </p:tav>
                                        <p:tav tm="100000">
                                          <p:val>
                                            <p:strVal val="#ppt_y"/>
                                          </p:val>
                                        </p:tav>
                                      </p:tavLst>
                                    </p:anim>
                                  </p:childTnLst>
                                </p:cTn>
                              </p:par>
                              <p:par>
                                <p:cTn id="89" presetID="42" presetClass="entr" presetSubtype="0" fill="hold" nodeType="withEffect">
                                  <p:stCondLst>
                                    <p:cond delay="0"/>
                                  </p:stCondLst>
                                  <p:childTnLst>
                                    <p:set>
                                      <p:cBhvr>
                                        <p:cTn id="90" dur="1" fill="hold">
                                          <p:stCondLst>
                                            <p:cond delay="0"/>
                                          </p:stCondLst>
                                        </p:cTn>
                                        <p:tgtEl>
                                          <p:spTgt spid="9"/>
                                        </p:tgtEl>
                                        <p:attrNameLst>
                                          <p:attrName>style.visibility</p:attrName>
                                        </p:attrNameLst>
                                      </p:cBhvr>
                                      <p:to>
                                        <p:strVal val="visible"/>
                                      </p:to>
                                    </p:set>
                                    <p:animEffect transition="in" filter="fade">
                                      <p:cBhvr>
                                        <p:cTn id="91" dur="1000"/>
                                        <p:tgtEl>
                                          <p:spTgt spid="9"/>
                                        </p:tgtEl>
                                      </p:cBhvr>
                                    </p:animEffect>
                                    <p:anim calcmode="lin" valueType="num">
                                      <p:cBhvr>
                                        <p:cTn id="92" dur="1000" fill="hold"/>
                                        <p:tgtEl>
                                          <p:spTgt spid="9"/>
                                        </p:tgtEl>
                                        <p:attrNameLst>
                                          <p:attrName>ppt_x</p:attrName>
                                        </p:attrNameLst>
                                      </p:cBhvr>
                                      <p:tavLst>
                                        <p:tav tm="0">
                                          <p:val>
                                            <p:strVal val="#ppt_x"/>
                                          </p:val>
                                        </p:tav>
                                        <p:tav tm="100000">
                                          <p:val>
                                            <p:strVal val="#ppt_x"/>
                                          </p:val>
                                        </p:tav>
                                      </p:tavLst>
                                    </p:anim>
                                    <p:anim calcmode="lin" valueType="num">
                                      <p:cBhvr>
                                        <p:cTn id="9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B90619-40C1-1AAF-F549-CF77C15C2EE0}"/>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7382A3FD-CF73-C89A-B105-0E9813383F92}"/>
              </a:ext>
            </a:extLst>
          </p:cNvPr>
          <p:cNvSpPr txBox="1">
            <a:spLocks/>
          </p:cNvSpPr>
          <p:nvPr/>
        </p:nvSpPr>
        <p:spPr>
          <a:xfrm>
            <a:off x="142631" y="141374"/>
            <a:ext cx="11134985" cy="513697"/>
          </a:xfrm>
          <a:prstGeom prst="rect">
            <a:avLst/>
          </a:prstGeom>
        </p:spPr>
        <p:txBody>
          <a:bodyPr lIns="121867" tIns="60933" rIns="121867" bIns="60933">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914126">
              <a:buClrTx/>
            </a:pPr>
            <a:r>
              <a:rPr lang="en-US" sz="3199" dirty="0">
                <a:solidFill>
                  <a:prstClr val="black"/>
                </a:solidFill>
                <a:latin typeface="Cooper Black" panose="0208090404030B020404" pitchFamily="18" charset="0"/>
                <a:cs typeface="Times New Roman" panose="02020603050405020304" pitchFamily="18" charset="0"/>
              </a:rPr>
              <a:t>Variable Creation</a:t>
            </a:r>
            <a:endParaRPr lang="en-IN" sz="3199" dirty="0">
              <a:solidFill>
                <a:prstClr val="black"/>
              </a:solidFill>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41DE8E74-AF39-656E-EBCB-DE3A61B3FB4D}"/>
              </a:ext>
            </a:extLst>
          </p:cNvPr>
          <p:cNvSpPr txBox="1"/>
          <p:nvPr/>
        </p:nvSpPr>
        <p:spPr>
          <a:xfrm>
            <a:off x="142630" y="655071"/>
            <a:ext cx="11483853" cy="5384665"/>
          </a:xfrm>
          <a:prstGeom prst="rect">
            <a:avLst/>
          </a:prstGeom>
          <a:noFill/>
        </p:spPr>
        <p:txBody>
          <a:bodyPr wrap="square" lIns="121867" tIns="60933" rIns="121867" bIns="60933" rtlCol="0">
            <a:spAutoFit/>
          </a:bodyPr>
          <a:lstStyle/>
          <a:p>
            <a:pPr marL="285750" indent="-285750" defTabSz="914126">
              <a:buClrTx/>
              <a:buFont typeface="Arial" panose="020B0604020202020204" pitchFamily="34" charset="0"/>
              <a:buChar char="•"/>
            </a:pPr>
            <a:r>
              <a:rPr lang="en-US" sz="1799" kern="1200" dirty="0">
                <a:solidFill>
                  <a:prstClr val="black"/>
                </a:solidFill>
                <a:latin typeface="Aptos" panose="02110004020202020204"/>
                <a:ea typeface="+mn-ea"/>
                <a:cs typeface="+mn-cs"/>
              </a:rPr>
              <a:t>The most basic types in TypeScript are called </a:t>
            </a:r>
            <a:r>
              <a:rPr lang="en-US" sz="1799" b="1" kern="1200" dirty="0">
                <a:solidFill>
                  <a:prstClr val="black"/>
                </a:solidFill>
                <a:latin typeface="Aptos" panose="02110004020202020204"/>
                <a:ea typeface="+mn-ea"/>
                <a:cs typeface="+mn-cs"/>
              </a:rPr>
              <a:t>primitives</a:t>
            </a:r>
            <a:r>
              <a:rPr lang="en-US" sz="1799" kern="1200" dirty="0">
                <a:solidFill>
                  <a:prstClr val="black"/>
                </a:solidFill>
                <a:latin typeface="Aptos" panose="02110004020202020204"/>
                <a:ea typeface="+mn-ea"/>
                <a:cs typeface="+mn-cs"/>
              </a:rPr>
              <a:t>.</a:t>
            </a:r>
          </a:p>
          <a:p>
            <a:pPr marL="285750" indent="-285750" defTabSz="914126">
              <a:buClrTx/>
              <a:buFont typeface="Arial" panose="020B0604020202020204" pitchFamily="34" charset="0"/>
              <a:buChar char="•"/>
            </a:pPr>
            <a:r>
              <a:rPr lang="en-US" sz="1799" kern="1200" dirty="0">
                <a:solidFill>
                  <a:prstClr val="black"/>
                </a:solidFill>
                <a:latin typeface="Aptos" panose="02110004020202020204"/>
                <a:ea typeface="+mn-ea"/>
                <a:cs typeface="+mn-cs"/>
              </a:rPr>
              <a:t>These types form the building blocks of more complex types in your applications.</a:t>
            </a:r>
          </a:p>
          <a:p>
            <a:pPr marL="285750" indent="-285750" defTabSz="914126">
              <a:buClrTx/>
              <a:buFont typeface="Arial" panose="020B0604020202020204" pitchFamily="34" charset="0"/>
              <a:buChar char="•"/>
            </a:pPr>
            <a:r>
              <a:rPr lang="en-US" sz="1799" kern="1200" dirty="0">
                <a:solidFill>
                  <a:prstClr val="black"/>
                </a:solidFill>
                <a:latin typeface="Aptos" panose="02110004020202020204"/>
                <a:ea typeface="+mn-ea"/>
                <a:cs typeface="+mn-cs"/>
              </a:rPr>
              <a:t>TypeScript includes all JavaScript primitives plus additional type features.</a:t>
            </a:r>
          </a:p>
          <a:p>
            <a:pPr marL="285750" indent="-285750" defTabSz="914126">
              <a:buClrTx/>
              <a:buFont typeface="Arial" panose="020B0604020202020204" pitchFamily="34" charset="0"/>
              <a:buChar char="•"/>
            </a:pPr>
            <a:r>
              <a:rPr lang="en-US" sz="1799" kern="1200" dirty="0">
                <a:solidFill>
                  <a:prstClr val="black"/>
                </a:solidFill>
                <a:latin typeface="Aptos" panose="02110004020202020204"/>
                <a:ea typeface="+mn-ea"/>
                <a:cs typeface="+mn-cs"/>
              </a:rPr>
              <a:t>Here are the five primitive types you'll use most often:</a:t>
            </a:r>
          </a:p>
          <a:p>
            <a:pPr defTabSz="914126">
              <a:buClrTx/>
            </a:pPr>
            <a:endParaRPr lang="en-US" sz="1799" kern="1200" dirty="0">
              <a:solidFill>
                <a:prstClr val="black"/>
              </a:solidFill>
              <a:latin typeface="Aptos" panose="02110004020202020204"/>
              <a:ea typeface="+mn-ea"/>
              <a:cs typeface="+mn-cs"/>
            </a:endParaRPr>
          </a:p>
          <a:p>
            <a:pPr defTabSz="914126">
              <a:buClrTx/>
            </a:pPr>
            <a:endParaRPr lang="en-US" sz="1799" kern="1200" dirty="0">
              <a:solidFill>
                <a:prstClr val="black"/>
              </a:solidFill>
              <a:latin typeface="Aptos" panose="02110004020202020204"/>
              <a:ea typeface="+mn-ea"/>
              <a:cs typeface="+mn-cs"/>
            </a:endParaRPr>
          </a:p>
          <a:p>
            <a:pPr defTabSz="914126">
              <a:buClrTx/>
            </a:pPr>
            <a:r>
              <a:rPr lang="en-US" sz="1799" kern="1200" dirty="0">
                <a:solidFill>
                  <a:prstClr val="black"/>
                </a:solidFill>
                <a:latin typeface="Aptos" panose="02110004020202020204"/>
                <a:ea typeface="+mn-ea"/>
                <a:cs typeface="+mn-cs"/>
              </a:rPr>
              <a:t>let </a:t>
            </a:r>
            <a:r>
              <a:rPr lang="en-US" sz="1799" kern="1200" dirty="0" err="1">
                <a:solidFill>
                  <a:prstClr val="black"/>
                </a:solidFill>
                <a:latin typeface="Aptos" panose="02110004020202020204"/>
                <a:ea typeface="+mn-ea"/>
                <a:cs typeface="+mn-cs"/>
              </a:rPr>
              <a:t>varName</a:t>
            </a:r>
            <a:r>
              <a:rPr lang="en-US" sz="1799" kern="1200" dirty="0">
                <a:solidFill>
                  <a:prstClr val="black"/>
                </a:solidFill>
                <a:latin typeface="Aptos" panose="02110004020202020204"/>
                <a:ea typeface="+mn-ea"/>
                <a:cs typeface="+mn-cs"/>
              </a:rPr>
              <a:t> : datatype = value;</a:t>
            </a:r>
          </a:p>
          <a:p>
            <a:pPr defTabSz="914126">
              <a:buClrTx/>
            </a:pPr>
            <a:endParaRPr lang="en-US" sz="1799" kern="1200" dirty="0">
              <a:solidFill>
                <a:prstClr val="black"/>
              </a:solidFill>
              <a:latin typeface="Aptos" panose="02110004020202020204"/>
              <a:ea typeface="+mn-ea"/>
              <a:cs typeface="+mn-cs"/>
            </a:endParaRPr>
          </a:p>
          <a:p>
            <a:pPr defTabSz="914126">
              <a:buClrTx/>
            </a:pPr>
            <a:r>
              <a:rPr lang="en-US" sz="1799" kern="1200" dirty="0">
                <a:solidFill>
                  <a:prstClr val="black"/>
                </a:solidFill>
                <a:latin typeface="Aptos" panose="02110004020202020204"/>
                <a:ea typeface="+mn-ea"/>
                <a:cs typeface="+mn-cs"/>
              </a:rPr>
              <a:t>let </a:t>
            </a:r>
            <a:r>
              <a:rPr lang="en-US" sz="1799" kern="1200" dirty="0" err="1">
                <a:solidFill>
                  <a:prstClr val="black"/>
                </a:solidFill>
                <a:latin typeface="Aptos" panose="02110004020202020204"/>
                <a:ea typeface="+mn-ea"/>
                <a:cs typeface="+mn-cs"/>
              </a:rPr>
              <a:t>isActive</a:t>
            </a:r>
            <a:r>
              <a:rPr lang="en-US" sz="1799" kern="1200" dirty="0">
                <a:solidFill>
                  <a:prstClr val="black"/>
                </a:solidFill>
                <a:latin typeface="Aptos" panose="02110004020202020204"/>
                <a:ea typeface="+mn-ea"/>
                <a:cs typeface="+mn-cs"/>
              </a:rPr>
              <a:t>: </a:t>
            </a:r>
            <a:r>
              <a:rPr lang="en-US" sz="1799" kern="1200" dirty="0" err="1">
                <a:solidFill>
                  <a:prstClr val="black"/>
                </a:solidFill>
                <a:latin typeface="Aptos" panose="02110004020202020204"/>
                <a:ea typeface="+mn-ea"/>
                <a:cs typeface="+mn-cs"/>
              </a:rPr>
              <a:t>boolean</a:t>
            </a:r>
            <a:r>
              <a:rPr lang="en-US" sz="1799" kern="1200" dirty="0">
                <a:solidFill>
                  <a:prstClr val="black"/>
                </a:solidFill>
                <a:latin typeface="Aptos" panose="02110004020202020204"/>
                <a:ea typeface="+mn-ea"/>
                <a:cs typeface="+mn-cs"/>
              </a:rPr>
              <a:t> = true;</a:t>
            </a:r>
            <a:br>
              <a:rPr lang="en-US" sz="1799" kern="1200" dirty="0">
                <a:solidFill>
                  <a:prstClr val="black"/>
                </a:solidFill>
                <a:latin typeface="Aptos" panose="02110004020202020204"/>
                <a:ea typeface="+mn-ea"/>
                <a:cs typeface="+mn-cs"/>
              </a:rPr>
            </a:br>
            <a:r>
              <a:rPr lang="en-US" sz="1799" kern="1200" dirty="0">
                <a:solidFill>
                  <a:prstClr val="black"/>
                </a:solidFill>
                <a:latin typeface="Aptos" panose="02110004020202020204"/>
                <a:ea typeface="+mn-ea"/>
                <a:cs typeface="+mn-cs"/>
              </a:rPr>
              <a:t>let </a:t>
            </a:r>
            <a:r>
              <a:rPr lang="en-US" sz="1799" kern="1200" dirty="0" err="1">
                <a:solidFill>
                  <a:prstClr val="black"/>
                </a:solidFill>
                <a:latin typeface="Aptos" panose="02110004020202020204"/>
                <a:ea typeface="+mn-ea"/>
                <a:cs typeface="+mn-cs"/>
              </a:rPr>
              <a:t>hasPermission</a:t>
            </a:r>
            <a:r>
              <a:rPr lang="en-US" sz="1799" kern="1200" dirty="0">
                <a:solidFill>
                  <a:prstClr val="black"/>
                </a:solidFill>
                <a:latin typeface="Aptos" panose="02110004020202020204"/>
                <a:ea typeface="+mn-ea"/>
                <a:cs typeface="+mn-cs"/>
              </a:rPr>
              <a:t> = false; // TypeScript infers '</a:t>
            </a:r>
            <a:r>
              <a:rPr lang="en-US" sz="1799" kern="1200" dirty="0" err="1">
                <a:solidFill>
                  <a:prstClr val="black"/>
                </a:solidFill>
                <a:latin typeface="Aptos" panose="02110004020202020204"/>
                <a:ea typeface="+mn-ea"/>
                <a:cs typeface="+mn-cs"/>
              </a:rPr>
              <a:t>boolean</a:t>
            </a:r>
            <a:r>
              <a:rPr lang="en-US" sz="1799" kern="1200" dirty="0">
                <a:solidFill>
                  <a:prstClr val="black"/>
                </a:solidFill>
                <a:latin typeface="Aptos" panose="02110004020202020204"/>
                <a:ea typeface="+mn-ea"/>
                <a:cs typeface="+mn-cs"/>
              </a:rPr>
              <a:t>' type</a:t>
            </a:r>
          </a:p>
          <a:p>
            <a:pPr defTabSz="914126">
              <a:buClrTx/>
            </a:pPr>
            <a:r>
              <a:rPr lang="en-US" sz="1799" kern="1200" dirty="0">
                <a:solidFill>
                  <a:prstClr val="black"/>
                </a:solidFill>
                <a:latin typeface="Aptos" panose="02110004020202020204"/>
                <a:ea typeface="+mn-ea"/>
                <a:cs typeface="+mn-cs"/>
              </a:rPr>
              <a:t>let decimal: number = 6;</a:t>
            </a:r>
            <a:br>
              <a:rPr lang="en-US" sz="1799" kern="1200" dirty="0">
                <a:solidFill>
                  <a:prstClr val="black"/>
                </a:solidFill>
                <a:latin typeface="Aptos" panose="02110004020202020204"/>
                <a:ea typeface="+mn-ea"/>
                <a:cs typeface="+mn-cs"/>
              </a:rPr>
            </a:br>
            <a:r>
              <a:rPr lang="en-US" sz="1799" kern="1200" dirty="0">
                <a:solidFill>
                  <a:prstClr val="black"/>
                </a:solidFill>
                <a:latin typeface="Aptos" panose="02110004020202020204"/>
                <a:ea typeface="+mn-ea"/>
                <a:cs typeface="+mn-cs"/>
              </a:rPr>
              <a:t>let hex: number = 0xf00d;       // Hexadecimal</a:t>
            </a:r>
            <a:br>
              <a:rPr lang="en-US" sz="1799" kern="1200" dirty="0">
                <a:solidFill>
                  <a:prstClr val="black"/>
                </a:solidFill>
                <a:latin typeface="Aptos" panose="02110004020202020204"/>
                <a:ea typeface="+mn-ea"/>
                <a:cs typeface="+mn-cs"/>
              </a:rPr>
            </a:br>
            <a:r>
              <a:rPr lang="en-US" sz="1799" kern="1200" dirty="0">
                <a:solidFill>
                  <a:prstClr val="black"/>
                </a:solidFill>
                <a:latin typeface="Aptos" panose="02110004020202020204"/>
                <a:ea typeface="+mn-ea"/>
                <a:cs typeface="+mn-cs"/>
              </a:rPr>
              <a:t>let binary: number = 0b1010;     // Binary</a:t>
            </a:r>
            <a:br>
              <a:rPr lang="en-US" sz="1799" kern="1200" dirty="0">
                <a:solidFill>
                  <a:prstClr val="black"/>
                </a:solidFill>
                <a:latin typeface="Aptos" panose="02110004020202020204"/>
                <a:ea typeface="+mn-ea"/>
                <a:cs typeface="+mn-cs"/>
              </a:rPr>
            </a:br>
            <a:r>
              <a:rPr lang="en-US" sz="1799" kern="1200" dirty="0">
                <a:solidFill>
                  <a:prstClr val="black"/>
                </a:solidFill>
                <a:latin typeface="Aptos" panose="02110004020202020204"/>
                <a:ea typeface="+mn-ea"/>
                <a:cs typeface="+mn-cs"/>
              </a:rPr>
              <a:t>let octal: number = 0o744;      // Octal</a:t>
            </a:r>
            <a:br>
              <a:rPr lang="en-US" sz="1799" kern="1200" dirty="0">
                <a:solidFill>
                  <a:prstClr val="black"/>
                </a:solidFill>
                <a:latin typeface="Aptos" panose="02110004020202020204"/>
                <a:ea typeface="+mn-ea"/>
                <a:cs typeface="+mn-cs"/>
              </a:rPr>
            </a:br>
            <a:r>
              <a:rPr lang="en-US" sz="1799" kern="1200" dirty="0">
                <a:solidFill>
                  <a:prstClr val="black"/>
                </a:solidFill>
                <a:latin typeface="Aptos" panose="02110004020202020204"/>
                <a:ea typeface="+mn-ea"/>
                <a:cs typeface="+mn-cs"/>
              </a:rPr>
              <a:t>let float: number = 3.14;      // Floating point</a:t>
            </a:r>
          </a:p>
          <a:p>
            <a:pPr defTabSz="914126">
              <a:buClrTx/>
            </a:pPr>
            <a:r>
              <a:rPr lang="en-US" sz="1799" kern="1200" dirty="0">
                <a:solidFill>
                  <a:prstClr val="black"/>
                </a:solidFill>
                <a:latin typeface="Aptos" panose="02110004020202020204"/>
                <a:ea typeface="+mn-ea"/>
                <a:cs typeface="+mn-cs"/>
              </a:rPr>
              <a:t>let color: string = "blue";</a:t>
            </a:r>
            <a:br>
              <a:rPr lang="en-US" sz="1799" kern="1200" dirty="0">
                <a:solidFill>
                  <a:prstClr val="black"/>
                </a:solidFill>
                <a:latin typeface="Aptos" panose="02110004020202020204"/>
                <a:ea typeface="+mn-ea"/>
                <a:cs typeface="+mn-cs"/>
              </a:rPr>
            </a:br>
            <a:r>
              <a:rPr lang="en-US" sz="1799" kern="1200" dirty="0">
                <a:solidFill>
                  <a:prstClr val="black"/>
                </a:solidFill>
                <a:latin typeface="Aptos" panose="02110004020202020204"/>
                <a:ea typeface="+mn-ea"/>
                <a:cs typeface="+mn-cs"/>
              </a:rPr>
              <a:t>let </a:t>
            </a:r>
            <a:r>
              <a:rPr lang="en-US" sz="1799" kern="1200" dirty="0" err="1">
                <a:solidFill>
                  <a:prstClr val="black"/>
                </a:solidFill>
                <a:latin typeface="Aptos" panose="02110004020202020204"/>
                <a:ea typeface="+mn-ea"/>
                <a:cs typeface="+mn-cs"/>
              </a:rPr>
              <a:t>fullName</a:t>
            </a:r>
            <a:r>
              <a:rPr lang="en-US" sz="1799" kern="1200" dirty="0">
                <a:solidFill>
                  <a:prstClr val="black"/>
                </a:solidFill>
                <a:latin typeface="Aptos" panose="02110004020202020204"/>
                <a:ea typeface="+mn-ea"/>
                <a:cs typeface="+mn-cs"/>
              </a:rPr>
              <a:t>: string = 'John Doe';</a:t>
            </a:r>
            <a:br>
              <a:rPr lang="en-US" sz="1799" kern="1200" dirty="0">
                <a:solidFill>
                  <a:prstClr val="black"/>
                </a:solidFill>
                <a:latin typeface="Aptos" panose="02110004020202020204"/>
                <a:ea typeface="+mn-ea"/>
                <a:cs typeface="+mn-cs"/>
              </a:rPr>
            </a:br>
            <a:r>
              <a:rPr lang="en-US" sz="1799" kern="1200" dirty="0">
                <a:solidFill>
                  <a:prstClr val="black"/>
                </a:solidFill>
                <a:latin typeface="Aptos" panose="02110004020202020204"/>
                <a:ea typeface="+mn-ea"/>
                <a:cs typeface="+mn-cs"/>
              </a:rPr>
              <a:t>let age: number = 30;</a:t>
            </a:r>
            <a:br>
              <a:rPr lang="en-US" sz="1799" kern="1200" dirty="0">
                <a:solidFill>
                  <a:prstClr val="black"/>
                </a:solidFill>
                <a:latin typeface="Aptos" panose="02110004020202020204"/>
                <a:ea typeface="+mn-ea"/>
                <a:cs typeface="+mn-cs"/>
              </a:rPr>
            </a:br>
            <a:r>
              <a:rPr lang="en-US" sz="1799" kern="1200" dirty="0">
                <a:solidFill>
                  <a:prstClr val="black"/>
                </a:solidFill>
                <a:latin typeface="Aptos" panose="02110004020202020204"/>
                <a:ea typeface="+mn-ea"/>
                <a:cs typeface="+mn-cs"/>
              </a:rPr>
              <a:t>let sentence: string = `Hello, my name is ${</a:t>
            </a:r>
            <a:r>
              <a:rPr lang="en-US" sz="1799" kern="1200" dirty="0" err="1">
                <a:solidFill>
                  <a:prstClr val="black"/>
                </a:solidFill>
                <a:latin typeface="Aptos" panose="02110004020202020204"/>
                <a:ea typeface="+mn-ea"/>
                <a:cs typeface="+mn-cs"/>
              </a:rPr>
              <a:t>fullName</a:t>
            </a:r>
            <a:r>
              <a:rPr lang="en-US" sz="1799" kern="1200" dirty="0">
                <a:solidFill>
                  <a:prstClr val="black"/>
                </a:solidFill>
                <a:latin typeface="Aptos" panose="02110004020202020204"/>
                <a:ea typeface="+mn-ea"/>
                <a:cs typeface="+mn-cs"/>
              </a:rPr>
              <a:t>} and I'll be ${age + 1} next year.`;</a:t>
            </a:r>
          </a:p>
        </p:txBody>
      </p:sp>
      <p:sp>
        <p:nvSpPr>
          <p:cNvPr id="4" name="TextBox 3">
            <a:extLst>
              <a:ext uri="{FF2B5EF4-FFF2-40B4-BE49-F238E27FC236}">
                <a16:creationId xmlns:a16="http://schemas.microsoft.com/office/drawing/2014/main" id="{0D8B0749-10E3-0FBB-C6FD-994748A2196F}"/>
              </a:ext>
            </a:extLst>
          </p:cNvPr>
          <p:cNvSpPr txBox="1"/>
          <p:nvPr/>
        </p:nvSpPr>
        <p:spPr>
          <a:xfrm>
            <a:off x="9663686" y="6549412"/>
            <a:ext cx="2523554" cy="307674"/>
          </a:xfrm>
          <a:prstGeom prst="rect">
            <a:avLst/>
          </a:prstGeom>
          <a:noFill/>
        </p:spPr>
        <p:txBody>
          <a:bodyPr wrap="square" lIns="121867" tIns="60933" rIns="121867" bIns="60933">
            <a:spAutoFit/>
          </a:bodyPr>
          <a:lstStyle/>
          <a:p>
            <a:pPr defTabSz="914126">
              <a:buClrTx/>
            </a:pPr>
            <a:r>
              <a:rPr lang="en-US" sz="1200" kern="1200" dirty="0">
                <a:solidFill>
                  <a:srgbClr val="0E2841">
                    <a:lumMod val="25000"/>
                    <a:lumOff val="75000"/>
                  </a:srgbClr>
                </a:solidFill>
                <a:latin typeface="Cooper Black" panose="0208090404030B020404" pitchFamily="18" charset="0"/>
                <a:ea typeface="+mn-ea"/>
                <a:cs typeface="+mn-cs"/>
              </a:rPr>
              <a:t>www.anubhavtrainings.com</a:t>
            </a:r>
            <a:endParaRPr lang="en-IN" sz="1200" kern="1200" dirty="0">
              <a:solidFill>
                <a:srgbClr val="0E2841">
                  <a:lumMod val="25000"/>
                  <a:lumOff val="75000"/>
                </a:srgbClr>
              </a:solidFill>
              <a:latin typeface="Cooper Black" panose="0208090404030B020404" pitchFamily="18" charset="0"/>
              <a:ea typeface="+mn-ea"/>
              <a:cs typeface="+mn-cs"/>
            </a:endParaRPr>
          </a:p>
        </p:txBody>
      </p:sp>
      <p:pic>
        <p:nvPicPr>
          <p:cNvPr id="5" name="Picture 4">
            <a:extLst>
              <a:ext uri="{FF2B5EF4-FFF2-40B4-BE49-F238E27FC236}">
                <a16:creationId xmlns:a16="http://schemas.microsoft.com/office/drawing/2014/main" id="{9E833806-7B26-94E0-3775-6F80FE0CEFA8}"/>
              </a:ext>
            </a:extLst>
          </p:cNvPr>
          <p:cNvPicPr>
            <a:picLocks noChangeAspect="1"/>
          </p:cNvPicPr>
          <p:nvPr/>
        </p:nvPicPr>
        <p:blipFill>
          <a:blip r:embed="rId2" cstate="print"/>
          <a:stretch>
            <a:fillRect/>
          </a:stretch>
        </p:blipFill>
        <p:spPr>
          <a:xfrm>
            <a:off x="11690070" y="71243"/>
            <a:ext cx="456296" cy="450803"/>
          </a:xfrm>
          <a:prstGeom prst="rect">
            <a:avLst/>
          </a:prstGeom>
        </p:spPr>
      </p:pic>
      <p:sp>
        <p:nvSpPr>
          <p:cNvPr id="6" name="TextBox 5">
            <a:extLst>
              <a:ext uri="{FF2B5EF4-FFF2-40B4-BE49-F238E27FC236}">
                <a16:creationId xmlns:a16="http://schemas.microsoft.com/office/drawing/2014/main" id="{D7B43491-0AB6-2035-4038-CEA7884AD671}"/>
              </a:ext>
            </a:extLst>
          </p:cNvPr>
          <p:cNvSpPr txBox="1"/>
          <p:nvPr/>
        </p:nvSpPr>
        <p:spPr>
          <a:xfrm>
            <a:off x="118259" y="6559465"/>
            <a:ext cx="223621" cy="292290"/>
          </a:xfrm>
          <a:prstGeom prst="rect">
            <a:avLst/>
          </a:prstGeom>
          <a:noFill/>
        </p:spPr>
        <p:txBody>
          <a:bodyPr wrap="square" lIns="121867" tIns="60933" rIns="121867" bIns="60933" rtlCol="0">
            <a:spAutoFit/>
          </a:bodyPr>
          <a:lstStyle/>
          <a:p>
            <a:pPr defTabSz="914126">
              <a:buClrTx/>
            </a:pPr>
            <a:r>
              <a:rPr lang="en-US" sz="1100" kern="1200" dirty="0">
                <a:solidFill>
                  <a:srgbClr val="0E2841">
                    <a:lumMod val="40000"/>
                    <a:lumOff val="60000"/>
                  </a:srgbClr>
                </a:solidFill>
                <a:latin typeface="Aptos" panose="02110004020202020204"/>
                <a:ea typeface="+mn-ea"/>
                <a:cs typeface="+mn-cs"/>
              </a:rPr>
              <a:t>7</a:t>
            </a:r>
            <a:endParaRPr lang="en-IN" sz="1100" kern="1200" dirty="0">
              <a:solidFill>
                <a:srgbClr val="0E2841">
                  <a:lumMod val="40000"/>
                  <a:lumOff val="60000"/>
                </a:srgbClr>
              </a:solidFill>
              <a:latin typeface="Aptos" panose="02110004020202020204"/>
              <a:ea typeface="+mn-ea"/>
              <a:cs typeface="+mn-cs"/>
            </a:endParaRPr>
          </a:p>
        </p:txBody>
      </p:sp>
      <p:sp>
        <p:nvSpPr>
          <p:cNvPr id="7" name="TextBox 6">
            <a:extLst>
              <a:ext uri="{FF2B5EF4-FFF2-40B4-BE49-F238E27FC236}">
                <a16:creationId xmlns:a16="http://schemas.microsoft.com/office/drawing/2014/main" id="{5B4D2C62-36D7-323F-FCBF-BBFD3190794D}"/>
              </a:ext>
            </a:extLst>
          </p:cNvPr>
          <p:cNvSpPr txBox="1"/>
          <p:nvPr/>
        </p:nvSpPr>
        <p:spPr>
          <a:xfrm>
            <a:off x="11927635" y="6610951"/>
            <a:ext cx="261190" cy="246157"/>
          </a:xfrm>
          <a:prstGeom prst="rect">
            <a:avLst/>
          </a:prstGeom>
          <a:noFill/>
        </p:spPr>
        <p:txBody>
          <a:bodyPr wrap="square" rtlCol="0">
            <a:spAutoFit/>
          </a:bodyPr>
          <a:lstStyle/>
          <a:p>
            <a:pPr defTabSz="914126">
              <a:buClrTx/>
            </a:pPr>
            <a:r>
              <a:rPr lang="en-IN" sz="1000" kern="1200" dirty="0">
                <a:solidFill>
                  <a:prstClr val="black"/>
                </a:solidFill>
                <a:latin typeface="Aptos" panose="02110004020202020204"/>
                <a:ea typeface="+mn-ea"/>
                <a:cs typeface="+mn-cs"/>
              </a:rPr>
              <a:t>7</a:t>
            </a:r>
          </a:p>
        </p:txBody>
      </p:sp>
    </p:spTree>
    <p:extLst>
      <p:ext uri="{BB962C8B-B14F-4D97-AF65-F5344CB8AC3E}">
        <p14:creationId xmlns:p14="http://schemas.microsoft.com/office/powerpoint/2010/main" val="2373515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anim calcmode="lin" valueType="num">
                                      <p:cBhvr>
                                        <p:cTn id="2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fade">
                                      <p:cBhvr>
                                        <p:cTn id="29" dur="1000"/>
                                        <p:tgtEl>
                                          <p:spTgt spid="3">
                                            <p:txEl>
                                              <p:pRg st="6" end="6"/>
                                            </p:txEl>
                                          </p:spTgt>
                                        </p:tgtEl>
                                      </p:cBhvr>
                                    </p:animEffect>
                                    <p:anim calcmode="lin" valueType="num">
                                      <p:cBhvr>
                                        <p:cTn id="3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6" end="6"/>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3">
                                            <p:txEl>
                                              <p:pRg st="8" end="8"/>
                                            </p:txEl>
                                          </p:spTgt>
                                        </p:tgtEl>
                                        <p:attrNameLst>
                                          <p:attrName>style.visibility</p:attrName>
                                        </p:attrNameLst>
                                      </p:cBhvr>
                                      <p:to>
                                        <p:strVal val="visible"/>
                                      </p:to>
                                    </p:set>
                                    <p:animEffect transition="in" filter="fade">
                                      <p:cBhvr>
                                        <p:cTn id="34" dur="1000"/>
                                        <p:tgtEl>
                                          <p:spTgt spid="3">
                                            <p:txEl>
                                              <p:pRg st="8" end="8"/>
                                            </p:txEl>
                                          </p:spTgt>
                                        </p:tgtEl>
                                      </p:cBhvr>
                                    </p:animEffect>
                                    <p:anim calcmode="lin" valueType="num">
                                      <p:cBhvr>
                                        <p:cTn id="35"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8" end="8"/>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animEffect transition="in" filter="fade">
                                      <p:cBhvr>
                                        <p:cTn id="39" dur="1000"/>
                                        <p:tgtEl>
                                          <p:spTgt spid="3">
                                            <p:txEl>
                                              <p:pRg st="9" end="9"/>
                                            </p:txEl>
                                          </p:spTgt>
                                        </p:tgtEl>
                                      </p:cBhvr>
                                    </p:animEffect>
                                    <p:anim calcmode="lin" valueType="num">
                                      <p:cBhvr>
                                        <p:cTn id="40"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41" dur="1000" fill="hold"/>
                                        <p:tgtEl>
                                          <p:spTgt spid="3">
                                            <p:txEl>
                                              <p:pRg st="9" end="9"/>
                                            </p:txEl>
                                          </p:spTgt>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3">
                                            <p:txEl>
                                              <p:pRg st="10" end="10"/>
                                            </p:txEl>
                                          </p:spTgt>
                                        </p:tgtEl>
                                        <p:attrNameLst>
                                          <p:attrName>style.visibility</p:attrName>
                                        </p:attrNameLst>
                                      </p:cBhvr>
                                      <p:to>
                                        <p:strVal val="visible"/>
                                      </p:to>
                                    </p:set>
                                    <p:animEffect transition="in" filter="fade">
                                      <p:cBhvr>
                                        <p:cTn id="44" dur="1000"/>
                                        <p:tgtEl>
                                          <p:spTgt spid="3">
                                            <p:txEl>
                                              <p:pRg st="10" end="10"/>
                                            </p:txEl>
                                          </p:spTgt>
                                        </p:tgtEl>
                                      </p:cBhvr>
                                    </p:animEffect>
                                    <p:anim calcmode="lin" valueType="num">
                                      <p:cBhvr>
                                        <p:cTn id="45"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46" dur="1000" fill="hold"/>
                                        <p:tgtEl>
                                          <p:spTgt spid="3">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C33482-03CC-0AD9-5458-285B49E53E4F}"/>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3F63B317-0AF9-F0D5-D83F-D5CCD77BD0DA}"/>
              </a:ext>
            </a:extLst>
          </p:cNvPr>
          <p:cNvSpPr txBox="1">
            <a:spLocks/>
          </p:cNvSpPr>
          <p:nvPr/>
        </p:nvSpPr>
        <p:spPr>
          <a:xfrm>
            <a:off x="142631" y="141374"/>
            <a:ext cx="11134985" cy="513697"/>
          </a:xfrm>
          <a:prstGeom prst="rect">
            <a:avLst/>
          </a:prstGeom>
        </p:spPr>
        <p:txBody>
          <a:bodyPr lIns="121867" tIns="60933" rIns="121867" bIns="60933">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914126">
              <a:buClrTx/>
            </a:pPr>
            <a:r>
              <a:rPr lang="en-US" sz="3199" dirty="0">
                <a:solidFill>
                  <a:prstClr val="black"/>
                </a:solidFill>
                <a:latin typeface="Cooper Black" panose="0208090404030B020404" pitchFamily="18" charset="0"/>
                <a:cs typeface="Times New Roman" panose="02020603050405020304" pitchFamily="18" charset="0"/>
              </a:rPr>
              <a:t>Type Annotations and Inference</a:t>
            </a:r>
          </a:p>
          <a:p>
            <a:pPr defTabSz="914126">
              <a:buClrTx/>
            </a:pPr>
            <a:endParaRPr lang="en-IN" sz="3199" dirty="0">
              <a:solidFill>
                <a:prstClr val="black"/>
              </a:solidFill>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ECC3AD2D-3DB3-9393-A882-8634EC90587C}"/>
              </a:ext>
            </a:extLst>
          </p:cNvPr>
          <p:cNvSpPr txBox="1"/>
          <p:nvPr/>
        </p:nvSpPr>
        <p:spPr>
          <a:xfrm>
            <a:off x="142630" y="655071"/>
            <a:ext cx="11483853" cy="5815384"/>
          </a:xfrm>
          <a:prstGeom prst="rect">
            <a:avLst/>
          </a:prstGeom>
          <a:noFill/>
        </p:spPr>
        <p:txBody>
          <a:bodyPr wrap="square" lIns="121867" tIns="60933" rIns="121867" bIns="60933" rtlCol="0">
            <a:spAutoFit/>
          </a:bodyPr>
          <a:lstStyle/>
          <a:p>
            <a:pPr defTabSz="914126">
              <a:buClrTx/>
            </a:pPr>
            <a:r>
              <a:rPr lang="en-US" sz="1799" kern="1200" dirty="0">
                <a:solidFill>
                  <a:prstClr val="black"/>
                </a:solidFill>
                <a:latin typeface="Aptos" panose="02110004020202020204"/>
                <a:ea typeface="+mn-ea"/>
                <a:cs typeface="+mn-cs"/>
              </a:rPr>
              <a:t>TypeScript offers two ways to work with types:</a:t>
            </a:r>
          </a:p>
          <a:p>
            <a:pPr defTabSz="914126">
              <a:buClrTx/>
            </a:pPr>
            <a:r>
              <a:rPr lang="en-US" sz="1799" b="1" kern="1200" dirty="0">
                <a:solidFill>
                  <a:prstClr val="black"/>
                </a:solidFill>
                <a:latin typeface="Aptos" panose="02110004020202020204"/>
                <a:ea typeface="+mn-ea"/>
                <a:cs typeface="+mn-cs"/>
              </a:rPr>
              <a:t>Explicit Typing</a:t>
            </a:r>
            <a:r>
              <a:rPr lang="en-US" sz="1799" kern="1200" dirty="0">
                <a:solidFill>
                  <a:prstClr val="black"/>
                </a:solidFill>
                <a:latin typeface="Aptos" panose="02110004020202020204"/>
                <a:ea typeface="+mn-ea"/>
                <a:cs typeface="+mn-cs"/>
              </a:rPr>
              <a:t>: You explicitly declare the type of a variable</a:t>
            </a:r>
          </a:p>
          <a:p>
            <a:pPr defTabSz="914126">
              <a:buClrTx/>
            </a:pPr>
            <a:r>
              <a:rPr lang="en-US" sz="1799" b="1" kern="1200" dirty="0">
                <a:solidFill>
                  <a:prstClr val="black"/>
                </a:solidFill>
                <a:latin typeface="Aptos" panose="02110004020202020204"/>
                <a:ea typeface="+mn-ea"/>
                <a:cs typeface="+mn-cs"/>
              </a:rPr>
              <a:t>Type Inference</a:t>
            </a:r>
            <a:r>
              <a:rPr lang="en-US" sz="1799" kern="1200" dirty="0">
                <a:solidFill>
                  <a:prstClr val="black"/>
                </a:solidFill>
                <a:latin typeface="Aptos" panose="02110004020202020204"/>
                <a:ea typeface="+mn-ea"/>
                <a:cs typeface="+mn-cs"/>
              </a:rPr>
              <a:t>: TypeScript automatically determines the type based on the assigned value</a:t>
            </a:r>
          </a:p>
          <a:p>
            <a:pPr defTabSz="914126">
              <a:buClrTx/>
            </a:pPr>
            <a:endParaRPr lang="en-US" sz="1799" b="1" kern="1200" dirty="0">
              <a:solidFill>
                <a:prstClr val="black"/>
              </a:solidFill>
              <a:latin typeface="Aptos" panose="02110004020202020204"/>
              <a:ea typeface="+mn-ea"/>
              <a:cs typeface="+mn-cs"/>
            </a:endParaRPr>
          </a:p>
          <a:p>
            <a:pPr defTabSz="914126">
              <a:buClrTx/>
            </a:pPr>
            <a:r>
              <a:rPr lang="en-US" sz="1799" b="1" kern="1200" dirty="0">
                <a:solidFill>
                  <a:prstClr val="black"/>
                </a:solidFill>
                <a:latin typeface="Aptos" panose="02110004020202020204"/>
                <a:ea typeface="+mn-ea"/>
                <a:cs typeface="+mn-cs"/>
              </a:rPr>
              <a:t>When to Use Each Approach</a:t>
            </a:r>
          </a:p>
          <a:p>
            <a:pPr defTabSz="914126">
              <a:buClrTx/>
            </a:pPr>
            <a:r>
              <a:rPr lang="en-US" sz="1799" kern="1200" dirty="0">
                <a:solidFill>
                  <a:prstClr val="black"/>
                </a:solidFill>
                <a:latin typeface="Aptos" panose="02110004020202020204"/>
                <a:ea typeface="+mn-ea"/>
                <a:cs typeface="+mn-cs"/>
              </a:rPr>
              <a:t>Use </a:t>
            </a:r>
            <a:r>
              <a:rPr lang="en-US" sz="1799" b="1" kern="1200" dirty="0">
                <a:solidFill>
                  <a:prstClr val="black"/>
                </a:solidFill>
                <a:latin typeface="Aptos" panose="02110004020202020204"/>
                <a:ea typeface="+mn-ea"/>
                <a:cs typeface="+mn-cs"/>
              </a:rPr>
              <a:t>explicit types</a:t>
            </a:r>
            <a:r>
              <a:rPr lang="en-US" sz="1799" kern="1200" dirty="0">
                <a:solidFill>
                  <a:prstClr val="black"/>
                </a:solidFill>
                <a:latin typeface="Aptos" panose="02110004020202020204"/>
                <a:ea typeface="+mn-ea"/>
                <a:cs typeface="+mn-cs"/>
              </a:rPr>
              <a:t> for:</a:t>
            </a:r>
          </a:p>
          <a:p>
            <a:pPr marL="457063" lvl="1" defTabSz="914126">
              <a:buClrTx/>
            </a:pPr>
            <a:r>
              <a:rPr lang="en-US" sz="1799" kern="1200" dirty="0">
                <a:solidFill>
                  <a:prstClr val="black"/>
                </a:solidFill>
                <a:latin typeface="Aptos" panose="02110004020202020204"/>
                <a:ea typeface="+mn-ea"/>
                <a:cs typeface="+mn-cs"/>
              </a:rPr>
              <a:t>Function parameters and return types</a:t>
            </a:r>
          </a:p>
          <a:p>
            <a:pPr marL="457063" lvl="1" defTabSz="914126">
              <a:buClrTx/>
            </a:pPr>
            <a:r>
              <a:rPr lang="en-US" sz="1799" kern="1200" dirty="0">
                <a:solidFill>
                  <a:prstClr val="black"/>
                </a:solidFill>
                <a:latin typeface="Aptos" panose="02110004020202020204"/>
                <a:ea typeface="+mn-ea"/>
                <a:cs typeface="+mn-cs"/>
              </a:rPr>
              <a:t>Object literals</a:t>
            </a:r>
          </a:p>
          <a:p>
            <a:pPr marL="457063" lvl="1" defTabSz="914126">
              <a:buClrTx/>
            </a:pPr>
            <a:r>
              <a:rPr lang="en-US" sz="1799" kern="1200" dirty="0">
                <a:solidFill>
                  <a:prstClr val="black"/>
                </a:solidFill>
                <a:latin typeface="Aptos" panose="02110004020202020204"/>
                <a:ea typeface="+mn-ea"/>
                <a:cs typeface="+mn-cs"/>
              </a:rPr>
              <a:t>When the initial value might not be the final type</a:t>
            </a:r>
          </a:p>
          <a:p>
            <a:pPr defTabSz="914126">
              <a:buClrTx/>
            </a:pPr>
            <a:r>
              <a:rPr lang="en-US" sz="1799" kern="1200" dirty="0">
                <a:solidFill>
                  <a:prstClr val="black"/>
                </a:solidFill>
                <a:latin typeface="Aptos" panose="02110004020202020204"/>
                <a:ea typeface="+mn-ea"/>
                <a:cs typeface="+mn-cs"/>
              </a:rPr>
              <a:t>Use </a:t>
            </a:r>
            <a:r>
              <a:rPr lang="en-US" sz="1799" b="1" kern="1200" dirty="0">
                <a:solidFill>
                  <a:prstClr val="black"/>
                </a:solidFill>
                <a:latin typeface="Aptos" panose="02110004020202020204"/>
                <a:ea typeface="+mn-ea"/>
                <a:cs typeface="+mn-cs"/>
              </a:rPr>
              <a:t>type inference</a:t>
            </a:r>
            <a:r>
              <a:rPr lang="en-US" sz="1799" kern="1200" dirty="0">
                <a:solidFill>
                  <a:prstClr val="black"/>
                </a:solidFill>
                <a:latin typeface="Aptos" panose="02110004020202020204"/>
                <a:ea typeface="+mn-ea"/>
                <a:cs typeface="+mn-cs"/>
              </a:rPr>
              <a:t> for:</a:t>
            </a:r>
          </a:p>
          <a:p>
            <a:pPr marL="457063" lvl="1" defTabSz="914126">
              <a:buClrTx/>
            </a:pPr>
            <a:r>
              <a:rPr lang="en-US" sz="1799" kern="1200" dirty="0">
                <a:solidFill>
                  <a:prstClr val="black"/>
                </a:solidFill>
                <a:latin typeface="Aptos" panose="02110004020202020204"/>
                <a:ea typeface="+mn-ea"/>
                <a:cs typeface="+mn-cs"/>
              </a:rPr>
              <a:t>Simple variable declarations with immediate assignment</a:t>
            </a:r>
          </a:p>
          <a:p>
            <a:pPr marL="457063" lvl="1" defTabSz="914126">
              <a:buClrTx/>
            </a:pPr>
            <a:r>
              <a:rPr lang="en-US" sz="1799" kern="1200" dirty="0">
                <a:solidFill>
                  <a:prstClr val="black"/>
                </a:solidFill>
                <a:latin typeface="Aptos" panose="02110004020202020204"/>
                <a:ea typeface="+mn-ea"/>
                <a:cs typeface="+mn-cs"/>
              </a:rPr>
              <a:t>When the type is obvious from the context</a:t>
            </a:r>
          </a:p>
          <a:p>
            <a:pPr defTabSz="914126">
              <a:buClrTx/>
            </a:pPr>
            <a:r>
              <a:rPr lang="en-US" kern="1200" dirty="0">
                <a:solidFill>
                  <a:prstClr val="black"/>
                </a:solidFill>
                <a:latin typeface="Aptos" panose="02110004020202020204"/>
                <a:ea typeface="+mn-ea"/>
                <a:cs typeface="+mn-cs"/>
              </a:rPr>
              <a:t>// String</a:t>
            </a:r>
            <a:br>
              <a:rPr lang="en-US" kern="1200" dirty="0">
                <a:solidFill>
                  <a:prstClr val="black"/>
                </a:solidFill>
                <a:latin typeface="Aptos" panose="02110004020202020204"/>
                <a:ea typeface="+mn-ea"/>
                <a:cs typeface="+mn-cs"/>
              </a:rPr>
            </a:br>
            <a:r>
              <a:rPr lang="en-US" kern="1200" dirty="0">
                <a:solidFill>
                  <a:prstClr val="black"/>
                </a:solidFill>
                <a:latin typeface="Aptos" panose="02110004020202020204"/>
                <a:ea typeface="+mn-ea"/>
                <a:cs typeface="+mn-cs"/>
              </a:rPr>
              <a:t>greeting: string = "Hello, TypeScript!";</a:t>
            </a:r>
            <a:br>
              <a:rPr lang="en-US" kern="1200" dirty="0">
                <a:solidFill>
                  <a:prstClr val="black"/>
                </a:solidFill>
                <a:latin typeface="Aptos" panose="02110004020202020204"/>
                <a:ea typeface="+mn-ea"/>
                <a:cs typeface="+mn-cs"/>
              </a:rPr>
            </a:br>
            <a:br>
              <a:rPr lang="en-US" kern="1200" dirty="0">
                <a:solidFill>
                  <a:prstClr val="black"/>
                </a:solidFill>
                <a:latin typeface="Aptos" panose="02110004020202020204"/>
                <a:ea typeface="+mn-ea"/>
                <a:cs typeface="+mn-cs"/>
              </a:rPr>
            </a:br>
            <a:r>
              <a:rPr lang="en-US" kern="1200" dirty="0">
                <a:solidFill>
                  <a:prstClr val="black"/>
                </a:solidFill>
                <a:latin typeface="Aptos" panose="02110004020202020204"/>
                <a:ea typeface="+mn-ea"/>
                <a:cs typeface="+mn-cs"/>
              </a:rPr>
              <a:t>// Number</a:t>
            </a:r>
            <a:br>
              <a:rPr lang="en-US" kern="1200" dirty="0">
                <a:solidFill>
                  <a:prstClr val="black"/>
                </a:solidFill>
                <a:latin typeface="Aptos" panose="02110004020202020204"/>
                <a:ea typeface="+mn-ea"/>
                <a:cs typeface="+mn-cs"/>
              </a:rPr>
            </a:br>
            <a:r>
              <a:rPr lang="en-US" kern="1200" dirty="0" err="1">
                <a:solidFill>
                  <a:prstClr val="black"/>
                </a:solidFill>
                <a:latin typeface="Aptos" panose="02110004020202020204"/>
                <a:ea typeface="+mn-ea"/>
                <a:cs typeface="+mn-cs"/>
              </a:rPr>
              <a:t>userCount</a:t>
            </a:r>
            <a:r>
              <a:rPr lang="en-US" kern="1200" dirty="0">
                <a:solidFill>
                  <a:prstClr val="black"/>
                </a:solidFill>
                <a:latin typeface="Aptos" panose="02110004020202020204"/>
                <a:ea typeface="+mn-ea"/>
                <a:cs typeface="+mn-cs"/>
              </a:rPr>
              <a:t>: number = 42;</a:t>
            </a:r>
            <a:br>
              <a:rPr lang="en-US" kern="1200" dirty="0">
                <a:solidFill>
                  <a:prstClr val="black"/>
                </a:solidFill>
                <a:latin typeface="Aptos" panose="02110004020202020204"/>
                <a:ea typeface="+mn-ea"/>
                <a:cs typeface="+mn-cs"/>
              </a:rPr>
            </a:br>
            <a:br>
              <a:rPr lang="en-US" kern="1200" dirty="0">
                <a:solidFill>
                  <a:prstClr val="black"/>
                </a:solidFill>
                <a:latin typeface="Aptos" panose="02110004020202020204"/>
                <a:ea typeface="+mn-ea"/>
                <a:cs typeface="+mn-cs"/>
              </a:rPr>
            </a:br>
            <a:r>
              <a:rPr lang="en-US" kern="1200" dirty="0">
                <a:solidFill>
                  <a:prstClr val="black"/>
                </a:solidFill>
                <a:latin typeface="Aptos" panose="02110004020202020204"/>
                <a:ea typeface="+mn-ea"/>
                <a:cs typeface="+mn-cs"/>
              </a:rPr>
              <a:t>// Boolean</a:t>
            </a:r>
            <a:br>
              <a:rPr lang="en-US" kern="1200" dirty="0">
                <a:solidFill>
                  <a:prstClr val="black"/>
                </a:solidFill>
                <a:latin typeface="Aptos" panose="02110004020202020204"/>
                <a:ea typeface="+mn-ea"/>
                <a:cs typeface="+mn-cs"/>
              </a:rPr>
            </a:br>
            <a:r>
              <a:rPr lang="en-US" kern="1200" dirty="0" err="1">
                <a:solidFill>
                  <a:prstClr val="black"/>
                </a:solidFill>
                <a:latin typeface="Aptos" panose="02110004020202020204"/>
                <a:ea typeface="+mn-ea"/>
                <a:cs typeface="+mn-cs"/>
              </a:rPr>
              <a:t>isLoading</a:t>
            </a:r>
            <a:r>
              <a:rPr lang="en-US" kern="1200" dirty="0">
                <a:solidFill>
                  <a:prstClr val="black"/>
                </a:solidFill>
                <a:latin typeface="Aptos" panose="02110004020202020204"/>
                <a:ea typeface="+mn-ea"/>
                <a:cs typeface="+mn-cs"/>
              </a:rPr>
              <a:t>: </a:t>
            </a:r>
            <a:r>
              <a:rPr lang="en-US" kern="1200" dirty="0" err="1">
                <a:solidFill>
                  <a:prstClr val="black"/>
                </a:solidFill>
                <a:latin typeface="Aptos" panose="02110004020202020204"/>
                <a:ea typeface="+mn-ea"/>
                <a:cs typeface="+mn-cs"/>
              </a:rPr>
              <a:t>boolean</a:t>
            </a:r>
            <a:r>
              <a:rPr lang="en-US" kern="1200" dirty="0">
                <a:solidFill>
                  <a:prstClr val="black"/>
                </a:solidFill>
                <a:latin typeface="Aptos" panose="02110004020202020204"/>
                <a:ea typeface="+mn-ea"/>
                <a:cs typeface="+mn-cs"/>
              </a:rPr>
              <a:t> = true;</a:t>
            </a:r>
            <a:br>
              <a:rPr lang="en-US" kern="1200" dirty="0">
                <a:solidFill>
                  <a:prstClr val="black"/>
                </a:solidFill>
                <a:latin typeface="Aptos" panose="02110004020202020204"/>
                <a:ea typeface="+mn-ea"/>
                <a:cs typeface="+mn-cs"/>
              </a:rPr>
            </a:br>
            <a:br>
              <a:rPr lang="en-US" kern="1200" dirty="0">
                <a:solidFill>
                  <a:prstClr val="black"/>
                </a:solidFill>
                <a:latin typeface="Aptos" panose="02110004020202020204"/>
                <a:ea typeface="+mn-ea"/>
                <a:cs typeface="+mn-cs"/>
              </a:rPr>
            </a:br>
            <a:r>
              <a:rPr lang="en-US" kern="1200" dirty="0">
                <a:solidFill>
                  <a:prstClr val="black"/>
                </a:solidFill>
                <a:latin typeface="Aptos" panose="02110004020202020204"/>
                <a:ea typeface="+mn-ea"/>
                <a:cs typeface="+mn-cs"/>
              </a:rPr>
              <a:t>// Array of numbers</a:t>
            </a:r>
            <a:br>
              <a:rPr lang="en-US" kern="1200" dirty="0">
                <a:solidFill>
                  <a:prstClr val="black"/>
                </a:solidFill>
                <a:latin typeface="Aptos" panose="02110004020202020204"/>
                <a:ea typeface="+mn-ea"/>
                <a:cs typeface="+mn-cs"/>
              </a:rPr>
            </a:br>
            <a:r>
              <a:rPr lang="en-US" kern="1200" dirty="0">
                <a:solidFill>
                  <a:prstClr val="black"/>
                </a:solidFill>
                <a:latin typeface="Aptos" panose="02110004020202020204"/>
                <a:ea typeface="+mn-ea"/>
                <a:cs typeface="+mn-cs"/>
              </a:rPr>
              <a:t>scores: number[] = [100, 95, 98];</a:t>
            </a:r>
          </a:p>
        </p:txBody>
      </p:sp>
      <p:sp>
        <p:nvSpPr>
          <p:cNvPr id="4" name="TextBox 3">
            <a:extLst>
              <a:ext uri="{FF2B5EF4-FFF2-40B4-BE49-F238E27FC236}">
                <a16:creationId xmlns:a16="http://schemas.microsoft.com/office/drawing/2014/main" id="{40550172-C8FC-E014-6A77-35031BFEC2B6}"/>
              </a:ext>
            </a:extLst>
          </p:cNvPr>
          <p:cNvSpPr txBox="1"/>
          <p:nvPr/>
        </p:nvSpPr>
        <p:spPr>
          <a:xfrm>
            <a:off x="9663686" y="6549412"/>
            <a:ext cx="2523554" cy="307674"/>
          </a:xfrm>
          <a:prstGeom prst="rect">
            <a:avLst/>
          </a:prstGeom>
          <a:noFill/>
        </p:spPr>
        <p:txBody>
          <a:bodyPr wrap="square" lIns="121867" tIns="60933" rIns="121867" bIns="60933">
            <a:spAutoFit/>
          </a:bodyPr>
          <a:lstStyle/>
          <a:p>
            <a:pPr defTabSz="914126">
              <a:buClrTx/>
            </a:pPr>
            <a:r>
              <a:rPr lang="en-US" sz="1200" kern="1200" dirty="0">
                <a:solidFill>
                  <a:srgbClr val="0E2841">
                    <a:lumMod val="25000"/>
                    <a:lumOff val="75000"/>
                  </a:srgbClr>
                </a:solidFill>
                <a:latin typeface="Cooper Black" panose="0208090404030B020404" pitchFamily="18" charset="0"/>
                <a:ea typeface="+mn-ea"/>
                <a:cs typeface="+mn-cs"/>
              </a:rPr>
              <a:t>www.anubhavtrainings.com</a:t>
            </a:r>
            <a:endParaRPr lang="en-IN" sz="1200" kern="1200" dirty="0">
              <a:solidFill>
                <a:srgbClr val="0E2841">
                  <a:lumMod val="25000"/>
                  <a:lumOff val="75000"/>
                </a:srgbClr>
              </a:solidFill>
              <a:latin typeface="Cooper Black" panose="0208090404030B020404" pitchFamily="18" charset="0"/>
              <a:ea typeface="+mn-ea"/>
              <a:cs typeface="+mn-cs"/>
            </a:endParaRPr>
          </a:p>
        </p:txBody>
      </p:sp>
      <p:pic>
        <p:nvPicPr>
          <p:cNvPr id="5" name="Picture 4">
            <a:extLst>
              <a:ext uri="{FF2B5EF4-FFF2-40B4-BE49-F238E27FC236}">
                <a16:creationId xmlns:a16="http://schemas.microsoft.com/office/drawing/2014/main" id="{F5A34E66-E449-02B7-36A7-30A06BF2A5A2}"/>
              </a:ext>
            </a:extLst>
          </p:cNvPr>
          <p:cNvPicPr>
            <a:picLocks noChangeAspect="1"/>
          </p:cNvPicPr>
          <p:nvPr/>
        </p:nvPicPr>
        <p:blipFill>
          <a:blip r:embed="rId2" cstate="print"/>
          <a:stretch>
            <a:fillRect/>
          </a:stretch>
        </p:blipFill>
        <p:spPr>
          <a:xfrm>
            <a:off x="11690070" y="71243"/>
            <a:ext cx="456296" cy="450803"/>
          </a:xfrm>
          <a:prstGeom prst="rect">
            <a:avLst/>
          </a:prstGeom>
        </p:spPr>
      </p:pic>
      <p:sp>
        <p:nvSpPr>
          <p:cNvPr id="6" name="TextBox 5">
            <a:extLst>
              <a:ext uri="{FF2B5EF4-FFF2-40B4-BE49-F238E27FC236}">
                <a16:creationId xmlns:a16="http://schemas.microsoft.com/office/drawing/2014/main" id="{E5567AF1-F694-2A5A-D968-591789833BB0}"/>
              </a:ext>
            </a:extLst>
          </p:cNvPr>
          <p:cNvSpPr txBox="1"/>
          <p:nvPr/>
        </p:nvSpPr>
        <p:spPr>
          <a:xfrm>
            <a:off x="118259" y="6559465"/>
            <a:ext cx="223621" cy="292290"/>
          </a:xfrm>
          <a:prstGeom prst="rect">
            <a:avLst/>
          </a:prstGeom>
          <a:noFill/>
        </p:spPr>
        <p:txBody>
          <a:bodyPr wrap="square" lIns="121867" tIns="60933" rIns="121867" bIns="60933" rtlCol="0">
            <a:spAutoFit/>
          </a:bodyPr>
          <a:lstStyle/>
          <a:p>
            <a:pPr defTabSz="914126">
              <a:buClrTx/>
            </a:pPr>
            <a:r>
              <a:rPr lang="en-US" sz="1100" kern="1200" dirty="0">
                <a:solidFill>
                  <a:srgbClr val="0E2841">
                    <a:lumMod val="40000"/>
                    <a:lumOff val="60000"/>
                  </a:srgbClr>
                </a:solidFill>
                <a:latin typeface="Aptos" panose="02110004020202020204"/>
                <a:ea typeface="+mn-ea"/>
                <a:cs typeface="+mn-cs"/>
              </a:rPr>
              <a:t>7</a:t>
            </a:r>
            <a:endParaRPr lang="en-IN" sz="1100" kern="1200" dirty="0">
              <a:solidFill>
                <a:srgbClr val="0E2841">
                  <a:lumMod val="40000"/>
                  <a:lumOff val="60000"/>
                </a:srgbClr>
              </a:solidFill>
              <a:latin typeface="Aptos" panose="02110004020202020204"/>
              <a:ea typeface="+mn-ea"/>
              <a:cs typeface="+mn-cs"/>
            </a:endParaRPr>
          </a:p>
        </p:txBody>
      </p:sp>
      <p:sp>
        <p:nvSpPr>
          <p:cNvPr id="7" name="TextBox 6">
            <a:extLst>
              <a:ext uri="{FF2B5EF4-FFF2-40B4-BE49-F238E27FC236}">
                <a16:creationId xmlns:a16="http://schemas.microsoft.com/office/drawing/2014/main" id="{50754381-0491-3243-83A1-04ED30D37FAE}"/>
              </a:ext>
            </a:extLst>
          </p:cNvPr>
          <p:cNvSpPr txBox="1"/>
          <p:nvPr/>
        </p:nvSpPr>
        <p:spPr>
          <a:xfrm>
            <a:off x="11927635" y="6610951"/>
            <a:ext cx="261190" cy="246157"/>
          </a:xfrm>
          <a:prstGeom prst="rect">
            <a:avLst/>
          </a:prstGeom>
          <a:noFill/>
        </p:spPr>
        <p:txBody>
          <a:bodyPr wrap="square" rtlCol="0">
            <a:spAutoFit/>
          </a:bodyPr>
          <a:lstStyle/>
          <a:p>
            <a:pPr defTabSz="914126">
              <a:buClrTx/>
            </a:pPr>
            <a:r>
              <a:rPr lang="en-IN" sz="1000" kern="1200" dirty="0">
                <a:solidFill>
                  <a:prstClr val="black"/>
                </a:solidFill>
                <a:latin typeface="Aptos" panose="02110004020202020204"/>
                <a:ea typeface="+mn-ea"/>
                <a:cs typeface="+mn-cs"/>
              </a:rPr>
              <a:t>7</a:t>
            </a:r>
          </a:p>
        </p:txBody>
      </p:sp>
      <p:sp>
        <p:nvSpPr>
          <p:cNvPr id="9" name="TextBox 8">
            <a:extLst>
              <a:ext uri="{FF2B5EF4-FFF2-40B4-BE49-F238E27FC236}">
                <a16:creationId xmlns:a16="http://schemas.microsoft.com/office/drawing/2014/main" id="{8E5CA562-8113-7900-B865-C181FE7E88FB}"/>
              </a:ext>
            </a:extLst>
          </p:cNvPr>
          <p:cNvSpPr txBox="1"/>
          <p:nvPr/>
        </p:nvSpPr>
        <p:spPr>
          <a:xfrm>
            <a:off x="5182182" y="4716586"/>
            <a:ext cx="6095434" cy="1753869"/>
          </a:xfrm>
          <a:prstGeom prst="rect">
            <a:avLst/>
          </a:prstGeom>
          <a:noFill/>
        </p:spPr>
        <p:txBody>
          <a:bodyPr wrap="square">
            <a:spAutoFit/>
          </a:bodyPr>
          <a:lstStyle/>
          <a:p>
            <a:pPr defTabSz="914126">
              <a:buClrTx/>
            </a:pPr>
            <a:r>
              <a:rPr lang="en-US" sz="1200" kern="1200" dirty="0">
                <a:solidFill>
                  <a:srgbClr val="708090"/>
                </a:solidFill>
                <a:latin typeface="Consolas" panose="020B0609020204030204" pitchFamily="49" charset="0"/>
                <a:ea typeface="+mn-ea"/>
                <a:cs typeface="+mn-cs"/>
              </a:rPr>
              <a:t>// Function with explicit parameter and return types</a:t>
            </a:r>
            <a:br>
              <a:rPr lang="en-US" sz="1200" kern="1200" dirty="0">
                <a:solidFill>
                  <a:srgbClr val="708090"/>
                </a:solidFill>
                <a:latin typeface="Consolas" panose="020B0609020204030204" pitchFamily="49" charset="0"/>
                <a:ea typeface="+mn-ea"/>
                <a:cs typeface="+mn-cs"/>
              </a:rPr>
            </a:br>
            <a:r>
              <a:rPr lang="en-US" sz="1200" kern="1200" dirty="0">
                <a:solidFill>
                  <a:srgbClr val="005CC5"/>
                </a:solidFill>
                <a:latin typeface="Consolas" panose="020B0609020204030204" pitchFamily="49" charset="0"/>
                <a:ea typeface="+mn-ea"/>
                <a:cs typeface="+mn-cs"/>
              </a:rPr>
              <a:t>function</a:t>
            </a:r>
            <a:r>
              <a:rPr lang="en-US" sz="1200" kern="1200" dirty="0">
                <a:latin typeface="Consolas" panose="020B0609020204030204" pitchFamily="49" charset="0"/>
                <a:ea typeface="+mn-ea"/>
                <a:cs typeface="+mn-cs"/>
              </a:rPr>
              <a:t> greet(name: string): string {</a:t>
            </a:r>
            <a:br>
              <a:rPr lang="en-US" sz="1200" kern="1200" dirty="0">
                <a:solidFill>
                  <a:prstClr val="black"/>
                </a:solidFill>
                <a:latin typeface="Aptos" panose="02110004020202020204"/>
                <a:ea typeface="+mn-ea"/>
                <a:cs typeface="+mn-cs"/>
              </a:rPr>
            </a:br>
            <a:r>
              <a:rPr lang="en-US" sz="1200" kern="1200" dirty="0">
                <a:solidFill>
                  <a:srgbClr val="005CC5"/>
                </a:solidFill>
                <a:latin typeface="Consolas" panose="020B0609020204030204" pitchFamily="49" charset="0"/>
                <a:ea typeface="+mn-ea"/>
                <a:cs typeface="+mn-cs"/>
              </a:rPr>
              <a:t>return</a:t>
            </a:r>
            <a:r>
              <a:rPr lang="en-US" sz="1200" kern="1200" dirty="0">
                <a:latin typeface="Consolas" panose="020B0609020204030204" pitchFamily="49" charset="0"/>
                <a:ea typeface="+mn-ea"/>
                <a:cs typeface="+mn-cs"/>
              </a:rPr>
              <a:t> </a:t>
            </a:r>
            <a:r>
              <a:rPr lang="en-US" sz="1200" kern="1200" dirty="0">
                <a:solidFill>
                  <a:srgbClr val="FF5500"/>
                </a:solidFill>
                <a:latin typeface="Consolas" panose="020B0609020204030204" pitchFamily="49" charset="0"/>
                <a:ea typeface="+mn-ea"/>
                <a:cs typeface="+mn-cs"/>
              </a:rPr>
              <a:t>`Hello, ${name}!`</a:t>
            </a:r>
            <a:r>
              <a:rPr lang="en-US" sz="1200" kern="1200" dirty="0">
                <a:latin typeface="Consolas" panose="020B0609020204030204" pitchFamily="49" charset="0"/>
                <a:ea typeface="+mn-ea"/>
                <a:cs typeface="+mn-cs"/>
              </a:rPr>
              <a:t>;</a:t>
            </a:r>
            <a:br>
              <a:rPr lang="en-US" sz="1200" kern="1200" dirty="0">
                <a:solidFill>
                  <a:prstClr val="black"/>
                </a:solidFill>
                <a:latin typeface="Aptos" panose="02110004020202020204"/>
                <a:ea typeface="+mn-ea"/>
                <a:cs typeface="+mn-cs"/>
              </a:rPr>
            </a:br>
            <a:r>
              <a:rPr lang="en-US" sz="1200" kern="1200" dirty="0">
                <a:latin typeface="Consolas" panose="020B0609020204030204" pitchFamily="49" charset="0"/>
                <a:ea typeface="+mn-ea"/>
                <a:cs typeface="+mn-cs"/>
              </a:rPr>
              <a:t>}</a:t>
            </a:r>
            <a:br>
              <a:rPr lang="en-US" sz="1200" kern="1200" dirty="0">
                <a:solidFill>
                  <a:prstClr val="black"/>
                </a:solidFill>
                <a:latin typeface="Aptos" panose="02110004020202020204"/>
                <a:ea typeface="+mn-ea"/>
                <a:cs typeface="+mn-cs"/>
              </a:rPr>
            </a:br>
            <a:br>
              <a:rPr lang="en-US" sz="1200" kern="1200" dirty="0">
                <a:solidFill>
                  <a:prstClr val="black"/>
                </a:solidFill>
                <a:latin typeface="Aptos" panose="02110004020202020204"/>
                <a:ea typeface="+mn-ea"/>
                <a:cs typeface="+mn-cs"/>
              </a:rPr>
            </a:br>
            <a:r>
              <a:rPr lang="en-US" sz="1200" kern="1200" dirty="0">
                <a:solidFill>
                  <a:srgbClr val="708090"/>
                </a:solidFill>
                <a:latin typeface="Consolas" panose="020B0609020204030204" pitchFamily="49" charset="0"/>
                <a:ea typeface="+mn-ea"/>
                <a:cs typeface="+mn-cs"/>
              </a:rPr>
              <a:t>// TypeScript will ensure you pass the correct argument type</a:t>
            </a:r>
            <a:br>
              <a:rPr lang="en-US" sz="1200" kern="1200" dirty="0">
                <a:solidFill>
                  <a:srgbClr val="708090"/>
                </a:solidFill>
                <a:latin typeface="Consolas" panose="020B0609020204030204" pitchFamily="49" charset="0"/>
                <a:ea typeface="+mn-ea"/>
                <a:cs typeface="+mn-cs"/>
              </a:rPr>
            </a:br>
            <a:r>
              <a:rPr lang="en-US" sz="1200" kern="1200" dirty="0">
                <a:latin typeface="Consolas" panose="020B0609020204030204" pitchFamily="49" charset="0"/>
                <a:ea typeface="+mn-ea"/>
                <a:cs typeface="+mn-cs"/>
              </a:rPr>
              <a:t>greet(</a:t>
            </a:r>
            <a:r>
              <a:rPr lang="en-US" sz="1200" kern="1200" dirty="0">
                <a:solidFill>
                  <a:srgbClr val="008000"/>
                </a:solidFill>
                <a:latin typeface="Consolas" panose="020B0609020204030204" pitchFamily="49" charset="0"/>
                <a:ea typeface="+mn-ea"/>
                <a:cs typeface="+mn-cs"/>
              </a:rPr>
              <a:t>"Alice"</a:t>
            </a:r>
            <a:r>
              <a:rPr lang="en-US" sz="1200" kern="1200" dirty="0">
                <a:latin typeface="Consolas" panose="020B0609020204030204" pitchFamily="49" charset="0"/>
                <a:ea typeface="+mn-ea"/>
                <a:cs typeface="+mn-cs"/>
              </a:rPr>
              <a:t>); </a:t>
            </a:r>
            <a:r>
              <a:rPr lang="en-US" sz="1200" kern="1200" dirty="0">
                <a:solidFill>
                  <a:srgbClr val="708090"/>
                </a:solidFill>
                <a:latin typeface="Consolas" panose="020B0609020204030204" pitchFamily="49" charset="0"/>
                <a:ea typeface="+mn-ea"/>
                <a:cs typeface="+mn-cs"/>
              </a:rPr>
              <a:t>// OK</a:t>
            </a:r>
            <a:br>
              <a:rPr lang="en-US" sz="1200" kern="1200" dirty="0">
                <a:solidFill>
                  <a:srgbClr val="708090"/>
                </a:solidFill>
                <a:latin typeface="Consolas" panose="020B0609020204030204" pitchFamily="49" charset="0"/>
                <a:ea typeface="+mn-ea"/>
                <a:cs typeface="+mn-cs"/>
              </a:rPr>
            </a:br>
            <a:r>
              <a:rPr lang="en-US" sz="1200" kern="1200" dirty="0">
                <a:latin typeface="Consolas" panose="020B0609020204030204" pitchFamily="49" charset="0"/>
                <a:ea typeface="+mn-ea"/>
                <a:cs typeface="+mn-cs"/>
              </a:rPr>
              <a:t>greet(</a:t>
            </a:r>
            <a:r>
              <a:rPr lang="en-US" sz="1200" kern="1200" dirty="0">
                <a:solidFill>
                  <a:srgbClr val="990055"/>
                </a:solidFill>
                <a:latin typeface="Consolas" panose="020B0609020204030204" pitchFamily="49" charset="0"/>
                <a:ea typeface="+mn-ea"/>
                <a:cs typeface="+mn-cs"/>
              </a:rPr>
              <a:t>42</a:t>
            </a:r>
            <a:r>
              <a:rPr lang="en-US" sz="1200" kern="1200" dirty="0">
                <a:latin typeface="Consolas" panose="020B0609020204030204" pitchFamily="49" charset="0"/>
                <a:ea typeface="+mn-ea"/>
                <a:cs typeface="+mn-cs"/>
              </a:rPr>
              <a:t>);     </a:t>
            </a:r>
            <a:r>
              <a:rPr lang="en-US" sz="1200" kern="1200" dirty="0">
                <a:solidFill>
                  <a:srgbClr val="708090"/>
                </a:solidFill>
                <a:latin typeface="Consolas" panose="020B0609020204030204" pitchFamily="49" charset="0"/>
                <a:ea typeface="+mn-ea"/>
                <a:cs typeface="+mn-cs"/>
              </a:rPr>
              <a:t>// Error: Argument of type '42' is not assignable to parameter of type 'string'</a:t>
            </a:r>
            <a:endParaRPr lang="en-IN" sz="1200" kern="1200" dirty="0">
              <a:solidFill>
                <a:prstClr val="black"/>
              </a:solidFill>
              <a:latin typeface="Aptos" panose="02110004020202020204"/>
              <a:ea typeface="+mn-ea"/>
              <a:cs typeface="+mn-cs"/>
            </a:endParaRPr>
          </a:p>
        </p:txBody>
      </p:sp>
    </p:spTree>
    <p:extLst>
      <p:ext uri="{BB962C8B-B14F-4D97-AF65-F5344CB8AC3E}">
        <p14:creationId xmlns:p14="http://schemas.microsoft.com/office/powerpoint/2010/main" val="3798790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1000"/>
                                        <p:tgtEl>
                                          <p:spTgt spid="3">
                                            <p:txEl>
                                              <p:pRg st="4" end="4"/>
                                            </p:txEl>
                                          </p:spTgt>
                                        </p:tgtEl>
                                      </p:cBhvr>
                                    </p:animEffect>
                                    <p:anim calcmode="lin" valueType="num">
                                      <p:cBhvr>
                                        <p:cTn id="25"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4" end="4"/>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Effect transition="in" filter="fade">
                                      <p:cBhvr>
                                        <p:cTn id="29" dur="1000"/>
                                        <p:tgtEl>
                                          <p:spTgt spid="3">
                                            <p:txEl>
                                              <p:pRg st="5" end="5"/>
                                            </p:txEl>
                                          </p:spTgt>
                                        </p:tgtEl>
                                      </p:cBhvr>
                                    </p:animEffect>
                                    <p:anim calcmode="lin" valueType="num">
                                      <p:cBhvr>
                                        <p:cTn id="30"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5" end="5"/>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3">
                                            <p:txEl>
                                              <p:pRg st="6" end="6"/>
                                            </p:txEl>
                                          </p:spTgt>
                                        </p:tgtEl>
                                        <p:attrNameLst>
                                          <p:attrName>style.visibility</p:attrName>
                                        </p:attrNameLst>
                                      </p:cBhvr>
                                      <p:to>
                                        <p:strVal val="visible"/>
                                      </p:to>
                                    </p:set>
                                    <p:animEffect transition="in" filter="fade">
                                      <p:cBhvr>
                                        <p:cTn id="34" dur="1000"/>
                                        <p:tgtEl>
                                          <p:spTgt spid="3">
                                            <p:txEl>
                                              <p:pRg st="6" end="6"/>
                                            </p:txEl>
                                          </p:spTgt>
                                        </p:tgtEl>
                                      </p:cBhvr>
                                    </p:animEffect>
                                    <p:anim calcmode="lin" valueType="num">
                                      <p:cBhvr>
                                        <p:cTn id="35"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6" end="6"/>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animEffect transition="in" filter="fade">
                                      <p:cBhvr>
                                        <p:cTn id="39" dur="1000"/>
                                        <p:tgtEl>
                                          <p:spTgt spid="3">
                                            <p:txEl>
                                              <p:pRg st="7" end="7"/>
                                            </p:txEl>
                                          </p:spTgt>
                                        </p:tgtEl>
                                      </p:cBhvr>
                                    </p:animEffect>
                                    <p:anim calcmode="lin" valueType="num">
                                      <p:cBhvr>
                                        <p:cTn id="40"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1" dur="1000" fill="hold"/>
                                        <p:tgtEl>
                                          <p:spTgt spid="3">
                                            <p:txEl>
                                              <p:pRg st="7" end="7"/>
                                            </p:txEl>
                                          </p:spTgt>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3">
                                            <p:txEl>
                                              <p:pRg st="8" end="8"/>
                                            </p:txEl>
                                          </p:spTgt>
                                        </p:tgtEl>
                                        <p:attrNameLst>
                                          <p:attrName>style.visibility</p:attrName>
                                        </p:attrNameLst>
                                      </p:cBhvr>
                                      <p:to>
                                        <p:strVal val="visible"/>
                                      </p:to>
                                    </p:set>
                                    <p:animEffect transition="in" filter="fade">
                                      <p:cBhvr>
                                        <p:cTn id="44" dur="1000"/>
                                        <p:tgtEl>
                                          <p:spTgt spid="3">
                                            <p:txEl>
                                              <p:pRg st="8" end="8"/>
                                            </p:txEl>
                                          </p:spTgt>
                                        </p:tgtEl>
                                      </p:cBhvr>
                                    </p:animEffect>
                                    <p:anim calcmode="lin" valueType="num">
                                      <p:cBhvr>
                                        <p:cTn id="45"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46" dur="1000" fill="hold"/>
                                        <p:tgtEl>
                                          <p:spTgt spid="3">
                                            <p:txEl>
                                              <p:pRg st="8" end="8"/>
                                            </p:txEl>
                                          </p:spTgt>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3">
                                            <p:txEl>
                                              <p:pRg st="9" end="9"/>
                                            </p:txEl>
                                          </p:spTgt>
                                        </p:tgtEl>
                                        <p:attrNameLst>
                                          <p:attrName>style.visibility</p:attrName>
                                        </p:attrNameLst>
                                      </p:cBhvr>
                                      <p:to>
                                        <p:strVal val="visible"/>
                                      </p:to>
                                    </p:set>
                                    <p:animEffect transition="in" filter="fade">
                                      <p:cBhvr>
                                        <p:cTn id="49" dur="1000"/>
                                        <p:tgtEl>
                                          <p:spTgt spid="3">
                                            <p:txEl>
                                              <p:pRg st="9" end="9"/>
                                            </p:txEl>
                                          </p:spTgt>
                                        </p:tgtEl>
                                      </p:cBhvr>
                                    </p:animEffect>
                                    <p:anim calcmode="lin" valueType="num">
                                      <p:cBhvr>
                                        <p:cTn id="50"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9" end="9"/>
                                            </p:txEl>
                                          </p:spTgt>
                                        </p:tgtEl>
                                        <p:attrNameLst>
                                          <p:attrName>ppt_y</p:attrName>
                                        </p:attrNameLst>
                                      </p:cBhvr>
                                      <p:tavLst>
                                        <p:tav tm="0">
                                          <p:val>
                                            <p:strVal val="#ppt_y+.1"/>
                                          </p:val>
                                        </p:tav>
                                        <p:tav tm="100000">
                                          <p:val>
                                            <p:strVal val="#ppt_y"/>
                                          </p:val>
                                        </p:tav>
                                      </p:tavLst>
                                    </p:anim>
                                  </p:childTnLst>
                                </p:cTn>
                              </p:par>
                              <p:par>
                                <p:cTn id="52" presetID="42" presetClass="entr" presetSubtype="0" fill="hold" nodeType="withEffect">
                                  <p:stCondLst>
                                    <p:cond delay="0"/>
                                  </p:stCondLst>
                                  <p:childTnLst>
                                    <p:set>
                                      <p:cBhvr>
                                        <p:cTn id="53" dur="1" fill="hold">
                                          <p:stCondLst>
                                            <p:cond delay="0"/>
                                          </p:stCondLst>
                                        </p:cTn>
                                        <p:tgtEl>
                                          <p:spTgt spid="3">
                                            <p:txEl>
                                              <p:pRg st="10" end="10"/>
                                            </p:txEl>
                                          </p:spTgt>
                                        </p:tgtEl>
                                        <p:attrNameLst>
                                          <p:attrName>style.visibility</p:attrName>
                                        </p:attrNameLst>
                                      </p:cBhvr>
                                      <p:to>
                                        <p:strVal val="visible"/>
                                      </p:to>
                                    </p:set>
                                    <p:animEffect transition="in" filter="fade">
                                      <p:cBhvr>
                                        <p:cTn id="54" dur="1000"/>
                                        <p:tgtEl>
                                          <p:spTgt spid="3">
                                            <p:txEl>
                                              <p:pRg st="10" end="10"/>
                                            </p:txEl>
                                          </p:spTgt>
                                        </p:tgtEl>
                                      </p:cBhvr>
                                    </p:animEffect>
                                    <p:anim calcmode="lin" valueType="num">
                                      <p:cBhvr>
                                        <p:cTn id="55"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56" dur="1000" fill="hold"/>
                                        <p:tgtEl>
                                          <p:spTgt spid="3">
                                            <p:txEl>
                                              <p:pRg st="10" end="10"/>
                                            </p:txEl>
                                          </p:spTgt>
                                        </p:tgtEl>
                                        <p:attrNameLst>
                                          <p:attrName>ppt_y</p:attrName>
                                        </p:attrNameLst>
                                      </p:cBhvr>
                                      <p:tavLst>
                                        <p:tav tm="0">
                                          <p:val>
                                            <p:strVal val="#ppt_y+.1"/>
                                          </p:val>
                                        </p:tav>
                                        <p:tav tm="100000">
                                          <p:val>
                                            <p:strVal val="#ppt_y"/>
                                          </p:val>
                                        </p:tav>
                                      </p:tavLst>
                                    </p:anim>
                                  </p:childTnLst>
                                </p:cTn>
                              </p:par>
                              <p:par>
                                <p:cTn id="57" presetID="42" presetClass="entr" presetSubtype="0" fill="hold" nodeType="withEffect">
                                  <p:stCondLst>
                                    <p:cond delay="0"/>
                                  </p:stCondLst>
                                  <p:childTnLst>
                                    <p:set>
                                      <p:cBhvr>
                                        <p:cTn id="58" dur="1" fill="hold">
                                          <p:stCondLst>
                                            <p:cond delay="0"/>
                                          </p:stCondLst>
                                        </p:cTn>
                                        <p:tgtEl>
                                          <p:spTgt spid="3">
                                            <p:txEl>
                                              <p:pRg st="11" end="11"/>
                                            </p:txEl>
                                          </p:spTgt>
                                        </p:tgtEl>
                                        <p:attrNameLst>
                                          <p:attrName>style.visibility</p:attrName>
                                        </p:attrNameLst>
                                      </p:cBhvr>
                                      <p:to>
                                        <p:strVal val="visible"/>
                                      </p:to>
                                    </p:set>
                                    <p:animEffect transition="in" filter="fade">
                                      <p:cBhvr>
                                        <p:cTn id="59" dur="1000"/>
                                        <p:tgtEl>
                                          <p:spTgt spid="3">
                                            <p:txEl>
                                              <p:pRg st="11" end="11"/>
                                            </p:txEl>
                                          </p:spTgt>
                                        </p:tgtEl>
                                      </p:cBhvr>
                                    </p:animEffect>
                                    <p:anim calcmode="lin" valueType="num">
                                      <p:cBhvr>
                                        <p:cTn id="60"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61" dur="1000" fill="hold"/>
                                        <p:tgtEl>
                                          <p:spTgt spid="3">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42" presetClass="entr" presetSubtype="0" fill="hold" nodeType="clickEffect">
                                  <p:stCondLst>
                                    <p:cond delay="0"/>
                                  </p:stCondLst>
                                  <p:childTnLst>
                                    <p:set>
                                      <p:cBhvr>
                                        <p:cTn id="65" dur="1" fill="hold">
                                          <p:stCondLst>
                                            <p:cond delay="0"/>
                                          </p:stCondLst>
                                        </p:cTn>
                                        <p:tgtEl>
                                          <p:spTgt spid="3">
                                            <p:txEl>
                                              <p:pRg st="12" end="12"/>
                                            </p:txEl>
                                          </p:spTgt>
                                        </p:tgtEl>
                                        <p:attrNameLst>
                                          <p:attrName>style.visibility</p:attrName>
                                        </p:attrNameLst>
                                      </p:cBhvr>
                                      <p:to>
                                        <p:strVal val="visible"/>
                                      </p:to>
                                    </p:set>
                                    <p:animEffect transition="in" filter="fade">
                                      <p:cBhvr>
                                        <p:cTn id="66" dur="1000"/>
                                        <p:tgtEl>
                                          <p:spTgt spid="3">
                                            <p:txEl>
                                              <p:pRg st="12" end="12"/>
                                            </p:txEl>
                                          </p:spTgt>
                                        </p:tgtEl>
                                      </p:cBhvr>
                                    </p:animEffect>
                                    <p:anim calcmode="lin" valueType="num">
                                      <p:cBhvr>
                                        <p:cTn id="67" dur="1000" fill="hold"/>
                                        <p:tgtEl>
                                          <p:spTgt spid="3">
                                            <p:txEl>
                                              <p:pRg st="12" end="12"/>
                                            </p:txEl>
                                          </p:spTgt>
                                        </p:tgtEl>
                                        <p:attrNameLst>
                                          <p:attrName>ppt_x</p:attrName>
                                        </p:attrNameLst>
                                      </p:cBhvr>
                                      <p:tavLst>
                                        <p:tav tm="0">
                                          <p:val>
                                            <p:strVal val="#ppt_x"/>
                                          </p:val>
                                        </p:tav>
                                        <p:tav tm="100000">
                                          <p:val>
                                            <p:strVal val="#ppt_x"/>
                                          </p:val>
                                        </p:tav>
                                      </p:tavLst>
                                    </p:anim>
                                    <p:anim calcmode="lin" valueType="num">
                                      <p:cBhvr>
                                        <p:cTn id="68" dur="1000" fill="hold"/>
                                        <p:tgtEl>
                                          <p:spTgt spid="3">
                                            <p:txEl>
                                              <p:pRg st="12" end="12"/>
                                            </p:txEl>
                                          </p:spTgt>
                                        </p:tgtEl>
                                        <p:attrNameLst>
                                          <p:attrName>ppt_y</p:attrName>
                                        </p:attrNameLst>
                                      </p:cBhvr>
                                      <p:tavLst>
                                        <p:tav tm="0">
                                          <p:val>
                                            <p:strVal val="#ppt_y+.1"/>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42" presetClass="entr" presetSubtype="0" fill="hold" grpId="0" nodeType="clickEffect">
                                  <p:stCondLst>
                                    <p:cond delay="0"/>
                                  </p:stCondLst>
                                  <p:childTnLst>
                                    <p:set>
                                      <p:cBhvr>
                                        <p:cTn id="72" dur="1" fill="hold">
                                          <p:stCondLst>
                                            <p:cond delay="0"/>
                                          </p:stCondLst>
                                        </p:cTn>
                                        <p:tgtEl>
                                          <p:spTgt spid="9"/>
                                        </p:tgtEl>
                                        <p:attrNameLst>
                                          <p:attrName>style.visibility</p:attrName>
                                        </p:attrNameLst>
                                      </p:cBhvr>
                                      <p:to>
                                        <p:strVal val="visible"/>
                                      </p:to>
                                    </p:set>
                                    <p:animEffect transition="in" filter="fade">
                                      <p:cBhvr>
                                        <p:cTn id="73" dur="1000"/>
                                        <p:tgtEl>
                                          <p:spTgt spid="9"/>
                                        </p:tgtEl>
                                      </p:cBhvr>
                                    </p:animEffect>
                                    <p:anim calcmode="lin" valueType="num">
                                      <p:cBhvr>
                                        <p:cTn id="74" dur="1000" fill="hold"/>
                                        <p:tgtEl>
                                          <p:spTgt spid="9"/>
                                        </p:tgtEl>
                                        <p:attrNameLst>
                                          <p:attrName>ppt_x</p:attrName>
                                        </p:attrNameLst>
                                      </p:cBhvr>
                                      <p:tavLst>
                                        <p:tav tm="0">
                                          <p:val>
                                            <p:strVal val="#ppt_x"/>
                                          </p:val>
                                        </p:tav>
                                        <p:tav tm="100000">
                                          <p:val>
                                            <p:strVal val="#ppt_x"/>
                                          </p:val>
                                        </p:tav>
                                      </p:tavLst>
                                    </p:anim>
                                    <p:anim calcmode="lin" valueType="num">
                                      <p:cBhvr>
                                        <p:cTn id="75"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47333B-3F5A-1075-F057-D3359D63610F}"/>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70019707-61F2-4E8E-4EB9-C11B16E77BF0}"/>
              </a:ext>
            </a:extLst>
          </p:cNvPr>
          <p:cNvSpPr txBox="1">
            <a:spLocks/>
          </p:cNvSpPr>
          <p:nvPr/>
        </p:nvSpPr>
        <p:spPr>
          <a:xfrm>
            <a:off x="142631" y="141374"/>
            <a:ext cx="11134985" cy="513697"/>
          </a:xfrm>
          <a:prstGeom prst="rect">
            <a:avLst/>
          </a:prstGeom>
        </p:spPr>
        <p:txBody>
          <a:bodyPr lIns="121867" tIns="60933" rIns="121867" bIns="60933">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914126">
              <a:buClrTx/>
            </a:pPr>
            <a:r>
              <a:rPr lang="en-US" sz="3199" dirty="0">
                <a:solidFill>
                  <a:prstClr val="black"/>
                </a:solidFill>
                <a:latin typeface="Cooper Black" panose="0208090404030B020404" pitchFamily="18" charset="0"/>
                <a:cs typeface="Times New Roman" panose="02020603050405020304" pitchFamily="18" charset="0"/>
              </a:rPr>
              <a:t>Special Types</a:t>
            </a:r>
            <a:endParaRPr lang="en-IN" sz="3199" dirty="0">
              <a:solidFill>
                <a:prstClr val="black"/>
              </a:solidFill>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D6961807-D204-4416-F887-6F695DBC7607}"/>
              </a:ext>
            </a:extLst>
          </p:cNvPr>
          <p:cNvSpPr txBox="1"/>
          <p:nvPr/>
        </p:nvSpPr>
        <p:spPr>
          <a:xfrm>
            <a:off x="142630" y="655071"/>
            <a:ext cx="11483853" cy="4276958"/>
          </a:xfrm>
          <a:prstGeom prst="rect">
            <a:avLst/>
          </a:prstGeom>
          <a:noFill/>
        </p:spPr>
        <p:txBody>
          <a:bodyPr wrap="square" lIns="121867" tIns="60933" rIns="121867" bIns="60933" rtlCol="0">
            <a:spAutoFit/>
          </a:bodyPr>
          <a:lstStyle/>
          <a:p>
            <a:pPr marL="285664" indent="-285664" defTabSz="914126">
              <a:buClrTx/>
              <a:buFont typeface="Arial" panose="020B0604020202020204" pitchFamily="34" charset="0"/>
              <a:buChar char="•"/>
            </a:pPr>
            <a:r>
              <a:rPr lang="en-US" sz="1799" kern="1200" dirty="0">
                <a:solidFill>
                  <a:prstClr val="black"/>
                </a:solidFill>
                <a:latin typeface="Aptos" panose="02110004020202020204"/>
                <a:ea typeface="+mn-ea"/>
                <a:cs typeface="+mn-cs"/>
              </a:rPr>
              <a:t>The 'any' type allows you to opt-out of type checking for a variable. It can hold any value, and you can perform any operation on it without TypeScript raising an error.</a:t>
            </a:r>
          </a:p>
          <a:p>
            <a:pPr marL="285664" indent="-285664" defTabSz="914126">
              <a:buClrTx/>
              <a:buFont typeface="Arial" panose="020B0604020202020204" pitchFamily="34" charset="0"/>
              <a:buChar char="•"/>
            </a:pPr>
            <a:r>
              <a:rPr lang="en-US" sz="1799" kern="1200" dirty="0">
                <a:solidFill>
                  <a:prstClr val="black"/>
                </a:solidFill>
                <a:latin typeface="Aptos" panose="02110004020202020204"/>
                <a:ea typeface="+mn-ea"/>
                <a:cs typeface="+mn-cs"/>
              </a:rPr>
              <a:t>The 'unknown' type is similar to 'any' in that it can hold any value, but it is safer because you cannot perform operations on it without first checking its type.</a:t>
            </a:r>
          </a:p>
          <a:p>
            <a:pPr marL="285664" indent="-285664" defTabSz="914126">
              <a:buClrTx/>
              <a:buFont typeface="Arial" panose="020B0604020202020204" pitchFamily="34" charset="0"/>
              <a:buChar char="•"/>
            </a:pPr>
            <a:r>
              <a:rPr lang="en-US" sz="1799" kern="1200" dirty="0">
                <a:solidFill>
                  <a:prstClr val="black"/>
                </a:solidFill>
                <a:latin typeface="Aptos" panose="02110004020202020204"/>
                <a:ea typeface="+mn-ea"/>
                <a:cs typeface="+mn-cs"/>
              </a:rPr>
              <a:t>Working with arrays - let</a:t>
            </a:r>
            <a:r>
              <a:rPr lang="en-IN" sz="1799" kern="1200" dirty="0">
                <a:solidFill>
                  <a:prstClr val="black"/>
                </a:solidFill>
                <a:latin typeface="Aptos" panose="02110004020202020204"/>
                <a:ea typeface="+mn-ea"/>
                <a:cs typeface="+mn-cs"/>
              </a:rPr>
              <a:t> </a:t>
            </a:r>
            <a:r>
              <a:rPr lang="en-IN" sz="1799" kern="1200" dirty="0" err="1">
                <a:solidFill>
                  <a:prstClr val="black"/>
                </a:solidFill>
                <a:latin typeface="Aptos" panose="02110004020202020204"/>
                <a:ea typeface="+mn-ea"/>
                <a:cs typeface="+mn-cs"/>
              </a:rPr>
              <a:t>arrName</a:t>
            </a:r>
            <a:r>
              <a:rPr lang="en-IN" sz="1799" kern="1200" dirty="0">
                <a:solidFill>
                  <a:prstClr val="black"/>
                </a:solidFill>
                <a:latin typeface="Aptos" panose="02110004020202020204"/>
                <a:ea typeface="+mn-ea"/>
                <a:cs typeface="+mn-cs"/>
              </a:rPr>
              <a:t>: </a:t>
            </a:r>
            <a:r>
              <a:rPr lang="en-IN" sz="1799" kern="1200" dirty="0" err="1">
                <a:solidFill>
                  <a:prstClr val="black"/>
                </a:solidFill>
                <a:latin typeface="Aptos" panose="02110004020202020204"/>
                <a:ea typeface="+mn-ea"/>
                <a:cs typeface="+mn-cs"/>
              </a:rPr>
              <a:t>dataType</a:t>
            </a:r>
            <a:r>
              <a:rPr lang="en-IN" sz="1799" kern="1200" dirty="0">
                <a:solidFill>
                  <a:prstClr val="black"/>
                </a:solidFill>
                <a:latin typeface="Aptos" panose="02110004020202020204"/>
                <a:ea typeface="+mn-ea"/>
                <a:cs typeface="+mn-cs"/>
              </a:rPr>
              <a:t>[] = [];</a:t>
            </a:r>
          </a:p>
          <a:p>
            <a:pPr marL="285664" indent="-285664" defTabSz="914126">
              <a:buClrTx/>
              <a:buFont typeface="Arial" panose="020B0604020202020204" pitchFamily="34" charset="0"/>
              <a:buChar char="•"/>
            </a:pPr>
            <a:r>
              <a:rPr lang="en-IN" sz="1799" kern="1200" dirty="0">
                <a:solidFill>
                  <a:prstClr val="black"/>
                </a:solidFill>
                <a:latin typeface="Aptos" panose="02110004020202020204"/>
                <a:ea typeface="+mn-ea"/>
                <a:cs typeface="+mn-cs"/>
              </a:rPr>
              <a:t>Tuple, </a:t>
            </a:r>
            <a:r>
              <a:rPr lang="en-US" sz="1799" kern="1200" dirty="0">
                <a:solidFill>
                  <a:prstClr val="black"/>
                </a:solidFill>
                <a:latin typeface="Aptos" panose="02110004020202020204"/>
                <a:ea typeface="+mn-ea"/>
                <a:cs typeface="+mn-cs"/>
              </a:rPr>
              <a:t>A tuple is a typed array with a pre-defined length and types for each index. Tuples are great because they allow each element in the array to be a known type of value.</a:t>
            </a:r>
          </a:p>
          <a:p>
            <a:pPr marL="285664" indent="-285664" defTabSz="914126">
              <a:buClrTx/>
              <a:buFont typeface="Arial" panose="020B0604020202020204" pitchFamily="34" charset="0"/>
              <a:buChar char="•"/>
            </a:pPr>
            <a:r>
              <a:rPr lang="en-US" sz="1799" kern="1200" dirty="0">
                <a:solidFill>
                  <a:prstClr val="black"/>
                </a:solidFill>
                <a:latin typeface="Aptos" panose="02110004020202020204"/>
                <a:ea typeface="+mn-ea"/>
                <a:cs typeface="+mn-cs"/>
              </a:rPr>
              <a:t>Object - TypeScript has a specific syntax for typing objects.</a:t>
            </a:r>
          </a:p>
          <a:p>
            <a:pPr defTabSz="914126">
              <a:buClrTx/>
            </a:pPr>
            <a:br>
              <a:rPr lang="en-US" sz="1799" kern="1200" dirty="0">
                <a:solidFill>
                  <a:prstClr val="black"/>
                </a:solidFill>
                <a:latin typeface="Aptos" panose="02110004020202020204"/>
                <a:ea typeface="+mn-ea"/>
                <a:cs typeface="+mn-cs"/>
              </a:rPr>
            </a:br>
            <a:endParaRPr lang="en-US" sz="1799" kern="1200" dirty="0">
              <a:solidFill>
                <a:prstClr val="black"/>
              </a:solidFill>
              <a:latin typeface="Aptos" panose="02110004020202020204"/>
              <a:ea typeface="+mn-ea"/>
              <a:cs typeface="+mn-cs"/>
            </a:endParaRPr>
          </a:p>
          <a:p>
            <a:pPr marL="285664" indent="-285664" defTabSz="914126">
              <a:buClrTx/>
              <a:buFont typeface="Arial" panose="020B0604020202020204" pitchFamily="34" charset="0"/>
              <a:buChar char="•"/>
            </a:pPr>
            <a:endParaRPr lang="en-IN" sz="1799" kern="1200" dirty="0">
              <a:solidFill>
                <a:prstClr val="black"/>
              </a:solidFill>
              <a:latin typeface="Aptos" panose="02110004020202020204"/>
              <a:ea typeface="+mn-ea"/>
              <a:cs typeface="+mn-cs"/>
            </a:endParaRPr>
          </a:p>
          <a:p>
            <a:pPr marL="285664" indent="-285664" defTabSz="914126">
              <a:buClrTx/>
              <a:buFont typeface="Arial" panose="020B0604020202020204" pitchFamily="34" charset="0"/>
              <a:buChar char="•"/>
            </a:pPr>
            <a:endParaRPr lang="en-US" sz="1799" kern="1200" dirty="0">
              <a:solidFill>
                <a:prstClr val="black"/>
              </a:solidFill>
              <a:latin typeface="Aptos" panose="02110004020202020204"/>
              <a:ea typeface="+mn-ea"/>
              <a:cs typeface="+mn-cs"/>
            </a:endParaRPr>
          </a:p>
          <a:p>
            <a:pPr marL="285664" indent="-285664" defTabSz="914126">
              <a:buClrTx/>
              <a:buFont typeface="Arial" panose="020B0604020202020204" pitchFamily="34" charset="0"/>
              <a:buChar char="•"/>
            </a:pPr>
            <a:endParaRPr lang="en-US" sz="1799" kern="1200" dirty="0">
              <a:solidFill>
                <a:prstClr val="black"/>
              </a:solidFill>
              <a:latin typeface="Aptos" panose="02110004020202020204"/>
              <a:ea typeface="+mn-ea"/>
              <a:cs typeface="+mn-cs"/>
            </a:endParaRPr>
          </a:p>
          <a:p>
            <a:pPr marL="285664" indent="-285664" defTabSz="914126">
              <a:buClrTx/>
              <a:buFont typeface="Arial" panose="020B0604020202020204" pitchFamily="34" charset="0"/>
              <a:buChar char="•"/>
            </a:pPr>
            <a:endParaRPr lang="en-US" sz="1799" kern="1200" dirty="0">
              <a:solidFill>
                <a:prstClr val="black"/>
              </a:solidFill>
              <a:latin typeface="Aptos" panose="02110004020202020204"/>
              <a:ea typeface="+mn-ea"/>
              <a:cs typeface="+mn-cs"/>
            </a:endParaRPr>
          </a:p>
          <a:p>
            <a:pPr marL="285664" indent="-285664" defTabSz="914126">
              <a:buClrTx/>
              <a:buFont typeface="Arial" panose="020B0604020202020204" pitchFamily="34" charset="0"/>
              <a:buChar char="•"/>
            </a:pPr>
            <a:endParaRPr lang="en-US" sz="1799" kern="1200" dirty="0">
              <a:solidFill>
                <a:prstClr val="black"/>
              </a:solidFill>
              <a:latin typeface="Aptos" panose="02110004020202020204"/>
              <a:ea typeface="+mn-ea"/>
              <a:cs typeface="+mn-cs"/>
            </a:endParaRPr>
          </a:p>
        </p:txBody>
      </p:sp>
      <p:sp>
        <p:nvSpPr>
          <p:cNvPr id="4" name="TextBox 3">
            <a:extLst>
              <a:ext uri="{FF2B5EF4-FFF2-40B4-BE49-F238E27FC236}">
                <a16:creationId xmlns:a16="http://schemas.microsoft.com/office/drawing/2014/main" id="{E7FD553F-2E68-3343-093A-607A73FC536F}"/>
              </a:ext>
            </a:extLst>
          </p:cNvPr>
          <p:cNvSpPr txBox="1"/>
          <p:nvPr/>
        </p:nvSpPr>
        <p:spPr>
          <a:xfrm>
            <a:off x="9663686" y="6549412"/>
            <a:ext cx="2523554" cy="307674"/>
          </a:xfrm>
          <a:prstGeom prst="rect">
            <a:avLst/>
          </a:prstGeom>
          <a:noFill/>
        </p:spPr>
        <p:txBody>
          <a:bodyPr wrap="square" lIns="121867" tIns="60933" rIns="121867" bIns="60933">
            <a:spAutoFit/>
          </a:bodyPr>
          <a:lstStyle/>
          <a:p>
            <a:pPr defTabSz="914126">
              <a:buClrTx/>
            </a:pPr>
            <a:r>
              <a:rPr lang="en-US" sz="1200" kern="1200" dirty="0">
                <a:solidFill>
                  <a:srgbClr val="0E2841">
                    <a:lumMod val="25000"/>
                    <a:lumOff val="75000"/>
                  </a:srgbClr>
                </a:solidFill>
                <a:latin typeface="Cooper Black" panose="0208090404030B020404" pitchFamily="18" charset="0"/>
                <a:ea typeface="+mn-ea"/>
                <a:cs typeface="+mn-cs"/>
              </a:rPr>
              <a:t>www.anubhavtrainings.com</a:t>
            </a:r>
            <a:endParaRPr lang="en-IN" sz="1200" kern="1200" dirty="0">
              <a:solidFill>
                <a:srgbClr val="0E2841">
                  <a:lumMod val="25000"/>
                  <a:lumOff val="75000"/>
                </a:srgbClr>
              </a:solidFill>
              <a:latin typeface="Cooper Black" panose="0208090404030B020404" pitchFamily="18" charset="0"/>
              <a:ea typeface="+mn-ea"/>
              <a:cs typeface="+mn-cs"/>
            </a:endParaRPr>
          </a:p>
        </p:txBody>
      </p:sp>
      <p:pic>
        <p:nvPicPr>
          <p:cNvPr id="5" name="Picture 4">
            <a:extLst>
              <a:ext uri="{FF2B5EF4-FFF2-40B4-BE49-F238E27FC236}">
                <a16:creationId xmlns:a16="http://schemas.microsoft.com/office/drawing/2014/main" id="{3838F351-4C67-8467-D2B1-8C2BEFCC57E1}"/>
              </a:ext>
            </a:extLst>
          </p:cNvPr>
          <p:cNvPicPr>
            <a:picLocks noChangeAspect="1"/>
          </p:cNvPicPr>
          <p:nvPr/>
        </p:nvPicPr>
        <p:blipFill>
          <a:blip r:embed="rId2" cstate="print"/>
          <a:stretch>
            <a:fillRect/>
          </a:stretch>
        </p:blipFill>
        <p:spPr>
          <a:xfrm>
            <a:off x="11690070" y="71243"/>
            <a:ext cx="456296" cy="450803"/>
          </a:xfrm>
          <a:prstGeom prst="rect">
            <a:avLst/>
          </a:prstGeom>
        </p:spPr>
      </p:pic>
      <p:sp>
        <p:nvSpPr>
          <p:cNvPr id="6" name="TextBox 5">
            <a:extLst>
              <a:ext uri="{FF2B5EF4-FFF2-40B4-BE49-F238E27FC236}">
                <a16:creationId xmlns:a16="http://schemas.microsoft.com/office/drawing/2014/main" id="{72DC512A-1222-19CE-39EA-D0C2D8C687A6}"/>
              </a:ext>
            </a:extLst>
          </p:cNvPr>
          <p:cNvSpPr txBox="1"/>
          <p:nvPr/>
        </p:nvSpPr>
        <p:spPr>
          <a:xfrm>
            <a:off x="118259" y="6559465"/>
            <a:ext cx="223621" cy="292290"/>
          </a:xfrm>
          <a:prstGeom prst="rect">
            <a:avLst/>
          </a:prstGeom>
          <a:noFill/>
        </p:spPr>
        <p:txBody>
          <a:bodyPr wrap="square" lIns="121867" tIns="60933" rIns="121867" bIns="60933" rtlCol="0">
            <a:spAutoFit/>
          </a:bodyPr>
          <a:lstStyle/>
          <a:p>
            <a:pPr defTabSz="914126">
              <a:buClrTx/>
            </a:pPr>
            <a:r>
              <a:rPr lang="en-US" sz="1100" kern="1200" dirty="0">
                <a:solidFill>
                  <a:srgbClr val="0E2841">
                    <a:lumMod val="40000"/>
                    <a:lumOff val="60000"/>
                  </a:srgbClr>
                </a:solidFill>
                <a:latin typeface="Aptos" panose="02110004020202020204"/>
                <a:ea typeface="+mn-ea"/>
                <a:cs typeface="+mn-cs"/>
              </a:rPr>
              <a:t>7</a:t>
            </a:r>
            <a:endParaRPr lang="en-IN" sz="1100" kern="1200" dirty="0">
              <a:solidFill>
                <a:srgbClr val="0E2841">
                  <a:lumMod val="40000"/>
                  <a:lumOff val="60000"/>
                </a:srgbClr>
              </a:solidFill>
              <a:latin typeface="Aptos" panose="02110004020202020204"/>
              <a:ea typeface="+mn-ea"/>
              <a:cs typeface="+mn-cs"/>
            </a:endParaRPr>
          </a:p>
        </p:txBody>
      </p:sp>
      <p:sp>
        <p:nvSpPr>
          <p:cNvPr id="7" name="TextBox 6">
            <a:extLst>
              <a:ext uri="{FF2B5EF4-FFF2-40B4-BE49-F238E27FC236}">
                <a16:creationId xmlns:a16="http://schemas.microsoft.com/office/drawing/2014/main" id="{54845FDA-EFB2-65B1-04BD-46A223D7B6A8}"/>
              </a:ext>
            </a:extLst>
          </p:cNvPr>
          <p:cNvSpPr txBox="1"/>
          <p:nvPr/>
        </p:nvSpPr>
        <p:spPr>
          <a:xfrm>
            <a:off x="11927635" y="6610951"/>
            <a:ext cx="261190" cy="246157"/>
          </a:xfrm>
          <a:prstGeom prst="rect">
            <a:avLst/>
          </a:prstGeom>
          <a:noFill/>
        </p:spPr>
        <p:txBody>
          <a:bodyPr wrap="square" rtlCol="0">
            <a:spAutoFit/>
          </a:bodyPr>
          <a:lstStyle/>
          <a:p>
            <a:pPr defTabSz="914126">
              <a:buClrTx/>
            </a:pPr>
            <a:r>
              <a:rPr lang="en-IN" sz="1000" kern="1200" dirty="0">
                <a:solidFill>
                  <a:prstClr val="black"/>
                </a:solidFill>
                <a:latin typeface="Aptos" panose="02110004020202020204"/>
                <a:ea typeface="+mn-ea"/>
                <a:cs typeface="+mn-cs"/>
              </a:rPr>
              <a:t>7</a:t>
            </a:r>
          </a:p>
        </p:txBody>
      </p:sp>
    </p:spTree>
    <p:extLst>
      <p:ext uri="{BB962C8B-B14F-4D97-AF65-F5344CB8AC3E}">
        <p14:creationId xmlns:p14="http://schemas.microsoft.com/office/powerpoint/2010/main" val="2984537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anim calcmode="lin" valueType="num">
                                      <p:cBhvr>
                                        <p:cTn id="2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1000"/>
                                        <p:tgtEl>
                                          <p:spTgt spid="3">
                                            <p:txEl>
                                              <p:pRg st="4" end="4"/>
                                            </p:txEl>
                                          </p:spTgt>
                                        </p:tgtEl>
                                      </p:cBhvr>
                                    </p:animEffect>
                                    <p:anim calcmode="lin" valueType="num">
                                      <p:cBhvr>
                                        <p:cTn id="2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C00F81-44B1-80D5-E0EB-3FD96C8DFC36}"/>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E9DE3B7D-434D-16AF-87CF-BE021BAD9DB3}"/>
              </a:ext>
            </a:extLst>
          </p:cNvPr>
          <p:cNvSpPr txBox="1">
            <a:spLocks/>
          </p:cNvSpPr>
          <p:nvPr/>
        </p:nvSpPr>
        <p:spPr>
          <a:xfrm>
            <a:off x="142631" y="141374"/>
            <a:ext cx="11134985" cy="513697"/>
          </a:xfrm>
          <a:prstGeom prst="rect">
            <a:avLst/>
          </a:prstGeom>
        </p:spPr>
        <p:txBody>
          <a:bodyPr lIns="121867" tIns="60933" rIns="121867" bIns="60933">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914126">
              <a:buClrTx/>
            </a:pPr>
            <a:r>
              <a:rPr lang="en-US" sz="3199" dirty="0">
                <a:solidFill>
                  <a:prstClr val="black"/>
                </a:solidFill>
                <a:latin typeface="Cooper Black" panose="0208090404030B020404" pitchFamily="18" charset="0"/>
                <a:cs typeface="Times New Roman" panose="02020603050405020304" pitchFamily="18" charset="0"/>
              </a:rPr>
              <a:t>TypeScript Type Aliases and Interfaces</a:t>
            </a:r>
          </a:p>
        </p:txBody>
      </p:sp>
      <p:sp>
        <p:nvSpPr>
          <p:cNvPr id="3" name="TextBox 2">
            <a:extLst>
              <a:ext uri="{FF2B5EF4-FFF2-40B4-BE49-F238E27FC236}">
                <a16:creationId xmlns:a16="http://schemas.microsoft.com/office/drawing/2014/main" id="{47972995-9FAA-FB0C-EA39-324BC62639D0}"/>
              </a:ext>
            </a:extLst>
          </p:cNvPr>
          <p:cNvSpPr txBox="1"/>
          <p:nvPr/>
        </p:nvSpPr>
        <p:spPr>
          <a:xfrm>
            <a:off x="142630" y="655071"/>
            <a:ext cx="11483853" cy="4276116"/>
          </a:xfrm>
          <a:prstGeom prst="rect">
            <a:avLst/>
          </a:prstGeom>
          <a:noFill/>
        </p:spPr>
        <p:txBody>
          <a:bodyPr wrap="square" lIns="121867" tIns="60933" rIns="121867" bIns="60933" rtlCol="0">
            <a:spAutoFit/>
          </a:bodyPr>
          <a:lstStyle/>
          <a:p>
            <a:pPr defTabSz="914126">
              <a:buClrTx/>
            </a:pPr>
            <a:r>
              <a:rPr lang="en-US" sz="1799" b="1" kern="1200" dirty="0">
                <a:solidFill>
                  <a:prstClr val="black"/>
                </a:solidFill>
                <a:latin typeface="Aptos" panose="02110004020202020204"/>
                <a:ea typeface="+mn-ea"/>
                <a:cs typeface="+mn-cs"/>
              </a:rPr>
              <a:t>Extending:</a:t>
            </a:r>
            <a:r>
              <a:rPr lang="en-US" sz="1799" kern="1200" dirty="0">
                <a:solidFill>
                  <a:prstClr val="black"/>
                </a:solidFill>
                <a:latin typeface="Aptos" panose="02110004020202020204"/>
                <a:ea typeface="+mn-ea"/>
                <a:cs typeface="+mn-cs"/>
              </a:rPr>
              <a:t> Both can be extended, but interfaces support declaration merging.</a:t>
            </a:r>
          </a:p>
          <a:p>
            <a:pPr defTabSz="914126">
              <a:buClrTx/>
            </a:pPr>
            <a:r>
              <a:rPr lang="en-US" sz="1799" b="1" kern="1200" dirty="0">
                <a:solidFill>
                  <a:prstClr val="black"/>
                </a:solidFill>
                <a:latin typeface="Aptos" panose="02110004020202020204"/>
                <a:ea typeface="+mn-ea"/>
                <a:cs typeface="+mn-cs"/>
              </a:rPr>
              <a:t>Unions/Intersections:</a:t>
            </a:r>
            <a:r>
              <a:rPr lang="en-US" sz="1799" kern="1200" dirty="0">
                <a:solidFill>
                  <a:prstClr val="black"/>
                </a:solidFill>
                <a:latin typeface="Aptos" panose="02110004020202020204"/>
                <a:ea typeface="+mn-ea"/>
                <a:cs typeface="+mn-cs"/>
              </a:rPr>
              <a:t> Only type aliases support union and intersection types.</a:t>
            </a:r>
          </a:p>
          <a:p>
            <a:pPr defTabSz="914126">
              <a:buClrTx/>
            </a:pPr>
            <a:r>
              <a:rPr lang="en-US" sz="1799" b="1" kern="1200" dirty="0">
                <a:solidFill>
                  <a:prstClr val="black"/>
                </a:solidFill>
                <a:latin typeface="Aptos" panose="02110004020202020204"/>
                <a:ea typeface="+mn-ea"/>
                <a:cs typeface="+mn-cs"/>
              </a:rPr>
              <a:t>Implements:</a:t>
            </a:r>
            <a:r>
              <a:rPr lang="en-US" sz="1799" kern="1200" dirty="0">
                <a:solidFill>
                  <a:prstClr val="black"/>
                </a:solidFill>
                <a:latin typeface="Aptos" panose="02110004020202020204"/>
                <a:ea typeface="+mn-ea"/>
                <a:cs typeface="+mn-cs"/>
              </a:rPr>
              <a:t> Classes can implement either.</a:t>
            </a:r>
          </a:p>
          <a:p>
            <a:pPr defTabSz="914126">
              <a:buClrTx/>
            </a:pPr>
            <a:r>
              <a:rPr lang="en-US" sz="1799" b="1" kern="1200" dirty="0">
                <a:solidFill>
                  <a:prstClr val="black"/>
                </a:solidFill>
                <a:latin typeface="Aptos" panose="02110004020202020204"/>
                <a:ea typeface="+mn-ea"/>
                <a:cs typeface="+mn-cs"/>
              </a:rPr>
              <a:t>Recommendation:</a:t>
            </a:r>
            <a:r>
              <a:rPr lang="en-US" sz="1799" kern="1200" dirty="0">
                <a:solidFill>
                  <a:prstClr val="black"/>
                </a:solidFill>
                <a:latin typeface="Aptos" panose="02110004020202020204"/>
                <a:ea typeface="+mn-ea"/>
                <a:cs typeface="+mn-cs"/>
              </a:rPr>
              <a:t> Use interface for objects, type for everything else.</a:t>
            </a:r>
          </a:p>
          <a:p>
            <a:pPr defTabSz="914126">
              <a:buClrTx/>
            </a:pPr>
            <a:endParaRPr lang="en-US" sz="1799" kern="1200" dirty="0">
              <a:solidFill>
                <a:prstClr val="black"/>
              </a:solidFill>
              <a:latin typeface="Aptos" panose="02110004020202020204"/>
              <a:ea typeface="+mn-ea"/>
              <a:cs typeface="+mn-cs"/>
            </a:endParaRPr>
          </a:p>
          <a:p>
            <a:pPr defTabSz="914126">
              <a:buClrTx/>
            </a:pPr>
            <a:r>
              <a:rPr lang="en-US" sz="1799" b="1" kern="1200" dirty="0">
                <a:solidFill>
                  <a:prstClr val="black"/>
                </a:solidFill>
                <a:latin typeface="Aptos" panose="02110004020202020204"/>
                <a:ea typeface="+mn-ea"/>
                <a:cs typeface="+mn-cs"/>
              </a:rPr>
              <a:t>Best Practices:</a:t>
            </a:r>
            <a:endParaRPr lang="en-US" sz="1799" kern="1200" dirty="0">
              <a:solidFill>
                <a:prstClr val="black"/>
              </a:solidFill>
              <a:latin typeface="Aptos" panose="02110004020202020204"/>
              <a:ea typeface="+mn-ea"/>
              <a:cs typeface="+mn-cs"/>
            </a:endParaRPr>
          </a:p>
          <a:p>
            <a:pPr defTabSz="914126">
              <a:buClrTx/>
            </a:pPr>
            <a:r>
              <a:rPr lang="en-US" sz="1799" kern="1200" dirty="0">
                <a:solidFill>
                  <a:prstClr val="black"/>
                </a:solidFill>
                <a:latin typeface="Aptos" panose="02110004020202020204"/>
                <a:ea typeface="+mn-ea"/>
                <a:cs typeface="+mn-cs"/>
              </a:rPr>
              <a:t>Use interface for defining object shapes and public APIs.</a:t>
            </a:r>
          </a:p>
          <a:p>
            <a:pPr defTabSz="914126">
              <a:buClrTx/>
            </a:pPr>
            <a:r>
              <a:rPr lang="en-US" sz="1799" kern="1200" dirty="0">
                <a:solidFill>
                  <a:prstClr val="black"/>
                </a:solidFill>
                <a:latin typeface="Aptos" panose="02110004020202020204"/>
                <a:ea typeface="+mn-ea"/>
                <a:cs typeface="+mn-cs"/>
              </a:rPr>
              <a:t>Use type for unions, intersections, and primitives.</a:t>
            </a:r>
          </a:p>
          <a:p>
            <a:pPr defTabSz="914126">
              <a:buClrTx/>
            </a:pPr>
            <a:r>
              <a:rPr lang="en-US" sz="1799" kern="1200" dirty="0">
                <a:solidFill>
                  <a:prstClr val="black"/>
                </a:solidFill>
                <a:latin typeface="Aptos" panose="02110004020202020204"/>
                <a:ea typeface="+mn-ea"/>
                <a:cs typeface="+mn-cs"/>
              </a:rPr>
              <a:t>Favor composition over inheritance for types.</a:t>
            </a:r>
          </a:p>
          <a:p>
            <a:pPr defTabSz="914126">
              <a:buClrTx/>
            </a:pPr>
            <a:r>
              <a:rPr lang="en-US" sz="1799" kern="1200" dirty="0">
                <a:solidFill>
                  <a:prstClr val="black"/>
                </a:solidFill>
                <a:latin typeface="Aptos" panose="02110004020202020204"/>
                <a:ea typeface="+mn-ea"/>
                <a:cs typeface="+mn-cs"/>
              </a:rPr>
              <a:t>Document your types and interfaces for clarity.</a:t>
            </a:r>
          </a:p>
          <a:p>
            <a:pPr defTabSz="914126">
              <a:buClrTx/>
            </a:pPr>
            <a:endParaRPr lang="en-US" sz="1799" b="1" kern="1200" dirty="0">
              <a:solidFill>
                <a:prstClr val="black"/>
              </a:solidFill>
              <a:latin typeface="Aptos" panose="02110004020202020204"/>
              <a:ea typeface="+mn-ea"/>
              <a:cs typeface="+mn-cs"/>
            </a:endParaRPr>
          </a:p>
          <a:p>
            <a:pPr defTabSz="914126">
              <a:buClrTx/>
            </a:pPr>
            <a:r>
              <a:rPr lang="en-US" sz="1799" b="1" kern="1200" dirty="0">
                <a:solidFill>
                  <a:prstClr val="black"/>
                </a:solidFill>
                <a:latin typeface="Aptos" panose="02110004020202020204"/>
                <a:ea typeface="+mn-ea"/>
                <a:cs typeface="+mn-cs"/>
              </a:rPr>
              <a:t>Common Pitfalls:</a:t>
            </a:r>
            <a:endParaRPr lang="en-US" sz="1799" kern="1200" dirty="0">
              <a:solidFill>
                <a:prstClr val="black"/>
              </a:solidFill>
              <a:latin typeface="Aptos" panose="02110004020202020204"/>
              <a:ea typeface="+mn-ea"/>
              <a:cs typeface="+mn-cs"/>
            </a:endParaRPr>
          </a:p>
          <a:p>
            <a:pPr defTabSz="914126">
              <a:buClrTx/>
            </a:pPr>
            <a:r>
              <a:rPr lang="en-US" sz="1799" kern="1200" dirty="0">
                <a:solidFill>
                  <a:prstClr val="black"/>
                </a:solidFill>
                <a:latin typeface="Aptos" panose="02110004020202020204"/>
                <a:ea typeface="+mn-ea"/>
                <a:cs typeface="+mn-cs"/>
              </a:rPr>
              <a:t>Using type when you need declaration merging (use interface).</a:t>
            </a:r>
          </a:p>
          <a:p>
            <a:pPr defTabSz="914126">
              <a:buClrTx/>
            </a:pPr>
            <a:r>
              <a:rPr lang="en-US" sz="1799" kern="1200" dirty="0">
                <a:solidFill>
                  <a:prstClr val="black"/>
                </a:solidFill>
                <a:latin typeface="Aptos" panose="02110004020202020204"/>
                <a:ea typeface="+mn-ea"/>
                <a:cs typeface="+mn-cs"/>
              </a:rPr>
              <a:t>Overcomplicating types-keep them simple and focused.</a:t>
            </a:r>
          </a:p>
          <a:p>
            <a:pPr defTabSz="914126">
              <a:buClrTx/>
            </a:pPr>
            <a:r>
              <a:rPr lang="en-US" sz="1799" kern="1200" dirty="0">
                <a:solidFill>
                  <a:prstClr val="black"/>
                </a:solidFill>
                <a:latin typeface="Aptos" panose="02110004020202020204"/>
                <a:ea typeface="+mn-ea"/>
                <a:cs typeface="+mn-cs"/>
              </a:rPr>
              <a:t>Forgetting to update types/interfaces as code evolves.</a:t>
            </a:r>
          </a:p>
        </p:txBody>
      </p:sp>
      <p:sp>
        <p:nvSpPr>
          <p:cNvPr id="4" name="TextBox 3">
            <a:extLst>
              <a:ext uri="{FF2B5EF4-FFF2-40B4-BE49-F238E27FC236}">
                <a16:creationId xmlns:a16="http://schemas.microsoft.com/office/drawing/2014/main" id="{19501F94-EF83-CAA0-D953-6A5D8C8A12AA}"/>
              </a:ext>
            </a:extLst>
          </p:cNvPr>
          <p:cNvSpPr txBox="1"/>
          <p:nvPr/>
        </p:nvSpPr>
        <p:spPr>
          <a:xfrm>
            <a:off x="9663686" y="6549412"/>
            <a:ext cx="2523554" cy="307674"/>
          </a:xfrm>
          <a:prstGeom prst="rect">
            <a:avLst/>
          </a:prstGeom>
          <a:noFill/>
        </p:spPr>
        <p:txBody>
          <a:bodyPr wrap="square" lIns="121867" tIns="60933" rIns="121867" bIns="60933">
            <a:spAutoFit/>
          </a:bodyPr>
          <a:lstStyle/>
          <a:p>
            <a:pPr defTabSz="914126">
              <a:buClrTx/>
            </a:pPr>
            <a:r>
              <a:rPr lang="en-US" sz="1200" kern="1200" dirty="0">
                <a:solidFill>
                  <a:srgbClr val="0E2841">
                    <a:lumMod val="25000"/>
                    <a:lumOff val="75000"/>
                  </a:srgbClr>
                </a:solidFill>
                <a:latin typeface="Cooper Black" panose="0208090404030B020404" pitchFamily="18" charset="0"/>
                <a:ea typeface="+mn-ea"/>
                <a:cs typeface="+mn-cs"/>
              </a:rPr>
              <a:t>www.anubhavtrainings.com</a:t>
            </a:r>
            <a:endParaRPr lang="en-IN" sz="1200" kern="1200" dirty="0">
              <a:solidFill>
                <a:srgbClr val="0E2841">
                  <a:lumMod val="25000"/>
                  <a:lumOff val="75000"/>
                </a:srgbClr>
              </a:solidFill>
              <a:latin typeface="Cooper Black" panose="0208090404030B020404" pitchFamily="18" charset="0"/>
              <a:ea typeface="+mn-ea"/>
              <a:cs typeface="+mn-cs"/>
            </a:endParaRPr>
          </a:p>
        </p:txBody>
      </p:sp>
      <p:pic>
        <p:nvPicPr>
          <p:cNvPr id="5" name="Picture 4">
            <a:extLst>
              <a:ext uri="{FF2B5EF4-FFF2-40B4-BE49-F238E27FC236}">
                <a16:creationId xmlns:a16="http://schemas.microsoft.com/office/drawing/2014/main" id="{8AD7142A-E97A-1A71-4A82-CD69E0238C41}"/>
              </a:ext>
            </a:extLst>
          </p:cNvPr>
          <p:cNvPicPr>
            <a:picLocks noChangeAspect="1"/>
          </p:cNvPicPr>
          <p:nvPr/>
        </p:nvPicPr>
        <p:blipFill>
          <a:blip r:embed="rId2" cstate="print"/>
          <a:stretch>
            <a:fillRect/>
          </a:stretch>
        </p:blipFill>
        <p:spPr>
          <a:xfrm>
            <a:off x="11690070" y="71243"/>
            <a:ext cx="456296" cy="450803"/>
          </a:xfrm>
          <a:prstGeom prst="rect">
            <a:avLst/>
          </a:prstGeom>
        </p:spPr>
      </p:pic>
      <p:sp>
        <p:nvSpPr>
          <p:cNvPr id="6" name="TextBox 5">
            <a:extLst>
              <a:ext uri="{FF2B5EF4-FFF2-40B4-BE49-F238E27FC236}">
                <a16:creationId xmlns:a16="http://schemas.microsoft.com/office/drawing/2014/main" id="{5C3249FD-A198-9F37-BF6A-BF6B0054802A}"/>
              </a:ext>
            </a:extLst>
          </p:cNvPr>
          <p:cNvSpPr txBox="1"/>
          <p:nvPr/>
        </p:nvSpPr>
        <p:spPr>
          <a:xfrm>
            <a:off x="118259" y="6559465"/>
            <a:ext cx="223621" cy="292290"/>
          </a:xfrm>
          <a:prstGeom prst="rect">
            <a:avLst/>
          </a:prstGeom>
          <a:noFill/>
        </p:spPr>
        <p:txBody>
          <a:bodyPr wrap="square" lIns="121867" tIns="60933" rIns="121867" bIns="60933" rtlCol="0">
            <a:spAutoFit/>
          </a:bodyPr>
          <a:lstStyle/>
          <a:p>
            <a:pPr defTabSz="914126">
              <a:buClrTx/>
            </a:pPr>
            <a:r>
              <a:rPr lang="en-US" sz="1100" kern="1200" dirty="0">
                <a:solidFill>
                  <a:srgbClr val="0E2841">
                    <a:lumMod val="40000"/>
                    <a:lumOff val="60000"/>
                  </a:srgbClr>
                </a:solidFill>
                <a:latin typeface="Aptos" panose="02110004020202020204"/>
                <a:ea typeface="+mn-ea"/>
                <a:cs typeface="+mn-cs"/>
              </a:rPr>
              <a:t>7</a:t>
            </a:r>
            <a:endParaRPr lang="en-IN" sz="1100" kern="1200" dirty="0">
              <a:solidFill>
                <a:srgbClr val="0E2841">
                  <a:lumMod val="40000"/>
                  <a:lumOff val="60000"/>
                </a:srgbClr>
              </a:solidFill>
              <a:latin typeface="Aptos" panose="02110004020202020204"/>
              <a:ea typeface="+mn-ea"/>
              <a:cs typeface="+mn-cs"/>
            </a:endParaRPr>
          </a:p>
        </p:txBody>
      </p:sp>
      <p:sp>
        <p:nvSpPr>
          <p:cNvPr id="7" name="TextBox 6">
            <a:extLst>
              <a:ext uri="{FF2B5EF4-FFF2-40B4-BE49-F238E27FC236}">
                <a16:creationId xmlns:a16="http://schemas.microsoft.com/office/drawing/2014/main" id="{E2A8E718-DA37-F45D-F908-7DEB7754008B}"/>
              </a:ext>
            </a:extLst>
          </p:cNvPr>
          <p:cNvSpPr txBox="1"/>
          <p:nvPr/>
        </p:nvSpPr>
        <p:spPr>
          <a:xfrm>
            <a:off x="11927635" y="6610951"/>
            <a:ext cx="261190" cy="246157"/>
          </a:xfrm>
          <a:prstGeom prst="rect">
            <a:avLst/>
          </a:prstGeom>
          <a:noFill/>
        </p:spPr>
        <p:txBody>
          <a:bodyPr wrap="square" rtlCol="0">
            <a:spAutoFit/>
          </a:bodyPr>
          <a:lstStyle/>
          <a:p>
            <a:pPr defTabSz="914126">
              <a:buClrTx/>
            </a:pPr>
            <a:r>
              <a:rPr lang="en-IN" sz="1000" kern="1200" dirty="0">
                <a:solidFill>
                  <a:prstClr val="black"/>
                </a:solidFill>
                <a:latin typeface="Aptos" panose="02110004020202020204"/>
                <a:ea typeface="+mn-ea"/>
                <a:cs typeface="+mn-cs"/>
              </a:rPr>
              <a:t>7</a:t>
            </a:r>
          </a:p>
        </p:txBody>
      </p:sp>
    </p:spTree>
    <p:extLst>
      <p:ext uri="{BB962C8B-B14F-4D97-AF65-F5344CB8AC3E}">
        <p14:creationId xmlns:p14="http://schemas.microsoft.com/office/powerpoint/2010/main" val="2011964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anim calcmode="lin" valueType="num">
                                      <p:cBhvr>
                                        <p:cTn id="2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Effect transition="in" filter="fade">
                                      <p:cBhvr>
                                        <p:cTn id="29" dur="1000"/>
                                        <p:tgtEl>
                                          <p:spTgt spid="3">
                                            <p:txEl>
                                              <p:pRg st="5" end="5"/>
                                            </p:txEl>
                                          </p:spTgt>
                                        </p:tgtEl>
                                      </p:cBhvr>
                                    </p:animEffect>
                                    <p:anim calcmode="lin" valueType="num">
                                      <p:cBhvr>
                                        <p:cTn id="30"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5" end="5"/>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3">
                                            <p:txEl>
                                              <p:pRg st="6" end="6"/>
                                            </p:txEl>
                                          </p:spTgt>
                                        </p:tgtEl>
                                        <p:attrNameLst>
                                          <p:attrName>style.visibility</p:attrName>
                                        </p:attrNameLst>
                                      </p:cBhvr>
                                      <p:to>
                                        <p:strVal val="visible"/>
                                      </p:to>
                                    </p:set>
                                    <p:animEffect transition="in" filter="fade">
                                      <p:cBhvr>
                                        <p:cTn id="34" dur="1000"/>
                                        <p:tgtEl>
                                          <p:spTgt spid="3">
                                            <p:txEl>
                                              <p:pRg st="6" end="6"/>
                                            </p:txEl>
                                          </p:spTgt>
                                        </p:tgtEl>
                                      </p:cBhvr>
                                    </p:animEffect>
                                    <p:anim calcmode="lin" valueType="num">
                                      <p:cBhvr>
                                        <p:cTn id="35"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6" end="6"/>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animEffect transition="in" filter="fade">
                                      <p:cBhvr>
                                        <p:cTn id="39" dur="1000"/>
                                        <p:tgtEl>
                                          <p:spTgt spid="3">
                                            <p:txEl>
                                              <p:pRg st="7" end="7"/>
                                            </p:txEl>
                                          </p:spTgt>
                                        </p:tgtEl>
                                      </p:cBhvr>
                                    </p:animEffect>
                                    <p:anim calcmode="lin" valueType="num">
                                      <p:cBhvr>
                                        <p:cTn id="40"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1" dur="1000" fill="hold"/>
                                        <p:tgtEl>
                                          <p:spTgt spid="3">
                                            <p:txEl>
                                              <p:pRg st="7" end="7"/>
                                            </p:txEl>
                                          </p:spTgt>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3">
                                            <p:txEl>
                                              <p:pRg st="8" end="8"/>
                                            </p:txEl>
                                          </p:spTgt>
                                        </p:tgtEl>
                                        <p:attrNameLst>
                                          <p:attrName>style.visibility</p:attrName>
                                        </p:attrNameLst>
                                      </p:cBhvr>
                                      <p:to>
                                        <p:strVal val="visible"/>
                                      </p:to>
                                    </p:set>
                                    <p:animEffect transition="in" filter="fade">
                                      <p:cBhvr>
                                        <p:cTn id="44" dur="1000"/>
                                        <p:tgtEl>
                                          <p:spTgt spid="3">
                                            <p:txEl>
                                              <p:pRg st="8" end="8"/>
                                            </p:txEl>
                                          </p:spTgt>
                                        </p:tgtEl>
                                      </p:cBhvr>
                                    </p:animEffect>
                                    <p:anim calcmode="lin" valueType="num">
                                      <p:cBhvr>
                                        <p:cTn id="45"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46" dur="1000" fill="hold"/>
                                        <p:tgtEl>
                                          <p:spTgt spid="3">
                                            <p:txEl>
                                              <p:pRg st="8" end="8"/>
                                            </p:txEl>
                                          </p:spTgt>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3">
                                            <p:txEl>
                                              <p:pRg st="9" end="9"/>
                                            </p:txEl>
                                          </p:spTgt>
                                        </p:tgtEl>
                                        <p:attrNameLst>
                                          <p:attrName>style.visibility</p:attrName>
                                        </p:attrNameLst>
                                      </p:cBhvr>
                                      <p:to>
                                        <p:strVal val="visible"/>
                                      </p:to>
                                    </p:set>
                                    <p:animEffect transition="in" filter="fade">
                                      <p:cBhvr>
                                        <p:cTn id="49" dur="1000"/>
                                        <p:tgtEl>
                                          <p:spTgt spid="3">
                                            <p:txEl>
                                              <p:pRg st="9" end="9"/>
                                            </p:txEl>
                                          </p:spTgt>
                                        </p:tgtEl>
                                      </p:cBhvr>
                                    </p:animEffect>
                                    <p:anim calcmode="lin" valueType="num">
                                      <p:cBhvr>
                                        <p:cTn id="50"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3">
                                            <p:txEl>
                                              <p:pRg st="11" end="11"/>
                                            </p:txEl>
                                          </p:spTgt>
                                        </p:tgtEl>
                                        <p:attrNameLst>
                                          <p:attrName>style.visibility</p:attrName>
                                        </p:attrNameLst>
                                      </p:cBhvr>
                                      <p:to>
                                        <p:strVal val="visible"/>
                                      </p:to>
                                    </p:set>
                                    <p:animEffect transition="in" filter="fade">
                                      <p:cBhvr>
                                        <p:cTn id="56" dur="1000"/>
                                        <p:tgtEl>
                                          <p:spTgt spid="3">
                                            <p:txEl>
                                              <p:pRg st="11" end="11"/>
                                            </p:txEl>
                                          </p:spTgt>
                                        </p:tgtEl>
                                      </p:cBhvr>
                                    </p:animEffect>
                                    <p:anim calcmode="lin" valueType="num">
                                      <p:cBhvr>
                                        <p:cTn id="57"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11" end="11"/>
                                            </p:txEl>
                                          </p:spTgt>
                                        </p:tgtEl>
                                        <p:attrNameLst>
                                          <p:attrName>ppt_y</p:attrName>
                                        </p:attrNameLst>
                                      </p:cBhvr>
                                      <p:tavLst>
                                        <p:tav tm="0">
                                          <p:val>
                                            <p:strVal val="#ppt_y+.1"/>
                                          </p:val>
                                        </p:tav>
                                        <p:tav tm="100000">
                                          <p:val>
                                            <p:strVal val="#ppt_y"/>
                                          </p:val>
                                        </p:tav>
                                      </p:tavLst>
                                    </p:anim>
                                  </p:childTnLst>
                                </p:cTn>
                              </p:par>
                              <p:par>
                                <p:cTn id="59" presetID="42" presetClass="entr" presetSubtype="0" fill="hold" nodeType="withEffect">
                                  <p:stCondLst>
                                    <p:cond delay="0"/>
                                  </p:stCondLst>
                                  <p:childTnLst>
                                    <p:set>
                                      <p:cBhvr>
                                        <p:cTn id="60" dur="1" fill="hold">
                                          <p:stCondLst>
                                            <p:cond delay="0"/>
                                          </p:stCondLst>
                                        </p:cTn>
                                        <p:tgtEl>
                                          <p:spTgt spid="3">
                                            <p:txEl>
                                              <p:pRg st="12" end="12"/>
                                            </p:txEl>
                                          </p:spTgt>
                                        </p:tgtEl>
                                        <p:attrNameLst>
                                          <p:attrName>style.visibility</p:attrName>
                                        </p:attrNameLst>
                                      </p:cBhvr>
                                      <p:to>
                                        <p:strVal val="visible"/>
                                      </p:to>
                                    </p:set>
                                    <p:animEffect transition="in" filter="fade">
                                      <p:cBhvr>
                                        <p:cTn id="61" dur="1000"/>
                                        <p:tgtEl>
                                          <p:spTgt spid="3">
                                            <p:txEl>
                                              <p:pRg st="12" end="12"/>
                                            </p:txEl>
                                          </p:spTgt>
                                        </p:tgtEl>
                                      </p:cBhvr>
                                    </p:animEffect>
                                    <p:anim calcmode="lin" valueType="num">
                                      <p:cBhvr>
                                        <p:cTn id="62" dur="1000" fill="hold"/>
                                        <p:tgtEl>
                                          <p:spTgt spid="3">
                                            <p:txEl>
                                              <p:pRg st="12" end="12"/>
                                            </p:txEl>
                                          </p:spTgt>
                                        </p:tgtEl>
                                        <p:attrNameLst>
                                          <p:attrName>ppt_x</p:attrName>
                                        </p:attrNameLst>
                                      </p:cBhvr>
                                      <p:tavLst>
                                        <p:tav tm="0">
                                          <p:val>
                                            <p:strVal val="#ppt_x"/>
                                          </p:val>
                                        </p:tav>
                                        <p:tav tm="100000">
                                          <p:val>
                                            <p:strVal val="#ppt_x"/>
                                          </p:val>
                                        </p:tav>
                                      </p:tavLst>
                                    </p:anim>
                                    <p:anim calcmode="lin" valueType="num">
                                      <p:cBhvr>
                                        <p:cTn id="63" dur="1000" fill="hold"/>
                                        <p:tgtEl>
                                          <p:spTgt spid="3">
                                            <p:txEl>
                                              <p:pRg st="12" end="12"/>
                                            </p:txEl>
                                          </p:spTgt>
                                        </p:tgtEl>
                                        <p:attrNameLst>
                                          <p:attrName>ppt_y</p:attrName>
                                        </p:attrNameLst>
                                      </p:cBhvr>
                                      <p:tavLst>
                                        <p:tav tm="0">
                                          <p:val>
                                            <p:strVal val="#ppt_y+.1"/>
                                          </p:val>
                                        </p:tav>
                                        <p:tav tm="100000">
                                          <p:val>
                                            <p:strVal val="#ppt_y"/>
                                          </p:val>
                                        </p:tav>
                                      </p:tavLst>
                                    </p:anim>
                                  </p:childTnLst>
                                </p:cTn>
                              </p:par>
                              <p:par>
                                <p:cTn id="64" presetID="42" presetClass="entr" presetSubtype="0" fill="hold" nodeType="withEffect">
                                  <p:stCondLst>
                                    <p:cond delay="0"/>
                                  </p:stCondLst>
                                  <p:childTnLst>
                                    <p:set>
                                      <p:cBhvr>
                                        <p:cTn id="65" dur="1" fill="hold">
                                          <p:stCondLst>
                                            <p:cond delay="0"/>
                                          </p:stCondLst>
                                        </p:cTn>
                                        <p:tgtEl>
                                          <p:spTgt spid="3">
                                            <p:txEl>
                                              <p:pRg st="13" end="13"/>
                                            </p:txEl>
                                          </p:spTgt>
                                        </p:tgtEl>
                                        <p:attrNameLst>
                                          <p:attrName>style.visibility</p:attrName>
                                        </p:attrNameLst>
                                      </p:cBhvr>
                                      <p:to>
                                        <p:strVal val="visible"/>
                                      </p:to>
                                    </p:set>
                                    <p:animEffect transition="in" filter="fade">
                                      <p:cBhvr>
                                        <p:cTn id="66" dur="1000"/>
                                        <p:tgtEl>
                                          <p:spTgt spid="3">
                                            <p:txEl>
                                              <p:pRg st="13" end="13"/>
                                            </p:txEl>
                                          </p:spTgt>
                                        </p:tgtEl>
                                      </p:cBhvr>
                                    </p:animEffect>
                                    <p:anim calcmode="lin" valueType="num">
                                      <p:cBhvr>
                                        <p:cTn id="67" dur="1000" fill="hold"/>
                                        <p:tgtEl>
                                          <p:spTgt spid="3">
                                            <p:txEl>
                                              <p:pRg st="13" end="13"/>
                                            </p:txEl>
                                          </p:spTgt>
                                        </p:tgtEl>
                                        <p:attrNameLst>
                                          <p:attrName>ppt_x</p:attrName>
                                        </p:attrNameLst>
                                      </p:cBhvr>
                                      <p:tavLst>
                                        <p:tav tm="0">
                                          <p:val>
                                            <p:strVal val="#ppt_x"/>
                                          </p:val>
                                        </p:tav>
                                        <p:tav tm="100000">
                                          <p:val>
                                            <p:strVal val="#ppt_x"/>
                                          </p:val>
                                        </p:tav>
                                      </p:tavLst>
                                    </p:anim>
                                    <p:anim calcmode="lin" valueType="num">
                                      <p:cBhvr>
                                        <p:cTn id="68" dur="1000" fill="hold"/>
                                        <p:tgtEl>
                                          <p:spTgt spid="3">
                                            <p:txEl>
                                              <p:pRg st="13" end="13"/>
                                            </p:txEl>
                                          </p:spTgt>
                                        </p:tgtEl>
                                        <p:attrNameLst>
                                          <p:attrName>ppt_y</p:attrName>
                                        </p:attrNameLst>
                                      </p:cBhvr>
                                      <p:tavLst>
                                        <p:tav tm="0">
                                          <p:val>
                                            <p:strVal val="#ppt_y+.1"/>
                                          </p:val>
                                        </p:tav>
                                        <p:tav tm="100000">
                                          <p:val>
                                            <p:strVal val="#ppt_y"/>
                                          </p:val>
                                        </p:tav>
                                      </p:tavLst>
                                    </p:anim>
                                  </p:childTnLst>
                                </p:cTn>
                              </p:par>
                              <p:par>
                                <p:cTn id="69" presetID="42" presetClass="entr" presetSubtype="0" fill="hold" nodeType="withEffect">
                                  <p:stCondLst>
                                    <p:cond delay="0"/>
                                  </p:stCondLst>
                                  <p:childTnLst>
                                    <p:set>
                                      <p:cBhvr>
                                        <p:cTn id="70" dur="1" fill="hold">
                                          <p:stCondLst>
                                            <p:cond delay="0"/>
                                          </p:stCondLst>
                                        </p:cTn>
                                        <p:tgtEl>
                                          <p:spTgt spid="3">
                                            <p:txEl>
                                              <p:pRg st="14" end="14"/>
                                            </p:txEl>
                                          </p:spTgt>
                                        </p:tgtEl>
                                        <p:attrNameLst>
                                          <p:attrName>style.visibility</p:attrName>
                                        </p:attrNameLst>
                                      </p:cBhvr>
                                      <p:to>
                                        <p:strVal val="visible"/>
                                      </p:to>
                                    </p:set>
                                    <p:animEffect transition="in" filter="fade">
                                      <p:cBhvr>
                                        <p:cTn id="71" dur="1000"/>
                                        <p:tgtEl>
                                          <p:spTgt spid="3">
                                            <p:txEl>
                                              <p:pRg st="14" end="14"/>
                                            </p:txEl>
                                          </p:spTgt>
                                        </p:tgtEl>
                                      </p:cBhvr>
                                    </p:animEffect>
                                    <p:anim calcmode="lin" valueType="num">
                                      <p:cBhvr>
                                        <p:cTn id="72" dur="1000" fill="hold"/>
                                        <p:tgtEl>
                                          <p:spTgt spid="3">
                                            <p:txEl>
                                              <p:pRg st="14" end="14"/>
                                            </p:txEl>
                                          </p:spTgt>
                                        </p:tgtEl>
                                        <p:attrNameLst>
                                          <p:attrName>ppt_x</p:attrName>
                                        </p:attrNameLst>
                                      </p:cBhvr>
                                      <p:tavLst>
                                        <p:tav tm="0">
                                          <p:val>
                                            <p:strVal val="#ppt_x"/>
                                          </p:val>
                                        </p:tav>
                                        <p:tav tm="100000">
                                          <p:val>
                                            <p:strVal val="#ppt_x"/>
                                          </p:val>
                                        </p:tav>
                                      </p:tavLst>
                                    </p:anim>
                                    <p:anim calcmode="lin" valueType="num">
                                      <p:cBhvr>
                                        <p:cTn id="73" dur="1000" fill="hold"/>
                                        <p:tgtEl>
                                          <p:spTgt spid="3">
                                            <p:txEl>
                                              <p:pRg st="14" end="1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AE508F-295E-3DC4-A064-3E284A081E8E}"/>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22210074-1A05-FAF6-B3D4-9F4FE1A1DD04}"/>
              </a:ext>
            </a:extLst>
          </p:cNvPr>
          <p:cNvSpPr txBox="1">
            <a:spLocks/>
          </p:cNvSpPr>
          <p:nvPr/>
        </p:nvSpPr>
        <p:spPr>
          <a:xfrm>
            <a:off x="142631" y="141374"/>
            <a:ext cx="11134985" cy="513697"/>
          </a:xfrm>
          <a:prstGeom prst="rect">
            <a:avLst/>
          </a:prstGeom>
        </p:spPr>
        <p:txBody>
          <a:bodyPr lIns="121867" tIns="60933" rIns="121867" bIns="60933">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914126">
              <a:buClrTx/>
            </a:pPr>
            <a:r>
              <a:rPr lang="en-US" sz="3199" dirty="0">
                <a:solidFill>
                  <a:prstClr val="black"/>
                </a:solidFill>
                <a:latin typeface="Cooper Black" panose="0208090404030B020404" pitchFamily="18" charset="0"/>
                <a:cs typeface="Times New Roman" panose="02020603050405020304" pitchFamily="18" charset="0"/>
              </a:rPr>
              <a:t>TypeScript Definitely Typed</a:t>
            </a:r>
          </a:p>
          <a:p>
            <a:pPr defTabSz="914126">
              <a:buClrTx/>
            </a:pPr>
            <a:endParaRPr lang="en-IN" sz="3199" dirty="0">
              <a:solidFill>
                <a:prstClr val="black"/>
              </a:solidFill>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96DEE9A0-C1F1-F751-FA84-80BBD7FB698D}"/>
              </a:ext>
            </a:extLst>
          </p:cNvPr>
          <p:cNvSpPr txBox="1"/>
          <p:nvPr/>
        </p:nvSpPr>
        <p:spPr>
          <a:xfrm>
            <a:off x="142630" y="655071"/>
            <a:ext cx="11483853" cy="5938518"/>
          </a:xfrm>
          <a:prstGeom prst="rect">
            <a:avLst/>
          </a:prstGeom>
          <a:noFill/>
        </p:spPr>
        <p:txBody>
          <a:bodyPr wrap="square" lIns="121867" tIns="60933" rIns="121867" bIns="60933" rtlCol="0">
            <a:spAutoFit/>
          </a:bodyPr>
          <a:lstStyle/>
          <a:p>
            <a:pPr defTabSz="914126">
              <a:buClrTx/>
            </a:pPr>
            <a:r>
              <a:rPr lang="en-US" sz="1799" kern="1200" dirty="0">
                <a:solidFill>
                  <a:prstClr val="black"/>
                </a:solidFill>
                <a:latin typeface="Aptos" panose="02110004020202020204"/>
                <a:ea typeface="+mn-ea"/>
                <a:cs typeface="+mn-cs"/>
              </a:rPr>
              <a:t>NPM packages in the broad JavaScript ecosystem don't always have types available.</a:t>
            </a:r>
          </a:p>
          <a:p>
            <a:pPr defTabSz="914126">
              <a:buClrTx/>
            </a:pPr>
            <a:r>
              <a:rPr lang="en-US" sz="1799" kern="1200" dirty="0">
                <a:solidFill>
                  <a:prstClr val="black"/>
                </a:solidFill>
                <a:latin typeface="Aptos" panose="02110004020202020204"/>
                <a:ea typeface="+mn-ea"/>
                <a:cs typeface="+mn-cs"/>
              </a:rPr>
              <a:t>Sometimes the projects are no longer maintained, and other times they aren't interested in, agree with, or have time to use TypeScript.</a:t>
            </a:r>
          </a:p>
          <a:p>
            <a:pPr defTabSz="914126">
              <a:buClrTx/>
            </a:pPr>
            <a:endParaRPr lang="en-US" sz="1799" kern="1200" dirty="0">
              <a:solidFill>
                <a:prstClr val="black"/>
              </a:solidFill>
              <a:latin typeface="Aptos" panose="02110004020202020204"/>
              <a:ea typeface="+mn-ea"/>
              <a:cs typeface="+mn-cs"/>
            </a:endParaRPr>
          </a:p>
          <a:p>
            <a:pPr defTabSz="914126">
              <a:buClrTx/>
            </a:pPr>
            <a:r>
              <a:rPr lang="en-US" sz="1799" kern="1200" dirty="0">
                <a:solidFill>
                  <a:prstClr val="black"/>
                </a:solidFill>
                <a:latin typeface="Aptos" panose="02110004020202020204"/>
                <a:ea typeface="+mn-ea"/>
                <a:cs typeface="+mn-cs"/>
              </a:rPr>
              <a:t>Using untyped NPM packages with TypeScript is not type-safe because types are missing.</a:t>
            </a:r>
          </a:p>
          <a:p>
            <a:pPr defTabSz="914126">
              <a:buClrTx/>
            </a:pPr>
            <a:r>
              <a:rPr lang="en-US" sz="1799" kern="1200" dirty="0">
                <a:solidFill>
                  <a:prstClr val="black"/>
                </a:solidFill>
                <a:latin typeface="Aptos" panose="02110004020202020204"/>
                <a:ea typeface="+mn-ea"/>
                <a:cs typeface="+mn-cs"/>
              </a:rPr>
              <a:t>To help TypeScript developers use such packages, there is a community-maintained project called </a:t>
            </a:r>
            <a:r>
              <a:rPr lang="en-US" sz="1799" kern="1200" dirty="0">
                <a:solidFill>
                  <a:prstClr val="black"/>
                </a:solidFill>
                <a:latin typeface="Aptos" panose="02110004020202020204"/>
                <a:ea typeface="+mn-ea"/>
                <a:cs typeface="+mn-cs"/>
                <a:hlinkClick r:id="rId2"/>
              </a:rPr>
              <a:t>Definitely Typed</a:t>
            </a:r>
            <a:r>
              <a:rPr lang="en-US" sz="1799" kern="1200" dirty="0">
                <a:solidFill>
                  <a:prstClr val="black"/>
                </a:solidFill>
                <a:latin typeface="Aptos" panose="02110004020202020204"/>
                <a:ea typeface="+mn-ea"/>
                <a:cs typeface="+mn-cs"/>
              </a:rPr>
              <a:t>.</a:t>
            </a:r>
          </a:p>
          <a:p>
            <a:pPr defTabSz="914126">
              <a:buClrTx/>
            </a:pPr>
            <a:r>
              <a:rPr lang="en-US" sz="1799" kern="1200" dirty="0">
                <a:solidFill>
                  <a:prstClr val="black"/>
                </a:solidFill>
                <a:latin typeface="Aptos" panose="02110004020202020204"/>
                <a:ea typeface="+mn-ea"/>
                <a:cs typeface="+mn-cs"/>
                <a:hlinkClick r:id="rId3"/>
              </a:rPr>
              <a:t>https://www.npmjs.com/package/@openui5/types</a:t>
            </a:r>
            <a:endParaRPr lang="en-US" sz="1799" kern="1200" dirty="0">
              <a:solidFill>
                <a:prstClr val="black"/>
              </a:solidFill>
              <a:latin typeface="Aptos" panose="02110004020202020204"/>
              <a:ea typeface="+mn-ea"/>
              <a:cs typeface="+mn-cs"/>
            </a:endParaRPr>
          </a:p>
          <a:p>
            <a:pPr defTabSz="914126">
              <a:buClrTx/>
            </a:pPr>
            <a:endParaRPr lang="en-US" sz="1799" kern="1200" dirty="0">
              <a:solidFill>
                <a:prstClr val="black"/>
              </a:solidFill>
              <a:latin typeface="Aptos" panose="02110004020202020204"/>
              <a:ea typeface="+mn-ea"/>
              <a:cs typeface="+mn-cs"/>
            </a:endParaRPr>
          </a:p>
          <a:p>
            <a:pPr defTabSz="914126">
              <a:buClrTx/>
            </a:pPr>
            <a:r>
              <a:rPr lang="en-US" sz="1799" kern="1200" dirty="0">
                <a:solidFill>
                  <a:prstClr val="black"/>
                </a:solidFill>
                <a:latin typeface="Aptos" panose="02110004020202020204"/>
                <a:ea typeface="+mn-ea"/>
                <a:cs typeface="+mn-cs"/>
              </a:rPr>
              <a:t>This </a:t>
            </a:r>
            <a:r>
              <a:rPr lang="en-US" sz="1799" kern="1200" dirty="0" err="1">
                <a:solidFill>
                  <a:prstClr val="black"/>
                </a:solidFill>
                <a:latin typeface="Aptos" panose="02110004020202020204"/>
                <a:ea typeface="+mn-ea"/>
                <a:cs typeface="+mn-cs"/>
              </a:rPr>
              <a:t>npm</a:t>
            </a:r>
            <a:r>
              <a:rPr lang="en-US" sz="1799" kern="1200" dirty="0">
                <a:solidFill>
                  <a:prstClr val="black"/>
                </a:solidFill>
                <a:latin typeface="Aptos" panose="02110004020202020204"/>
                <a:ea typeface="+mn-ea"/>
                <a:cs typeface="+mn-cs"/>
              </a:rPr>
              <a:t> package contains the TypeScript type definitions based on ES modules for all the OpenUI5 libraries. </a:t>
            </a:r>
          </a:p>
          <a:p>
            <a:pPr defTabSz="914126">
              <a:buClrTx/>
            </a:pPr>
            <a:endParaRPr lang="en-US" sz="1799" kern="1200" dirty="0">
              <a:solidFill>
                <a:prstClr val="black"/>
              </a:solidFill>
              <a:latin typeface="Aptos" panose="02110004020202020204"/>
              <a:ea typeface="+mn-ea"/>
              <a:cs typeface="+mn-cs"/>
            </a:endParaRPr>
          </a:p>
          <a:p>
            <a:pPr defTabSz="914126">
              <a:buClrTx/>
            </a:pPr>
            <a:r>
              <a:rPr lang="en-US" sz="1799" kern="1200" dirty="0">
                <a:solidFill>
                  <a:prstClr val="black"/>
                </a:solidFill>
                <a:latin typeface="Aptos" panose="02110004020202020204"/>
                <a:ea typeface="+mn-ea"/>
                <a:cs typeface="+mn-cs"/>
              </a:rPr>
              <a:t>These definitions can be used to:</a:t>
            </a:r>
          </a:p>
          <a:p>
            <a:pPr marL="285664" indent="-285664" defTabSz="914126">
              <a:buClrTx/>
              <a:buFont typeface="Arial" panose="020B0604020202020204" pitchFamily="34" charset="0"/>
              <a:buChar char="•"/>
            </a:pPr>
            <a:r>
              <a:rPr lang="en-US" sz="1799" kern="1200" dirty="0">
                <a:solidFill>
                  <a:prstClr val="black"/>
                </a:solidFill>
                <a:latin typeface="Aptos" panose="02110004020202020204"/>
                <a:ea typeface="+mn-ea"/>
                <a:cs typeface="+mn-cs"/>
              </a:rPr>
              <a:t>Enable advanced content assist in IDEs, </a:t>
            </a:r>
            <a:r>
              <a:rPr lang="en-US" sz="1799" kern="1200" dirty="0" err="1">
                <a:solidFill>
                  <a:prstClr val="black"/>
                </a:solidFill>
                <a:latin typeface="Aptos" panose="02110004020202020204"/>
                <a:ea typeface="+mn-ea"/>
                <a:cs typeface="+mn-cs"/>
              </a:rPr>
              <a:t>e.g</a:t>
            </a:r>
            <a:r>
              <a:rPr lang="en-US" sz="1799" kern="1200" dirty="0">
                <a:solidFill>
                  <a:prstClr val="black"/>
                </a:solidFill>
                <a:latin typeface="Aptos" panose="02110004020202020204"/>
                <a:ea typeface="+mn-ea"/>
                <a:cs typeface="+mn-cs"/>
              </a:rPr>
              <a:t>: (</a:t>
            </a:r>
            <a:r>
              <a:rPr lang="en-US" sz="1799" kern="1200" dirty="0" err="1">
                <a:solidFill>
                  <a:prstClr val="black"/>
                </a:solidFill>
                <a:latin typeface="Aptos" panose="02110004020202020204"/>
                <a:ea typeface="+mn-ea"/>
                <a:cs typeface="+mn-cs"/>
              </a:rPr>
              <a:t>VSCode</a:t>
            </a:r>
            <a:r>
              <a:rPr lang="en-US" sz="1799" kern="1200" dirty="0">
                <a:solidFill>
                  <a:prstClr val="black"/>
                </a:solidFill>
                <a:latin typeface="Aptos" panose="02110004020202020204"/>
                <a:ea typeface="+mn-ea"/>
                <a:cs typeface="+mn-cs"/>
              </a:rPr>
              <a:t> / IntelliJ / </a:t>
            </a:r>
            <a:r>
              <a:rPr lang="en-US" sz="1799" kern="1200" dirty="0" err="1">
                <a:solidFill>
                  <a:prstClr val="black"/>
                </a:solidFill>
                <a:latin typeface="Aptos" panose="02110004020202020204"/>
                <a:ea typeface="+mn-ea"/>
                <a:cs typeface="+mn-cs"/>
              </a:rPr>
              <a:t>Webstorm</a:t>
            </a:r>
            <a:r>
              <a:rPr lang="en-US" sz="1799" kern="1200" dirty="0">
                <a:solidFill>
                  <a:prstClr val="black"/>
                </a:solidFill>
                <a:latin typeface="Aptos" panose="02110004020202020204"/>
                <a:ea typeface="+mn-ea"/>
                <a:cs typeface="+mn-cs"/>
              </a:rPr>
              <a:t>) for OpenUI5.</a:t>
            </a:r>
          </a:p>
          <a:p>
            <a:pPr marL="285664" indent="-285664" defTabSz="914126">
              <a:buClrTx/>
              <a:buFont typeface="Arial" panose="020B0604020202020204" pitchFamily="34" charset="0"/>
              <a:buChar char="•"/>
            </a:pPr>
            <a:r>
              <a:rPr lang="en-US" sz="1799" kern="1200" dirty="0">
                <a:solidFill>
                  <a:prstClr val="black"/>
                </a:solidFill>
                <a:latin typeface="Aptos" panose="02110004020202020204"/>
                <a:ea typeface="+mn-ea"/>
                <a:cs typeface="+mn-cs"/>
              </a:rPr>
              <a:t>Integrate type checking for OpenUI5 applications using the TypeScript compiler.</a:t>
            </a:r>
          </a:p>
          <a:p>
            <a:pPr marL="285664" indent="-285664" defTabSz="914126">
              <a:buClrTx/>
              <a:buFont typeface="Arial" panose="020B0604020202020204" pitchFamily="34" charset="0"/>
              <a:buChar char="•"/>
            </a:pPr>
            <a:r>
              <a:rPr lang="en-US" sz="1799" kern="1200" dirty="0">
                <a:solidFill>
                  <a:prstClr val="black"/>
                </a:solidFill>
                <a:latin typeface="Aptos" panose="02110004020202020204"/>
                <a:ea typeface="+mn-ea"/>
                <a:cs typeface="+mn-cs"/>
              </a:rPr>
              <a:t>These capabilities are available not only for OpenUI5 apps written in TypeScript, but to some degree also </a:t>
            </a:r>
            <a:r>
              <a:rPr lang="en-US" sz="1799" b="1" kern="1200" dirty="0">
                <a:solidFill>
                  <a:prstClr val="black"/>
                </a:solidFill>
                <a:latin typeface="Aptos" panose="02110004020202020204"/>
                <a:ea typeface="+mn-ea"/>
                <a:cs typeface="+mn-cs"/>
                <a:hlinkClick r:id="rId4"/>
              </a:rPr>
              <a:t>in JavaScript</a:t>
            </a:r>
            <a:r>
              <a:rPr lang="en-US" sz="1799" kern="1200" dirty="0">
                <a:solidFill>
                  <a:prstClr val="black"/>
                </a:solidFill>
                <a:latin typeface="Aptos" panose="02110004020202020204"/>
                <a:ea typeface="+mn-ea"/>
                <a:cs typeface="+mn-cs"/>
              </a:rPr>
              <a:t>.</a:t>
            </a:r>
          </a:p>
          <a:p>
            <a:pPr defTabSz="914126">
              <a:buClrTx/>
            </a:pPr>
            <a:endParaRPr lang="en-US" sz="1799" kern="1200" dirty="0">
              <a:solidFill>
                <a:prstClr val="black"/>
              </a:solidFill>
              <a:latin typeface="Aptos" panose="02110004020202020204"/>
              <a:ea typeface="+mn-ea"/>
              <a:cs typeface="+mn-cs"/>
            </a:endParaRPr>
          </a:p>
          <a:p>
            <a:pPr defTabSz="914126">
              <a:buClrTx/>
            </a:pPr>
            <a:r>
              <a:rPr lang="en-US" sz="1799" b="1" kern="1200" dirty="0">
                <a:solidFill>
                  <a:prstClr val="black"/>
                </a:solidFill>
                <a:latin typeface="Aptos" panose="02110004020202020204"/>
                <a:ea typeface="+mn-ea"/>
                <a:cs typeface="+mn-cs"/>
              </a:rPr>
              <a:t>NOTE:</a:t>
            </a:r>
            <a:r>
              <a:rPr lang="en-US" sz="1799" kern="1200" dirty="0">
                <a:solidFill>
                  <a:prstClr val="black"/>
                </a:solidFill>
                <a:latin typeface="Aptos" panose="02110004020202020204"/>
                <a:ea typeface="+mn-ea"/>
                <a:cs typeface="+mn-cs"/>
              </a:rPr>
              <a:t> "</a:t>
            </a:r>
            <a:r>
              <a:rPr lang="en-US" sz="1799" i="1" kern="1200" dirty="0">
                <a:solidFill>
                  <a:prstClr val="black"/>
                </a:solidFill>
                <a:latin typeface="Aptos" panose="02110004020202020204"/>
                <a:ea typeface="+mn-ea"/>
                <a:cs typeface="+mn-cs"/>
              </a:rPr>
              <a:t>based on ES modules</a:t>
            </a:r>
            <a:r>
              <a:rPr lang="en-US" sz="1799" kern="1200" dirty="0">
                <a:solidFill>
                  <a:prstClr val="black"/>
                </a:solidFill>
                <a:latin typeface="Aptos" panose="02110004020202020204"/>
                <a:ea typeface="+mn-ea"/>
                <a:cs typeface="+mn-cs"/>
              </a:rPr>
              <a:t>" means that the application code needs to load UI5 modules using the ES6 modules syntax and needs to be transformed to standard UI5 require/define syntax before it is executed. This is the recommended approach!</a:t>
            </a:r>
          </a:p>
          <a:p>
            <a:pPr defTabSz="914126">
              <a:buClrTx/>
            </a:pPr>
            <a:endParaRPr lang="en-IN" sz="1799" kern="1200" dirty="0">
              <a:solidFill>
                <a:prstClr val="black"/>
              </a:solidFill>
              <a:latin typeface="Aptos" panose="02110004020202020204"/>
              <a:ea typeface="+mn-ea"/>
              <a:cs typeface="+mn-cs"/>
            </a:endParaRPr>
          </a:p>
        </p:txBody>
      </p:sp>
      <p:sp>
        <p:nvSpPr>
          <p:cNvPr id="4" name="TextBox 3">
            <a:extLst>
              <a:ext uri="{FF2B5EF4-FFF2-40B4-BE49-F238E27FC236}">
                <a16:creationId xmlns:a16="http://schemas.microsoft.com/office/drawing/2014/main" id="{0A5EA6C8-606C-0E76-B733-C2A8153DF18E}"/>
              </a:ext>
            </a:extLst>
          </p:cNvPr>
          <p:cNvSpPr txBox="1"/>
          <p:nvPr/>
        </p:nvSpPr>
        <p:spPr>
          <a:xfrm>
            <a:off x="9663686" y="6549412"/>
            <a:ext cx="2523554" cy="307674"/>
          </a:xfrm>
          <a:prstGeom prst="rect">
            <a:avLst/>
          </a:prstGeom>
          <a:noFill/>
        </p:spPr>
        <p:txBody>
          <a:bodyPr wrap="square" lIns="121867" tIns="60933" rIns="121867" bIns="60933">
            <a:spAutoFit/>
          </a:bodyPr>
          <a:lstStyle/>
          <a:p>
            <a:pPr defTabSz="914126">
              <a:buClrTx/>
            </a:pPr>
            <a:r>
              <a:rPr lang="en-US" sz="1200" kern="1200" dirty="0">
                <a:solidFill>
                  <a:srgbClr val="0E2841">
                    <a:lumMod val="25000"/>
                    <a:lumOff val="75000"/>
                  </a:srgbClr>
                </a:solidFill>
                <a:latin typeface="Cooper Black" panose="0208090404030B020404" pitchFamily="18" charset="0"/>
                <a:ea typeface="+mn-ea"/>
                <a:cs typeface="+mn-cs"/>
              </a:rPr>
              <a:t>www.anubhavtrainings.com</a:t>
            </a:r>
            <a:endParaRPr lang="en-IN" sz="1200" kern="1200" dirty="0">
              <a:solidFill>
                <a:srgbClr val="0E2841">
                  <a:lumMod val="25000"/>
                  <a:lumOff val="75000"/>
                </a:srgbClr>
              </a:solidFill>
              <a:latin typeface="Cooper Black" panose="0208090404030B020404" pitchFamily="18" charset="0"/>
              <a:ea typeface="+mn-ea"/>
              <a:cs typeface="+mn-cs"/>
            </a:endParaRPr>
          </a:p>
        </p:txBody>
      </p:sp>
      <p:pic>
        <p:nvPicPr>
          <p:cNvPr id="5" name="Picture 4">
            <a:extLst>
              <a:ext uri="{FF2B5EF4-FFF2-40B4-BE49-F238E27FC236}">
                <a16:creationId xmlns:a16="http://schemas.microsoft.com/office/drawing/2014/main" id="{04F10913-E4BE-BEA7-1A55-ABE6FAE44B10}"/>
              </a:ext>
            </a:extLst>
          </p:cNvPr>
          <p:cNvPicPr>
            <a:picLocks noChangeAspect="1"/>
          </p:cNvPicPr>
          <p:nvPr/>
        </p:nvPicPr>
        <p:blipFill>
          <a:blip r:embed="rId5" cstate="print"/>
          <a:stretch>
            <a:fillRect/>
          </a:stretch>
        </p:blipFill>
        <p:spPr>
          <a:xfrm>
            <a:off x="11690070" y="71243"/>
            <a:ext cx="456296" cy="450803"/>
          </a:xfrm>
          <a:prstGeom prst="rect">
            <a:avLst/>
          </a:prstGeom>
        </p:spPr>
      </p:pic>
      <p:sp>
        <p:nvSpPr>
          <p:cNvPr id="6" name="TextBox 5">
            <a:extLst>
              <a:ext uri="{FF2B5EF4-FFF2-40B4-BE49-F238E27FC236}">
                <a16:creationId xmlns:a16="http://schemas.microsoft.com/office/drawing/2014/main" id="{DE2B4D7D-2761-BB65-0D88-03269DC36E10}"/>
              </a:ext>
            </a:extLst>
          </p:cNvPr>
          <p:cNvSpPr txBox="1"/>
          <p:nvPr/>
        </p:nvSpPr>
        <p:spPr>
          <a:xfrm>
            <a:off x="118259" y="6559465"/>
            <a:ext cx="223621" cy="292290"/>
          </a:xfrm>
          <a:prstGeom prst="rect">
            <a:avLst/>
          </a:prstGeom>
          <a:noFill/>
        </p:spPr>
        <p:txBody>
          <a:bodyPr wrap="square" lIns="121867" tIns="60933" rIns="121867" bIns="60933" rtlCol="0">
            <a:spAutoFit/>
          </a:bodyPr>
          <a:lstStyle/>
          <a:p>
            <a:pPr defTabSz="914126">
              <a:buClrTx/>
            </a:pPr>
            <a:r>
              <a:rPr lang="en-US" sz="1100" kern="1200" dirty="0">
                <a:solidFill>
                  <a:srgbClr val="0E2841">
                    <a:lumMod val="40000"/>
                    <a:lumOff val="60000"/>
                  </a:srgbClr>
                </a:solidFill>
                <a:latin typeface="Aptos" panose="02110004020202020204"/>
                <a:ea typeface="+mn-ea"/>
                <a:cs typeface="+mn-cs"/>
              </a:rPr>
              <a:t>7</a:t>
            </a:r>
            <a:endParaRPr lang="en-IN" sz="1100" kern="1200" dirty="0">
              <a:solidFill>
                <a:srgbClr val="0E2841">
                  <a:lumMod val="40000"/>
                  <a:lumOff val="60000"/>
                </a:srgbClr>
              </a:solidFill>
              <a:latin typeface="Aptos" panose="02110004020202020204"/>
              <a:ea typeface="+mn-ea"/>
              <a:cs typeface="+mn-cs"/>
            </a:endParaRPr>
          </a:p>
        </p:txBody>
      </p:sp>
      <p:sp>
        <p:nvSpPr>
          <p:cNvPr id="7" name="TextBox 6">
            <a:extLst>
              <a:ext uri="{FF2B5EF4-FFF2-40B4-BE49-F238E27FC236}">
                <a16:creationId xmlns:a16="http://schemas.microsoft.com/office/drawing/2014/main" id="{166D60F4-C508-BDA5-7E86-74926F981BC4}"/>
              </a:ext>
            </a:extLst>
          </p:cNvPr>
          <p:cNvSpPr txBox="1"/>
          <p:nvPr/>
        </p:nvSpPr>
        <p:spPr>
          <a:xfrm>
            <a:off x="11927635" y="6610951"/>
            <a:ext cx="261190" cy="246157"/>
          </a:xfrm>
          <a:prstGeom prst="rect">
            <a:avLst/>
          </a:prstGeom>
          <a:noFill/>
        </p:spPr>
        <p:txBody>
          <a:bodyPr wrap="square" rtlCol="0">
            <a:spAutoFit/>
          </a:bodyPr>
          <a:lstStyle/>
          <a:p>
            <a:pPr defTabSz="914126">
              <a:buClrTx/>
            </a:pPr>
            <a:r>
              <a:rPr lang="en-IN" sz="1000" kern="1200" dirty="0">
                <a:solidFill>
                  <a:prstClr val="black"/>
                </a:solidFill>
                <a:latin typeface="Aptos" panose="02110004020202020204"/>
                <a:ea typeface="+mn-ea"/>
                <a:cs typeface="+mn-cs"/>
              </a:rPr>
              <a:t>7</a:t>
            </a:r>
          </a:p>
        </p:txBody>
      </p:sp>
    </p:spTree>
    <p:extLst>
      <p:ext uri="{BB962C8B-B14F-4D97-AF65-F5344CB8AC3E}">
        <p14:creationId xmlns:p14="http://schemas.microsoft.com/office/powerpoint/2010/main" val="3543287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1000"/>
                                        <p:tgtEl>
                                          <p:spTgt spid="3">
                                            <p:txEl>
                                              <p:pRg st="3" end="3"/>
                                            </p:txEl>
                                          </p:spTgt>
                                        </p:tgtEl>
                                      </p:cBhvr>
                                    </p:animEffect>
                                    <p:anim calcmode="lin" valueType="num">
                                      <p:cBhvr>
                                        <p:cTn id="1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1000"/>
                                        <p:tgtEl>
                                          <p:spTgt spid="3">
                                            <p:txEl>
                                              <p:pRg st="4" end="4"/>
                                            </p:txEl>
                                          </p:spTgt>
                                        </p:tgtEl>
                                      </p:cBhvr>
                                    </p:animEffect>
                                    <p:anim calcmode="lin" valueType="num">
                                      <p:cBhvr>
                                        <p:cTn id="2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4" end="4"/>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1000"/>
                                        <p:tgtEl>
                                          <p:spTgt spid="3">
                                            <p:txEl>
                                              <p:pRg st="5" end="5"/>
                                            </p:txEl>
                                          </p:spTgt>
                                        </p:tgtEl>
                                      </p:cBhvr>
                                    </p:animEffect>
                                    <p:anim calcmode="lin" valueType="num">
                                      <p:cBhvr>
                                        <p:cTn id="28"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animEffect transition="in" filter="fade">
                                      <p:cBhvr>
                                        <p:cTn id="34" dur="1000"/>
                                        <p:tgtEl>
                                          <p:spTgt spid="3">
                                            <p:txEl>
                                              <p:pRg st="7" end="7"/>
                                            </p:txEl>
                                          </p:spTgt>
                                        </p:tgtEl>
                                      </p:cBhvr>
                                    </p:animEffect>
                                    <p:anim calcmode="lin" valueType="num">
                                      <p:cBhvr>
                                        <p:cTn id="35"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7" end="7"/>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animEffect transition="in" filter="fade">
                                      <p:cBhvr>
                                        <p:cTn id="39" dur="1000"/>
                                        <p:tgtEl>
                                          <p:spTgt spid="3">
                                            <p:txEl>
                                              <p:pRg st="9" end="9"/>
                                            </p:txEl>
                                          </p:spTgt>
                                        </p:tgtEl>
                                      </p:cBhvr>
                                    </p:animEffect>
                                    <p:anim calcmode="lin" valueType="num">
                                      <p:cBhvr>
                                        <p:cTn id="40"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41" dur="1000" fill="hold"/>
                                        <p:tgtEl>
                                          <p:spTgt spid="3">
                                            <p:txEl>
                                              <p:pRg st="9" end="9"/>
                                            </p:txEl>
                                          </p:spTgt>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3">
                                            <p:txEl>
                                              <p:pRg st="10" end="10"/>
                                            </p:txEl>
                                          </p:spTgt>
                                        </p:tgtEl>
                                        <p:attrNameLst>
                                          <p:attrName>style.visibility</p:attrName>
                                        </p:attrNameLst>
                                      </p:cBhvr>
                                      <p:to>
                                        <p:strVal val="visible"/>
                                      </p:to>
                                    </p:set>
                                    <p:animEffect transition="in" filter="fade">
                                      <p:cBhvr>
                                        <p:cTn id="44" dur="1000"/>
                                        <p:tgtEl>
                                          <p:spTgt spid="3">
                                            <p:txEl>
                                              <p:pRg st="10" end="10"/>
                                            </p:txEl>
                                          </p:spTgt>
                                        </p:tgtEl>
                                      </p:cBhvr>
                                    </p:animEffect>
                                    <p:anim calcmode="lin" valueType="num">
                                      <p:cBhvr>
                                        <p:cTn id="45"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46" dur="1000" fill="hold"/>
                                        <p:tgtEl>
                                          <p:spTgt spid="3">
                                            <p:txEl>
                                              <p:pRg st="10" end="10"/>
                                            </p:txEl>
                                          </p:spTgt>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3">
                                            <p:txEl>
                                              <p:pRg st="11" end="11"/>
                                            </p:txEl>
                                          </p:spTgt>
                                        </p:tgtEl>
                                        <p:attrNameLst>
                                          <p:attrName>style.visibility</p:attrName>
                                        </p:attrNameLst>
                                      </p:cBhvr>
                                      <p:to>
                                        <p:strVal val="visible"/>
                                      </p:to>
                                    </p:set>
                                    <p:animEffect transition="in" filter="fade">
                                      <p:cBhvr>
                                        <p:cTn id="49" dur="1000"/>
                                        <p:tgtEl>
                                          <p:spTgt spid="3">
                                            <p:txEl>
                                              <p:pRg st="11" end="11"/>
                                            </p:txEl>
                                          </p:spTgt>
                                        </p:tgtEl>
                                      </p:cBhvr>
                                    </p:animEffect>
                                    <p:anim calcmode="lin" valueType="num">
                                      <p:cBhvr>
                                        <p:cTn id="50"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11" end="11"/>
                                            </p:txEl>
                                          </p:spTgt>
                                        </p:tgtEl>
                                        <p:attrNameLst>
                                          <p:attrName>ppt_y</p:attrName>
                                        </p:attrNameLst>
                                      </p:cBhvr>
                                      <p:tavLst>
                                        <p:tav tm="0">
                                          <p:val>
                                            <p:strVal val="#ppt_y+.1"/>
                                          </p:val>
                                        </p:tav>
                                        <p:tav tm="100000">
                                          <p:val>
                                            <p:strVal val="#ppt_y"/>
                                          </p:val>
                                        </p:tav>
                                      </p:tavLst>
                                    </p:anim>
                                  </p:childTnLst>
                                </p:cTn>
                              </p:par>
                              <p:par>
                                <p:cTn id="52" presetID="42" presetClass="entr" presetSubtype="0" fill="hold" nodeType="withEffect">
                                  <p:stCondLst>
                                    <p:cond delay="0"/>
                                  </p:stCondLst>
                                  <p:childTnLst>
                                    <p:set>
                                      <p:cBhvr>
                                        <p:cTn id="53" dur="1" fill="hold">
                                          <p:stCondLst>
                                            <p:cond delay="0"/>
                                          </p:stCondLst>
                                        </p:cTn>
                                        <p:tgtEl>
                                          <p:spTgt spid="3">
                                            <p:txEl>
                                              <p:pRg st="12" end="12"/>
                                            </p:txEl>
                                          </p:spTgt>
                                        </p:tgtEl>
                                        <p:attrNameLst>
                                          <p:attrName>style.visibility</p:attrName>
                                        </p:attrNameLst>
                                      </p:cBhvr>
                                      <p:to>
                                        <p:strVal val="visible"/>
                                      </p:to>
                                    </p:set>
                                    <p:animEffect transition="in" filter="fade">
                                      <p:cBhvr>
                                        <p:cTn id="54" dur="1000"/>
                                        <p:tgtEl>
                                          <p:spTgt spid="3">
                                            <p:txEl>
                                              <p:pRg st="12" end="12"/>
                                            </p:txEl>
                                          </p:spTgt>
                                        </p:tgtEl>
                                      </p:cBhvr>
                                    </p:animEffect>
                                    <p:anim calcmode="lin" valueType="num">
                                      <p:cBhvr>
                                        <p:cTn id="55" dur="1000" fill="hold"/>
                                        <p:tgtEl>
                                          <p:spTgt spid="3">
                                            <p:txEl>
                                              <p:pRg st="12" end="12"/>
                                            </p:txEl>
                                          </p:spTgt>
                                        </p:tgtEl>
                                        <p:attrNameLst>
                                          <p:attrName>ppt_x</p:attrName>
                                        </p:attrNameLst>
                                      </p:cBhvr>
                                      <p:tavLst>
                                        <p:tav tm="0">
                                          <p:val>
                                            <p:strVal val="#ppt_x"/>
                                          </p:val>
                                        </p:tav>
                                        <p:tav tm="100000">
                                          <p:val>
                                            <p:strVal val="#ppt_x"/>
                                          </p:val>
                                        </p:tav>
                                      </p:tavLst>
                                    </p:anim>
                                    <p:anim calcmode="lin" valueType="num">
                                      <p:cBhvr>
                                        <p:cTn id="56" dur="1000" fill="hold"/>
                                        <p:tgtEl>
                                          <p:spTgt spid="3">
                                            <p:txEl>
                                              <p:pRg st="12" end="12"/>
                                            </p:txEl>
                                          </p:spTgt>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nodeType="clickEffect">
                                  <p:stCondLst>
                                    <p:cond delay="0"/>
                                  </p:stCondLst>
                                  <p:childTnLst>
                                    <p:set>
                                      <p:cBhvr>
                                        <p:cTn id="60" dur="1" fill="hold">
                                          <p:stCondLst>
                                            <p:cond delay="0"/>
                                          </p:stCondLst>
                                        </p:cTn>
                                        <p:tgtEl>
                                          <p:spTgt spid="3">
                                            <p:txEl>
                                              <p:pRg st="14" end="14"/>
                                            </p:txEl>
                                          </p:spTgt>
                                        </p:tgtEl>
                                        <p:attrNameLst>
                                          <p:attrName>style.visibility</p:attrName>
                                        </p:attrNameLst>
                                      </p:cBhvr>
                                      <p:to>
                                        <p:strVal val="visible"/>
                                      </p:to>
                                    </p:set>
                                    <p:animEffect transition="in" filter="fade">
                                      <p:cBhvr>
                                        <p:cTn id="61" dur="1000"/>
                                        <p:tgtEl>
                                          <p:spTgt spid="3">
                                            <p:txEl>
                                              <p:pRg st="14" end="14"/>
                                            </p:txEl>
                                          </p:spTgt>
                                        </p:tgtEl>
                                      </p:cBhvr>
                                    </p:animEffect>
                                    <p:anim calcmode="lin" valueType="num">
                                      <p:cBhvr>
                                        <p:cTn id="62" dur="1000" fill="hold"/>
                                        <p:tgtEl>
                                          <p:spTgt spid="3">
                                            <p:txEl>
                                              <p:pRg st="14" end="14"/>
                                            </p:txEl>
                                          </p:spTgt>
                                        </p:tgtEl>
                                        <p:attrNameLst>
                                          <p:attrName>ppt_x</p:attrName>
                                        </p:attrNameLst>
                                      </p:cBhvr>
                                      <p:tavLst>
                                        <p:tav tm="0">
                                          <p:val>
                                            <p:strVal val="#ppt_x"/>
                                          </p:val>
                                        </p:tav>
                                        <p:tav tm="100000">
                                          <p:val>
                                            <p:strVal val="#ppt_x"/>
                                          </p:val>
                                        </p:tav>
                                      </p:tavLst>
                                    </p:anim>
                                    <p:anim calcmode="lin" valueType="num">
                                      <p:cBhvr>
                                        <p:cTn id="63" dur="1000" fill="hold"/>
                                        <p:tgtEl>
                                          <p:spTgt spid="3">
                                            <p:txEl>
                                              <p:pRg st="14" end="1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E3DEAC-5215-EAA1-8A20-C3F96F4BA84A}"/>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15442564-B480-63C8-7356-9951A340C076}"/>
              </a:ext>
            </a:extLst>
          </p:cNvPr>
          <p:cNvSpPr txBox="1">
            <a:spLocks/>
          </p:cNvSpPr>
          <p:nvPr/>
        </p:nvSpPr>
        <p:spPr>
          <a:xfrm>
            <a:off x="142631" y="141374"/>
            <a:ext cx="11134985" cy="513697"/>
          </a:xfrm>
          <a:prstGeom prst="rect">
            <a:avLst/>
          </a:prstGeom>
        </p:spPr>
        <p:txBody>
          <a:bodyPr lIns="121867" tIns="60933" rIns="121867" bIns="60933">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914126">
              <a:buClrTx/>
            </a:pPr>
            <a:r>
              <a:rPr lang="en-US" sz="3199" dirty="0">
                <a:solidFill>
                  <a:prstClr val="black"/>
                </a:solidFill>
                <a:latin typeface="Cooper Black" panose="0208090404030B020404" pitchFamily="18" charset="0"/>
                <a:cs typeface="Times New Roman" panose="02020603050405020304" pitchFamily="18" charset="0"/>
              </a:rPr>
              <a:t>TypeScript Configuration – </a:t>
            </a:r>
            <a:r>
              <a:rPr lang="en-US" sz="3199" dirty="0" err="1">
                <a:solidFill>
                  <a:prstClr val="black"/>
                </a:solidFill>
                <a:latin typeface="Cooper Black" panose="0208090404030B020404" pitchFamily="18" charset="0"/>
                <a:cs typeface="Times New Roman" panose="02020603050405020304" pitchFamily="18" charset="0"/>
              </a:rPr>
              <a:t>tsconfig.json</a:t>
            </a:r>
            <a:endParaRPr lang="en-US" sz="3199" dirty="0">
              <a:solidFill>
                <a:prstClr val="black"/>
              </a:solidFill>
              <a:latin typeface="Cooper Black" panose="0208090404030B020404" pitchFamily="18" charset="0"/>
              <a:cs typeface="Times New Roman" panose="02020603050405020304" pitchFamily="18" charset="0"/>
            </a:endParaRPr>
          </a:p>
          <a:p>
            <a:pPr defTabSz="914126">
              <a:buClrTx/>
            </a:pPr>
            <a:endParaRPr lang="en-IN" sz="3199" dirty="0">
              <a:solidFill>
                <a:prstClr val="black"/>
              </a:solidFill>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A89DD576-62AB-4147-025C-C8CA963C788D}"/>
              </a:ext>
            </a:extLst>
          </p:cNvPr>
          <p:cNvSpPr txBox="1"/>
          <p:nvPr/>
        </p:nvSpPr>
        <p:spPr>
          <a:xfrm>
            <a:off x="142630" y="655071"/>
            <a:ext cx="11483853" cy="3723104"/>
          </a:xfrm>
          <a:prstGeom prst="rect">
            <a:avLst/>
          </a:prstGeom>
          <a:noFill/>
        </p:spPr>
        <p:txBody>
          <a:bodyPr wrap="square" lIns="121867" tIns="60933" rIns="121867" bIns="60933" rtlCol="0">
            <a:spAutoFit/>
          </a:bodyPr>
          <a:lstStyle/>
          <a:p>
            <a:pPr marL="285664" indent="-285664" defTabSz="914126">
              <a:buClrTx/>
              <a:buFont typeface="Arial" panose="020B0604020202020204" pitchFamily="34" charset="0"/>
              <a:buChar char="•"/>
            </a:pPr>
            <a:r>
              <a:rPr lang="en-US" sz="1799" kern="1200" dirty="0">
                <a:solidFill>
                  <a:prstClr val="black"/>
                </a:solidFill>
                <a:latin typeface="Aptos" panose="02110004020202020204"/>
                <a:ea typeface="+mn-ea"/>
                <a:cs typeface="+mn-cs"/>
              </a:rPr>
              <a:t>The </a:t>
            </a:r>
            <a:r>
              <a:rPr lang="en-US" sz="1799" kern="1200" dirty="0" err="1">
                <a:solidFill>
                  <a:prstClr val="black"/>
                </a:solidFill>
                <a:latin typeface="Aptos" panose="02110004020202020204"/>
                <a:ea typeface="+mn-ea"/>
                <a:cs typeface="+mn-cs"/>
              </a:rPr>
              <a:t>tsconfig.json</a:t>
            </a:r>
            <a:r>
              <a:rPr lang="en-US" sz="1799" kern="1200" dirty="0">
                <a:solidFill>
                  <a:prstClr val="black"/>
                </a:solidFill>
                <a:latin typeface="Aptos" panose="02110004020202020204"/>
                <a:ea typeface="+mn-ea"/>
                <a:cs typeface="+mn-cs"/>
              </a:rPr>
              <a:t> file is the heart of every TypeScript project.</a:t>
            </a:r>
          </a:p>
          <a:p>
            <a:pPr marL="285664" indent="-285664" defTabSz="914126">
              <a:buClrTx/>
              <a:buFont typeface="Arial" panose="020B0604020202020204" pitchFamily="34" charset="0"/>
              <a:buChar char="•"/>
            </a:pPr>
            <a:r>
              <a:rPr lang="en-US" sz="1799" kern="1200" dirty="0">
                <a:solidFill>
                  <a:prstClr val="black"/>
                </a:solidFill>
                <a:latin typeface="Aptos" panose="02110004020202020204"/>
                <a:ea typeface="+mn-ea"/>
                <a:cs typeface="+mn-cs"/>
              </a:rPr>
              <a:t>It tells the TypeScript compiler how to process your code, which files to include, and which features to enable or disable.</a:t>
            </a:r>
          </a:p>
          <a:p>
            <a:pPr marL="285664" indent="-285664" defTabSz="914126">
              <a:buClrTx/>
              <a:buFont typeface="Arial" panose="020B0604020202020204" pitchFamily="34" charset="0"/>
              <a:buChar char="•"/>
            </a:pPr>
            <a:r>
              <a:rPr lang="en-US" sz="1799" kern="1200" dirty="0">
                <a:solidFill>
                  <a:prstClr val="black"/>
                </a:solidFill>
                <a:latin typeface="Aptos" panose="02110004020202020204"/>
                <a:ea typeface="+mn-ea"/>
                <a:cs typeface="+mn-cs"/>
              </a:rPr>
              <a:t>A well-configured </a:t>
            </a:r>
            <a:r>
              <a:rPr lang="en-US" sz="1799" kern="1200" dirty="0" err="1">
                <a:solidFill>
                  <a:prstClr val="black"/>
                </a:solidFill>
                <a:latin typeface="Aptos" panose="02110004020202020204"/>
                <a:ea typeface="+mn-ea"/>
                <a:cs typeface="+mn-cs"/>
              </a:rPr>
              <a:t>tsconfig.json</a:t>
            </a:r>
            <a:r>
              <a:rPr lang="en-US" sz="1799" kern="1200" dirty="0">
                <a:solidFill>
                  <a:prstClr val="black"/>
                </a:solidFill>
                <a:latin typeface="Aptos" panose="02110004020202020204"/>
                <a:ea typeface="+mn-ea"/>
                <a:cs typeface="+mn-cs"/>
              </a:rPr>
              <a:t> ensures a smooth developer experience and reliable builds.</a:t>
            </a:r>
          </a:p>
          <a:p>
            <a:pPr marL="285664" indent="-285664" defTabSz="914126">
              <a:buClrTx/>
              <a:buFont typeface="Arial" panose="020B0604020202020204" pitchFamily="34" charset="0"/>
              <a:buChar char="•"/>
            </a:pPr>
            <a:endParaRPr lang="en-US" sz="1799" kern="1200" dirty="0">
              <a:solidFill>
                <a:prstClr val="black"/>
              </a:solidFill>
              <a:latin typeface="Aptos" panose="02110004020202020204"/>
              <a:ea typeface="+mn-ea"/>
              <a:cs typeface="+mn-cs"/>
            </a:endParaRPr>
          </a:p>
          <a:p>
            <a:pPr defTabSz="914126">
              <a:buClrTx/>
            </a:pPr>
            <a:r>
              <a:rPr lang="en-US" sz="1799" b="1" kern="1200" dirty="0" err="1">
                <a:solidFill>
                  <a:prstClr val="black"/>
                </a:solidFill>
                <a:latin typeface="Aptos" panose="02110004020202020204"/>
                <a:ea typeface="+mn-ea"/>
                <a:cs typeface="+mn-cs"/>
              </a:rPr>
              <a:t>compilerOptions</a:t>
            </a:r>
            <a:r>
              <a:rPr lang="en-US" sz="1799" kern="1200" dirty="0">
                <a:solidFill>
                  <a:prstClr val="black"/>
                </a:solidFill>
                <a:latin typeface="Aptos" panose="02110004020202020204"/>
                <a:ea typeface="+mn-ea"/>
                <a:cs typeface="+mn-cs"/>
              </a:rPr>
              <a:t>: Controls how TypeScript compiles your code (e.g., target, module, strictness).</a:t>
            </a:r>
          </a:p>
          <a:p>
            <a:pPr defTabSz="914126">
              <a:buClrTx/>
            </a:pPr>
            <a:r>
              <a:rPr lang="en-US" sz="1799" b="1" kern="1200" dirty="0">
                <a:solidFill>
                  <a:prstClr val="black"/>
                </a:solidFill>
                <a:latin typeface="Aptos" panose="02110004020202020204"/>
                <a:ea typeface="+mn-ea"/>
                <a:cs typeface="+mn-cs"/>
              </a:rPr>
              <a:t>include</a:t>
            </a:r>
            <a:r>
              <a:rPr lang="en-US" sz="1799" kern="1200" dirty="0">
                <a:solidFill>
                  <a:prstClr val="black"/>
                </a:solidFill>
                <a:latin typeface="Aptos" panose="02110004020202020204"/>
                <a:ea typeface="+mn-ea"/>
                <a:cs typeface="+mn-cs"/>
              </a:rPr>
              <a:t>: Files or folders to include in the compilation.</a:t>
            </a:r>
          </a:p>
          <a:p>
            <a:pPr defTabSz="914126">
              <a:buClrTx/>
            </a:pPr>
            <a:r>
              <a:rPr lang="en-US" sz="1799" b="1" kern="1200" dirty="0">
                <a:solidFill>
                  <a:prstClr val="black"/>
                </a:solidFill>
                <a:latin typeface="Aptos" panose="02110004020202020204"/>
                <a:ea typeface="+mn-ea"/>
                <a:cs typeface="+mn-cs"/>
              </a:rPr>
              <a:t>exclude</a:t>
            </a:r>
            <a:r>
              <a:rPr lang="en-US" sz="1799" kern="1200" dirty="0">
                <a:solidFill>
                  <a:prstClr val="black"/>
                </a:solidFill>
                <a:latin typeface="Aptos" panose="02110004020202020204"/>
                <a:ea typeface="+mn-ea"/>
                <a:cs typeface="+mn-cs"/>
              </a:rPr>
              <a:t>: Files or folders to exclude.</a:t>
            </a:r>
          </a:p>
          <a:p>
            <a:pPr defTabSz="914126">
              <a:buClrTx/>
            </a:pPr>
            <a:r>
              <a:rPr lang="en-US" sz="1799" b="1" kern="1200" dirty="0">
                <a:solidFill>
                  <a:prstClr val="black"/>
                </a:solidFill>
                <a:latin typeface="Aptos" panose="02110004020202020204"/>
                <a:ea typeface="+mn-ea"/>
                <a:cs typeface="+mn-cs"/>
              </a:rPr>
              <a:t>files</a:t>
            </a:r>
            <a:r>
              <a:rPr lang="en-US" sz="1799" kern="1200" dirty="0">
                <a:solidFill>
                  <a:prstClr val="black"/>
                </a:solidFill>
                <a:latin typeface="Aptos" panose="02110004020202020204"/>
                <a:ea typeface="+mn-ea"/>
                <a:cs typeface="+mn-cs"/>
              </a:rPr>
              <a:t>: Explicit list of files to include (rarely used with include).</a:t>
            </a:r>
          </a:p>
          <a:p>
            <a:pPr defTabSz="914126">
              <a:buClrTx/>
            </a:pPr>
            <a:r>
              <a:rPr lang="en-US" sz="1799" b="1" kern="1200" dirty="0">
                <a:solidFill>
                  <a:prstClr val="black"/>
                </a:solidFill>
                <a:latin typeface="Aptos" panose="02110004020202020204"/>
                <a:ea typeface="+mn-ea"/>
                <a:cs typeface="+mn-cs"/>
              </a:rPr>
              <a:t>extends</a:t>
            </a:r>
            <a:r>
              <a:rPr lang="en-US" sz="1799" kern="1200" dirty="0">
                <a:solidFill>
                  <a:prstClr val="black"/>
                </a:solidFill>
                <a:latin typeface="Aptos" panose="02110004020202020204"/>
                <a:ea typeface="+mn-ea"/>
                <a:cs typeface="+mn-cs"/>
              </a:rPr>
              <a:t>: Inherit options from another config file.</a:t>
            </a:r>
          </a:p>
          <a:p>
            <a:pPr defTabSz="914126">
              <a:buClrTx/>
            </a:pPr>
            <a:r>
              <a:rPr lang="en-US" sz="1799" b="1" kern="1200" dirty="0">
                <a:solidFill>
                  <a:prstClr val="black"/>
                </a:solidFill>
                <a:latin typeface="Aptos" panose="02110004020202020204"/>
                <a:ea typeface="+mn-ea"/>
                <a:cs typeface="+mn-cs"/>
              </a:rPr>
              <a:t>references</a:t>
            </a:r>
            <a:r>
              <a:rPr lang="en-US" sz="1799" kern="1200" dirty="0">
                <a:solidFill>
                  <a:prstClr val="black"/>
                </a:solidFill>
                <a:latin typeface="Aptos" panose="02110004020202020204"/>
                <a:ea typeface="+mn-ea"/>
                <a:cs typeface="+mn-cs"/>
              </a:rPr>
              <a:t>: Enable project references for </a:t>
            </a:r>
            <a:r>
              <a:rPr lang="en-US" sz="1799" kern="1200" dirty="0" err="1">
                <a:solidFill>
                  <a:prstClr val="black"/>
                </a:solidFill>
                <a:latin typeface="Aptos" panose="02110004020202020204"/>
                <a:ea typeface="+mn-ea"/>
                <a:cs typeface="+mn-cs"/>
              </a:rPr>
              <a:t>monorepos</a:t>
            </a:r>
            <a:r>
              <a:rPr lang="en-US" sz="1799" kern="1200" dirty="0">
                <a:solidFill>
                  <a:prstClr val="black"/>
                </a:solidFill>
                <a:latin typeface="Aptos" panose="02110004020202020204"/>
                <a:ea typeface="+mn-ea"/>
                <a:cs typeface="+mn-cs"/>
              </a:rPr>
              <a:t> or multi-package setups.</a:t>
            </a:r>
          </a:p>
          <a:p>
            <a:pPr defTabSz="914126">
              <a:buClrTx/>
            </a:pPr>
            <a:endParaRPr lang="en-US" sz="1799" kern="1200" dirty="0">
              <a:solidFill>
                <a:prstClr val="black"/>
              </a:solidFill>
              <a:latin typeface="Aptos" panose="02110004020202020204"/>
              <a:ea typeface="+mn-ea"/>
              <a:cs typeface="+mn-cs"/>
            </a:endParaRPr>
          </a:p>
          <a:p>
            <a:pPr defTabSz="914126">
              <a:buClrTx/>
            </a:pPr>
            <a:r>
              <a:rPr lang="en-US" sz="1799" kern="1200" dirty="0">
                <a:solidFill>
                  <a:prstClr val="black"/>
                </a:solidFill>
                <a:latin typeface="Aptos" panose="02110004020202020204"/>
                <a:ea typeface="+mn-ea"/>
                <a:cs typeface="+mn-cs"/>
              </a:rPr>
              <a:t>Use command </a:t>
            </a:r>
            <a:r>
              <a:rPr lang="en-IN" sz="1799" b="1" kern="1200" dirty="0" err="1">
                <a:solidFill>
                  <a:prstClr val="black"/>
                </a:solidFill>
                <a:latin typeface="Aptos" panose="02110004020202020204"/>
                <a:ea typeface="+mn-ea"/>
                <a:cs typeface="+mn-cs"/>
              </a:rPr>
              <a:t>tsc</a:t>
            </a:r>
            <a:r>
              <a:rPr lang="en-IN" sz="1799" b="1" kern="1200" dirty="0">
                <a:solidFill>
                  <a:prstClr val="black"/>
                </a:solidFill>
                <a:latin typeface="Aptos" panose="02110004020202020204"/>
                <a:ea typeface="+mn-ea"/>
                <a:cs typeface="+mn-cs"/>
              </a:rPr>
              <a:t> --</a:t>
            </a:r>
            <a:r>
              <a:rPr lang="en-IN" sz="1799" b="1" kern="1200" dirty="0" err="1">
                <a:solidFill>
                  <a:prstClr val="black"/>
                </a:solidFill>
                <a:latin typeface="Aptos" panose="02110004020202020204"/>
                <a:ea typeface="+mn-ea"/>
                <a:cs typeface="+mn-cs"/>
              </a:rPr>
              <a:t>init</a:t>
            </a:r>
            <a:r>
              <a:rPr lang="en-IN" sz="1799" b="1" kern="1200" dirty="0">
                <a:solidFill>
                  <a:prstClr val="black"/>
                </a:solidFill>
                <a:latin typeface="Aptos" panose="02110004020202020204"/>
                <a:ea typeface="+mn-ea"/>
                <a:cs typeface="+mn-cs"/>
              </a:rPr>
              <a:t> </a:t>
            </a:r>
            <a:r>
              <a:rPr lang="en-IN" sz="1799" kern="1200" dirty="0">
                <a:solidFill>
                  <a:prstClr val="black"/>
                </a:solidFill>
                <a:latin typeface="Aptos" panose="02110004020202020204"/>
                <a:ea typeface="+mn-ea"/>
                <a:cs typeface="+mn-cs"/>
              </a:rPr>
              <a:t>generate the </a:t>
            </a:r>
            <a:r>
              <a:rPr lang="en-IN" sz="1799" kern="1200" dirty="0" err="1">
                <a:solidFill>
                  <a:prstClr val="black"/>
                </a:solidFill>
                <a:latin typeface="Aptos" panose="02110004020202020204"/>
                <a:ea typeface="+mn-ea"/>
                <a:cs typeface="+mn-cs"/>
              </a:rPr>
              <a:t>tsconfig.json</a:t>
            </a:r>
            <a:r>
              <a:rPr lang="en-IN" sz="1799" kern="1200" dirty="0">
                <a:solidFill>
                  <a:prstClr val="black"/>
                </a:solidFill>
                <a:latin typeface="Aptos" panose="02110004020202020204"/>
                <a:ea typeface="+mn-ea"/>
                <a:cs typeface="+mn-cs"/>
              </a:rPr>
              <a:t> file</a:t>
            </a:r>
            <a:endParaRPr lang="en-US" sz="1799" kern="1200" dirty="0">
              <a:solidFill>
                <a:prstClr val="black"/>
              </a:solidFill>
              <a:latin typeface="Aptos" panose="02110004020202020204"/>
              <a:ea typeface="+mn-ea"/>
              <a:cs typeface="+mn-cs"/>
            </a:endParaRPr>
          </a:p>
        </p:txBody>
      </p:sp>
      <p:sp>
        <p:nvSpPr>
          <p:cNvPr id="4" name="TextBox 3">
            <a:extLst>
              <a:ext uri="{FF2B5EF4-FFF2-40B4-BE49-F238E27FC236}">
                <a16:creationId xmlns:a16="http://schemas.microsoft.com/office/drawing/2014/main" id="{8BB5D258-38D7-CD40-A5A1-34E08462690F}"/>
              </a:ext>
            </a:extLst>
          </p:cNvPr>
          <p:cNvSpPr txBox="1"/>
          <p:nvPr/>
        </p:nvSpPr>
        <p:spPr>
          <a:xfrm>
            <a:off x="9663686" y="6549412"/>
            <a:ext cx="2523554" cy="307674"/>
          </a:xfrm>
          <a:prstGeom prst="rect">
            <a:avLst/>
          </a:prstGeom>
          <a:noFill/>
        </p:spPr>
        <p:txBody>
          <a:bodyPr wrap="square" lIns="121867" tIns="60933" rIns="121867" bIns="60933">
            <a:spAutoFit/>
          </a:bodyPr>
          <a:lstStyle/>
          <a:p>
            <a:pPr defTabSz="914126">
              <a:buClrTx/>
            </a:pPr>
            <a:r>
              <a:rPr lang="en-US" sz="1200" kern="1200" dirty="0">
                <a:solidFill>
                  <a:srgbClr val="0E2841">
                    <a:lumMod val="25000"/>
                    <a:lumOff val="75000"/>
                  </a:srgbClr>
                </a:solidFill>
                <a:latin typeface="Cooper Black" panose="0208090404030B020404" pitchFamily="18" charset="0"/>
                <a:ea typeface="+mn-ea"/>
                <a:cs typeface="+mn-cs"/>
              </a:rPr>
              <a:t>www.anubhavtrainings.com</a:t>
            </a:r>
            <a:endParaRPr lang="en-IN" sz="1200" kern="1200" dirty="0">
              <a:solidFill>
                <a:srgbClr val="0E2841">
                  <a:lumMod val="25000"/>
                  <a:lumOff val="75000"/>
                </a:srgbClr>
              </a:solidFill>
              <a:latin typeface="Cooper Black" panose="0208090404030B020404" pitchFamily="18" charset="0"/>
              <a:ea typeface="+mn-ea"/>
              <a:cs typeface="+mn-cs"/>
            </a:endParaRPr>
          </a:p>
        </p:txBody>
      </p:sp>
      <p:pic>
        <p:nvPicPr>
          <p:cNvPr id="5" name="Picture 4">
            <a:extLst>
              <a:ext uri="{FF2B5EF4-FFF2-40B4-BE49-F238E27FC236}">
                <a16:creationId xmlns:a16="http://schemas.microsoft.com/office/drawing/2014/main" id="{47412777-C56F-37F1-CDF7-70A5C0E48F49}"/>
              </a:ext>
            </a:extLst>
          </p:cNvPr>
          <p:cNvPicPr>
            <a:picLocks noChangeAspect="1"/>
          </p:cNvPicPr>
          <p:nvPr/>
        </p:nvPicPr>
        <p:blipFill>
          <a:blip r:embed="rId2" cstate="print"/>
          <a:stretch>
            <a:fillRect/>
          </a:stretch>
        </p:blipFill>
        <p:spPr>
          <a:xfrm>
            <a:off x="11690070" y="71243"/>
            <a:ext cx="456296" cy="450803"/>
          </a:xfrm>
          <a:prstGeom prst="rect">
            <a:avLst/>
          </a:prstGeom>
        </p:spPr>
      </p:pic>
      <p:sp>
        <p:nvSpPr>
          <p:cNvPr id="6" name="TextBox 5">
            <a:extLst>
              <a:ext uri="{FF2B5EF4-FFF2-40B4-BE49-F238E27FC236}">
                <a16:creationId xmlns:a16="http://schemas.microsoft.com/office/drawing/2014/main" id="{6C66A549-56DD-AD4D-ECB5-F49CA746255E}"/>
              </a:ext>
            </a:extLst>
          </p:cNvPr>
          <p:cNvSpPr txBox="1"/>
          <p:nvPr/>
        </p:nvSpPr>
        <p:spPr>
          <a:xfrm>
            <a:off x="118259" y="6559465"/>
            <a:ext cx="223621" cy="292290"/>
          </a:xfrm>
          <a:prstGeom prst="rect">
            <a:avLst/>
          </a:prstGeom>
          <a:noFill/>
        </p:spPr>
        <p:txBody>
          <a:bodyPr wrap="square" lIns="121867" tIns="60933" rIns="121867" bIns="60933" rtlCol="0">
            <a:spAutoFit/>
          </a:bodyPr>
          <a:lstStyle/>
          <a:p>
            <a:pPr defTabSz="914126">
              <a:buClrTx/>
            </a:pPr>
            <a:r>
              <a:rPr lang="en-US" sz="1100" kern="1200" dirty="0">
                <a:solidFill>
                  <a:srgbClr val="0E2841">
                    <a:lumMod val="40000"/>
                    <a:lumOff val="60000"/>
                  </a:srgbClr>
                </a:solidFill>
                <a:latin typeface="Aptos" panose="02110004020202020204"/>
                <a:ea typeface="+mn-ea"/>
                <a:cs typeface="+mn-cs"/>
              </a:rPr>
              <a:t>7</a:t>
            </a:r>
            <a:endParaRPr lang="en-IN" sz="1100" kern="1200" dirty="0">
              <a:solidFill>
                <a:srgbClr val="0E2841">
                  <a:lumMod val="40000"/>
                  <a:lumOff val="60000"/>
                </a:srgbClr>
              </a:solidFill>
              <a:latin typeface="Aptos" panose="02110004020202020204"/>
              <a:ea typeface="+mn-ea"/>
              <a:cs typeface="+mn-cs"/>
            </a:endParaRPr>
          </a:p>
        </p:txBody>
      </p:sp>
      <p:sp>
        <p:nvSpPr>
          <p:cNvPr id="7" name="TextBox 6">
            <a:extLst>
              <a:ext uri="{FF2B5EF4-FFF2-40B4-BE49-F238E27FC236}">
                <a16:creationId xmlns:a16="http://schemas.microsoft.com/office/drawing/2014/main" id="{B1510434-9946-EBAD-BC57-0574D5FEA366}"/>
              </a:ext>
            </a:extLst>
          </p:cNvPr>
          <p:cNvSpPr txBox="1"/>
          <p:nvPr/>
        </p:nvSpPr>
        <p:spPr>
          <a:xfrm>
            <a:off x="11927635" y="6610951"/>
            <a:ext cx="261190" cy="246157"/>
          </a:xfrm>
          <a:prstGeom prst="rect">
            <a:avLst/>
          </a:prstGeom>
          <a:noFill/>
        </p:spPr>
        <p:txBody>
          <a:bodyPr wrap="square" rtlCol="0">
            <a:spAutoFit/>
          </a:bodyPr>
          <a:lstStyle/>
          <a:p>
            <a:pPr defTabSz="914126">
              <a:buClrTx/>
            </a:pPr>
            <a:r>
              <a:rPr lang="en-IN" sz="1000" kern="1200" dirty="0">
                <a:solidFill>
                  <a:prstClr val="black"/>
                </a:solidFill>
                <a:latin typeface="Aptos" panose="02110004020202020204"/>
                <a:ea typeface="+mn-ea"/>
                <a:cs typeface="+mn-cs"/>
              </a:rPr>
              <a:t>7</a:t>
            </a:r>
          </a:p>
        </p:txBody>
      </p:sp>
    </p:spTree>
    <p:extLst>
      <p:ext uri="{BB962C8B-B14F-4D97-AF65-F5344CB8AC3E}">
        <p14:creationId xmlns:p14="http://schemas.microsoft.com/office/powerpoint/2010/main" val="32344797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1000"/>
                                        <p:tgtEl>
                                          <p:spTgt spid="3">
                                            <p:txEl>
                                              <p:pRg st="4" end="4"/>
                                            </p:txEl>
                                          </p:spTgt>
                                        </p:tgtEl>
                                      </p:cBhvr>
                                    </p:animEffect>
                                    <p:anim calcmode="lin" valueType="num">
                                      <p:cBhvr>
                                        <p:cTn id="25"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4" end="4"/>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Effect transition="in" filter="fade">
                                      <p:cBhvr>
                                        <p:cTn id="29" dur="1000"/>
                                        <p:tgtEl>
                                          <p:spTgt spid="3">
                                            <p:txEl>
                                              <p:pRg st="5" end="5"/>
                                            </p:txEl>
                                          </p:spTgt>
                                        </p:tgtEl>
                                      </p:cBhvr>
                                    </p:animEffect>
                                    <p:anim calcmode="lin" valueType="num">
                                      <p:cBhvr>
                                        <p:cTn id="30"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5" end="5"/>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3">
                                            <p:txEl>
                                              <p:pRg st="6" end="6"/>
                                            </p:txEl>
                                          </p:spTgt>
                                        </p:tgtEl>
                                        <p:attrNameLst>
                                          <p:attrName>style.visibility</p:attrName>
                                        </p:attrNameLst>
                                      </p:cBhvr>
                                      <p:to>
                                        <p:strVal val="visible"/>
                                      </p:to>
                                    </p:set>
                                    <p:animEffect transition="in" filter="fade">
                                      <p:cBhvr>
                                        <p:cTn id="34" dur="1000"/>
                                        <p:tgtEl>
                                          <p:spTgt spid="3">
                                            <p:txEl>
                                              <p:pRg st="6" end="6"/>
                                            </p:txEl>
                                          </p:spTgt>
                                        </p:tgtEl>
                                      </p:cBhvr>
                                    </p:animEffect>
                                    <p:anim calcmode="lin" valueType="num">
                                      <p:cBhvr>
                                        <p:cTn id="35"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6" end="6"/>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animEffect transition="in" filter="fade">
                                      <p:cBhvr>
                                        <p:cTn id="39" dur="1000"/>
                                        <p:tgtEl>
                                          <p:spTgt spid="3">
                                            <p:txEl>
                                              <p:pRg st="7" end="7"/>
                                            </p:txEl>
                                          </p:spTgt>
                                        </p:tgtEl>
                                      </p:cBhvr>
                                    </p:animEffect>
                                    <p:anim calcmode="lin" valueType="num">
                                      <p:cBhvr>
                                        <p:cTn id="40"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1" dur="1000" fill="hold"/>
                                        <p:tgtEl>
                                          <p:spTgt spid="3">
                                            <p:txEl>
                                              <p:pRg st="7" end="7"/>
                                            </p:txEl>
                                          </p:spTgt>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3">
                                            <p:txEl>
                                              <p:pRg st="8" end="8"/>
                                            </p:txEl>
                                          </p:spTgt>
                                        </p:tgtEl>
                                        <p:attrNameLst>
                                          <p:attrName>style.visibility</p:attrName>
                                        </p:attrNameLst>
                                      </p:cBhvr>
                                      <p:to>
                                        <p:strVal val="visible"/>
                                      </p:to>
                                    </p:set>
                                    <p:animEffect transition="in" filter="fade">
                                      <p:cBhvr>
                                        <p:cTn id="44" dur="1000"/>
                                        <p:tgtEl>
                                          <p:spTgt spid="3">
                                            <p:txEl>
                                              <p:pRg st="8" end="8"/>
                                            </p:txEl>
                                          </p:spTgt>
                                        </p:tgtEl>
                                      </p:cBhvr>
                                    </p:animEffect>
                                    <p:anim calcmode="lin" valueType="num">
                                      <p:cBhvr>
                                        <p:cTn id="45"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46" dur="1000" fill="hold"/>
                                        <p:tgtEl>
                                          <p:spTgt spid="3">
                                            <p:txEl>
                                              <p:pRg st="8" end="8"/>
                                            </p:txEl>
                                          </p:spTgt>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3">
                                            <p:txEl>
                                              <p:pRg st="9" end="9"/>
                                            </p:txEl>
                                          </p:spTgt>
                                        </p:tgtEl>
                                        <p:attrNameLst>
                                          <p:attrName>style.visibility</p:attrName>
                                        </p:attrNameLst>
                                      </p:cBhvr>
                                      <p:to>
                                        <p:strVal val="visible"/>
                                      </p:to>
                                    </p:set>
                                    <p:animEffect transition="in" filter="fade">
                                      <p:cBhvr>
                                        <p:cTn id="49" dur="1000"/>
                                        <p:tgtEl>
                                          <p:spTgt spid="3">
                                            <p:txEl>
                                              <p:pRg st="9" end="9"/>
                                            </p:txEl>
                                          </p:spTgt>
                                        </p:tgtEl>
                                      </p:cBhvr>
                                    </p:animEffect>
                                    <p:anim calcmode="lin" valueType="num">
                                      <p:cBhvr>
                                        <p:cTn id="50"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3">
                                            <p:txEl>
                                              <p:pRg st="11" end="11"/>
                                            </p:txEl>
                                          </p:spTgt>
                                        </p:tgtEl>
                                        <p:attrNameLst>
                                          <p:attrName>style.visibility</p:attrName>
                                        </p:attrNameLst>
                                      </p:cBhvr>
                                      <p:to>
                                        <p:strVal val="visible"/>
                                      </p:to>
                                    </p:set>
                                    <p:animEffect transition="in" filter="fade">
                                      <p:cBhvr>
                                        <p:cTn id="56" dur="1000"/>
                                        <p:tgtEl>
                                          <p:spTgt spid="3">
                                            <p:txEl>
                                              <p:pRg st="11" end="11"/>
                                            </p:txEl>
                                          </p:spTgt>
                                        </p:tgtEl>
                                      </p:cBhvr>
                                    </p:animEffect>
                                    <p:anim calcmode="lin" valueType="num">
                                      <p:cBhvr>
                                        <p:cTn id="57"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8E40C5-B7F0-2F8F-98AD-37195EF959CA}"/>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FC087EDC-D62A-866D-037C-620E771D78A0}"/>
              </a:ext>
            </a:extLst>
          </p:cNvPr>
          <p:cNvSpPr txBox="1">
            <a:spLocks/>
          </p:cNvSpPr>
          <p:nvPr/>
        </p:nvSpPr>
        <p:spPr>
          <a:xfrm>
            <a:off x="142631" y="141374"/>
            <a:ext cx="11134985" cy="513697"/>
          </a:xfrm>
          <a:prstGeom prst="rect">
            <a:avLst/>
          </a:prstGeom>
        </p:spPr>
        <p:txBody>
          <a:bodyPr lIns="121867" tIns="60933" rIns="121867" bIns="60933">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914126">
              <a:buClrTx/>
            </a:pPr>
            <a:r>
              <a:rPr lang="en-US" sz="3199" dirty="0">
                <a:solidFill>
                  <a:prstClr val="black"/>
                </a:solidFill>
                <a:latin typeface="Cooper Black" panose="0208090404030B020404" pitchFamily="18" charset="0"/>
                <a:cs typeface="Times New Roman" panose="02020603050405020304" pitchFamily="18" charset="0"/>
              </a:rPr>
              <a:t>Why Use TypeScript with Node.js?</a:t>
            </a:r>
          </a:p>
          <a:p>
            <a:pPr defTabSz="914126">
              <a:buClrTx/>
            </a:pPr>
            <a:endParaRPr lang="en-IN" sz="3199" dirty="0">
              <a:solidFill>
                <a:prstClr val="black"/>
              </a:solidFill>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AD3E04FC-AAF3-AAC9-8860-390477212A26}"/>
              </a:ext>
            </a:extLst>
          </p:cNvPr>
          <p:cNvSpPr txBox="1"/>
          <p:nvPr/>
        </p:nvSpPr>
        <p:spPr>
          <a:xfrm>
            <a:off x="142630" y="655071"/>
            <a:ext cx="11483853" cy="4246188"/>
          </a:xfrm>
          <a:prstGeom prst="rect">
            <a:avLst/>
          </a:prstGeom>
          <a:noFill/>
        </p:spPr>
        <p:txBody>
          <a:bodyPr wrap="square" lIns="121867" tIns="60933" rIns="121867" bIns="60933" rtlCol="0">
            <a:spAutoFit/>
          </a:bodyPr>
          <a:lstStyle/>
          <a:p>
            <a:pPr defTabSz="914126">
              <a:buClrTx/>
            </a:pPr>
            <a:r>
              <a:rPr lang="en-IN" sz="1799" kern="1200" dirty="0">
                <a:solidFill>
                  <a:prstClr val="black"/>
                </a:solidFill>
                <a:latin typeface="Aptos" panose="02110004020202020204"/>
                <a:ea typeface="+mn-ea"/>
                <a:cs typeface="+mn-cs"/>
              </a:rPr>
              <a:t>TypeScript brings static typing to Node.js development, providing better tooling, improved code quality, and enhanced developer experience.</a:t>
            </a:r>
          </a:p>
          <a:p>
            <a:pPr defTabSz="914126">
              <a:buClrTx/>
            </a:pPr>
            <a:endParaRPr lang="en-IN" sz="1799" kern="1200" dirty="0">
              <a:solidFill>
                <a:prstClr val="black"/>
              </a:solidFill>
              <a:latin typeface="Aptos" panose="02110004020202020204"/>
              <a:ea typeface="+mn-ea"/>
              <a:cs typeface="+mn-cs"/>
            </a:endParaRPr>
          </a:p>
          <a:p>
            <a:pPr defTabSz="914126">
              <a:buClrTx/>
            </a:pPr>
            <a:r>
              <a:rPr lang="en-IN" sz="1799" kern="1200" dirty="0">
                <a:solidFill>
                  <a:prstClr val="black"/>
                </a:solidFill>
                <a:latin typeface="Aptos" panose="02110004020202020204"/>
                <a:ea typeface="+mn-ea"/>
                <a:cs typeface="+mn-cs"/>
              </a:rPr>
              <a:t>Key benefits include:</a:t>
            </a:r>
          </a:p>
          <a:p>
            <a:pPr marL="285664" indent="-285664" defTabSz="914126">
              <a:buClrTx/>
              <a:buFont typeface="Arial" panose="020B0604020202020204" pitchFamily="34" charset="0"/>
              <a:buChar char="•"/>
            </a:pPr>
            <a:r>
              <a:rPr lang="en-IN" sz="1799" kern="1200" dirty="0">
                <a:solidFill>
                  <a:prstClr val="black"/>
                </a:solidFill>
                <a:latin typeface="Aptos" panose="02110004020202020204"/>
                <a:ea typeface="+mn-ea"/>
                <a:cs typeface="+mn-cs"/>
              </a:rPr>
              <a:t>Type safety for JavaScript code</a:t>
            </a:r>
          </a:p>
          <a:p>
            <a:pPr marL="285664" indent="-285664" defTabSz="914126">
              <a:buClrTx/>
              <a:buFont typeface="Arial" panose="020B0604020202020204" pitchFamily="34" charset="0"/>
              <a:buChar char="•"/>
            </a:pPr>
            <a:r>
              <a:rPr lang="en-IN" sz="1799" kern="1200" dirty="0">
                <a:solidFill>
                  <a:prstClr val="black"/>
                </a:solidFill>
                <a:latin typeface="Aptos" panose="02110004020202020204"/>
                <a:ea typeface="+mn-ea"/>
                <a:cs typeface="+mn-cs"/>
              </a:rPr>
              <a:t>Better IDE support with autocompletion</a:t>
            </a:r>
          </a:p>
          <a:p>
            <a:pPr marL="285664" indent="-285664" defTabSz="914126">
              <a:buClrTx/>
              <a:buFont typeface="Arial" panose="020B0604020202020204" pitchFamily="34" charset="0"/>
              <a:buChar char="•"/>
            </a:pPr>
            <a:r>
              <a:rPr lang="en-IN" sz="1799" kern="1200" dirty="0">
                <a:solidFill>
                  <a:prstClr val="black"/>
                </a:solidFill>
                <a:latin typeface="Aptos" panose="02110004020202020204"/>
                <a:ea typeface="+mn-ea"/>
                <a:cs typeface="+mn-cs"/>
              </a:rPr>
              <a:t>Early error detection during development</a:t>
            </a:r>
          </a:p>
          <a:p>
            <a:pPr marL="285664" indent="-285664" defTabSz="914126">
              <a:buClrTx/>
              <a:buFont typeface="Arial" panose="020B0604020202020204" pitchFamily="34" charset="0"/>
              <a:buChar char="•"/>
            </a:pPr>
            <a:r>
              <a:rPr lang="en-IN" sz="1799" kern="1200" dirty="0">
                <a:solidFill>
                  <a:prstClr val="black"/>
                </a:solidFill>
                <a:latin typeface="Aptos" panose="02110004020202020204"/>
                <a:ea typeface="+mn-ea"/>
                <a:cs typeface="+mn-cs"/>
              </a:rPr>
              <a:t>Improved code maintainability and documentation</a:t>
            </a:r>
          </a:p>
          <a:p>
            <a:pPr marL="285664" indent="-285664" defTabSz="914126">
              <a:buClrTx/>
              <a:buFont typeface="Arial" panose="020B0604020202020204" pitchFamily="34" charset="0"/>
              <a:buChar char="•"/>
            </a:pPr>
            <a:r>
              <a:rPr lang="en-IN" sz="1799" kern="1200" dirty="0">
                <a:solidFill>
                  <a:prstClr val="black"/>
                </a:solidFill>
                <a:latin typeface="Aptos" panose="02110004020202020204"/>
                <a:ea typeface="+mn-ea"/>
                <a:cs typeface="+mn-cs"/>
              </a:rPr>
              <a:t>Easier refactoring</a:t>
            </a:r>
          </a:p>
          <a:p>
            <a:pPr marL="285664" indent="-285664" defTabSz="914126">
              <a:buClrTx/>
              <a:buFont typeface="Arial" panose="020B0604020202020204" pitchFamily="34" charset="0"/>
              <a:buChar char="•"/>
            </a:pPr>
            <a:endParaRPr lang="en-IN" sz="1799" kern="1200" dirty="0">
              <a:solidFill>
                <a:prstClr val="black"/>
              </a:solidFill>
              <a:latin typeface="Aptos" panose="02110004020202020204"/>
              <a:ea typeface="+mn-ea"/>
              <a:cs typeface="+mn-cs"/>
            </a:endParaRPr>
          </a:p>
          <a:p>
            <a:pPr defTabSz="914126">
              <a:buClrTx/>
            </a:pPr>
            <a:r>
              <a:rPr lang="en-IN" kern="1200" dirty="0" err="1">
                <a:solidFill>
                  <a:prstClr val="black"/>
                </a:solidFill>
                <a:latin typeface="Cascadia Code" panose="020B0609020000020004" pitchFamily="49" charset="0"/>
                <a:ea typeface="Cascadia Code" panose="020B0609020000020004" pitchFamily="49" charset="0"/>
                <a:cs typeface="Cascadia Code" panose="020B0609020000020004" pitchFamily="49" charset="0"/>
              </a:rPr>
              <a:t>mkdir</a:t>
            </a:r>
            <a:r>
              <a:rPr lang="en-IN" kern="1200" dirty="0">
                <a:solidFill>
                  <a:prstClr val="black"/>
                </a:solidFill>
                <a:latin typeface="Cascadia Code" panose="020B0609020000020004" pitchFamily="49" charset="0"/>
                <a:ea typeface="Cascadia Code" panose="020B0609020000020004" pitchFamily="49" charset="0"/>
                <a:cs typeface="Cascadia Code" panose="020B0609020000020004" pitchFamily="49" charset="0"/>
              </a:rPr>
              <a:t> my-</a:t>
            </a:r>
            <a:r>
              <a:rPr lang="en-IN" kern="1200" dirty="0" err="1">
                <a:solidFill>
                  <a:prstClr val="black"/>
                </a:solidFill>
                <a:latin typeface="Cascadia Code" panose="020B0609020000020004" pitchFamily="49" charset="0"/>
                <a:ea typeface="Cascadia Code" panose="020B0609020000020004" pitchFamily="49" charset="0"/>
                <a:cs typeface="Cascadia Code" panose="020B0609020000020004" pitchFamily="49" charset="0"/>
              </a:rPr>
              <a:t>ts</a:t>
            </a:r>
            <a:r>
              <a:rPr lang="en-IN" kern="1200" dirty="0">
                <a:solidFill>
                  <a:prstClr val="black"/>
                </a:solidFill>
                <a:latin typeface="Cascadia Code" panose="020B0609020000020004" pitchFamily="49" charset="0"/>
                <a:ea typeface="Cascadia Code" panose="020B0609020000020004" pitchFamily="49" charset="0"/>
                <a:cs typeface="Cascadia Code" panose="020B0609020000020004" pitchFamily="49" charset="0"/>
              </a:rPr>
              <a:t>-node-app</a:t>
            </a:r>
            <a:br>
              <a:rPr lang="en-IN" kern="1200" dirty="0">
                <a:solidFill>
                  <a:prstClr val="black"/>
                </a:solidFill>
                <a:latin typeface="Cascadia Code" panose="020B0609020000020004" pitchFamily="49" charset="0"/>
                <a:ea typeface="Cascadia Code" panose="020B0609020000020004" pitchFamily="49" charset="0"/>
                <a:cs typeface="Cascadia Code" panose="020B0609020000020004" pitchFamily="49" charset="0"/>
              </a:rPr>
            </a:br>
            <a:r>
              <a:rPr lang="en-IN" kern="1200" dirty="0">
                <a:solidFill>
                  <a:prstClr val="black"/>
                </a:solidFill>
                <a:latin typeface="Cascadia Code" panose="020B0609020000020004" pitchFamily="49" charset="0"/>
                <a:ea typeface="Cascadia Code" panose="020B0609020000020004" pitchFamily="49" charset="0"/>
                <a:cs typeface="Cascadia Code" panose="020B0609020000020004" pitchFamily="49" charset="0"/>
              </a:rPr>
              <a:t>cd my-</a:t>
            </a:r>
            <a:r>
              <a:rPr lang="en-IN" kern="1200" dirty="0" err="1">
                <a:solidFill>
                  <a:prstClr val="black"/>
                </a:solidFill>
                <a:latin typeface="Cascadia Code" panose="020B0609020000020004" pitchFamily="49" charset="0"/>
                <a:ea typeface="Cascadia Code" panose="020B0609020000020004" pitchFamily="49" charset="0"/>
                <a:cs typeface="Cascadia Code" panose="020B0609020000020004" pitchFamily="49" charset="0"/>
              </a:rPr>
              <a:t>ts</a:t>
            </a:r>
            <a:r>
              <a:rPr lang="en-IN" kern="1200" dirty="0">
                <a:solidFill>
                  <a:prstClr val="black"/>
                </a:solidFill>
                <a:latin typeface="Cascadia Code" panose="020B0609020000020004" pitchFamily="49" charset="0"/>
                <a:ea typeface="Cascadia Code" panose="020B0609020000020004" pitchFamily="49" charset="0"/>
                <a:cs typeface="Cascadia Code" panose="020B0609020000020004" pitchFamily="49" charset="0"/>
              </a:rPr>
              <a:t>-node-app</a:t>
            </a:r>
            <a:br>
              <a:rPr lang="en-IN" kern="1200" dirty="0">
                <a:solidFill>
                  <a:prstClr val="black"/>
                </a:solidFill>
                <a:latin typeface="Cascadia Code" panose="020B0609020000020004" pitchFamily="49" charset="0"/>
                <a:ea typeface="Cascadia Code" panose="020B0609020000020004" pitchFamily="49" charset="0"/>
                <a:cs typeface="Cascadia Code" panose="020B0609020000020004" pitchFamily="49" charset="0"/>
              </a:rPr>
            </a:br>
            <a:r>
              <a:rPr lang="en-IN" kern="1200" dirty="0" err="1">
                <a:solidFill>
                  <a:prstClr val="black"/>
                </a:solidFill>
                <a:latin typeface="Cascadia Code" panose="020B0609020000020004" pitchFamily="49" charset="0"/>
                <a:ea typeface="Cascadia Code" panose="020B0609020000020004" pitchFamily="49" charset="0"/>
                <a:cs typeface="Cascadia Code" panose="020B0609020000020004" pitchFamily="49" charset="0"/>
              </a:rPr>
              <a:t>npm</a:t>
            </a:r>
            <a:r>
              <a:rPr lang="en-IN" kern="1200" dirty="0">
                <a:solidFill>
                  <a:prstClr val="black"/>
                </a:solidFill>
                <a:latin typeface="Cascadia Code" panose="020B0609020000020004" pitchFamily="49" charset="0"/>
                <a:ea typeface="Cascadia Code" panose="020B0609020000020004" pitchFamily="49" charset="0"/>
                <a:cs typeface="Cascadia Code" panose="020B0609020000020004" pitchFamily="49" charset="0"/>
              </a:rPr>
              <a:t> </a:t>
            </a:r>
            <a:r>
              <a:rPr lang="en-IN" kern="1200" dirty="0" err="1">
                <a:solidFill>
                  <a:prstClr val="black"/>
                </a:solidFill>
                <a:latin typeface="Cascadia Code" panose="020B0609020000020004" pitchFamily="49" charset="0"/>
                <a:ea typeface="Cascadia Code" panose="020B0609020000020004" pitchFamily="49" charset="0"/>
                <a:cs typeface="Cascadia Code" panose="020B0609020000020004" pitchFamily="49" charset="0"/>
              </a:rPr>
              <a:t>init</a:t>
            </a:r>
            <a:r>
              <a:rPr lang="en-IN" kern="1200" dirty="0">
                <a:solidFill>
                  <a:prstClr val="black"/>
                </a:solidFill>
                <a:latin typeface="Cascadia Code" panose="020B0609020000020004" pitchFamily="49" charset="0"/>
                <a:ea typeface="Cascadia Code" panose="020B0609020000020004" pitchFamily="49" charset="0"/>
                <a:cs typeface="Cascadia Code" panose="020B0609020000020004" pitchFamily="49" charset="0"/>
              </a:rPr>
              <a:t> -y</a:t>
            </a:r>
            <a:br>
              <a:rPr lang="en-IN" kern="1200" dirty="0">
                <a:solidFill>
                  <a:prstClr val="black"/>
                </a:solidFill>
                <a:latin typeface="Cascadia Code" panose="020B0609020000020004" pitchFamily="49" charset="0"/>
                <a:ea typeface="Cascadia Code" panose="020B0609020000020004" pitchFamily="49" charset="0"/>
                <a:cs typeface="Cascadia Code" panose="020B0609020000020004" pitchFamily="49" charset="0"/>
              </a:rPr>
            </a:br>
            <a:r>
              <a:rPr lang="en-IN" kern="1200" dirty="0" err="1">
                <a:solidFill>
                  <a:prstClr val="black"/>
                </a:solidFill>
                <a:latin typeface="Cascadia Code" panose="020B0609020000020004" pitchFamily="49" charset="0"/>
                <a:ea typeface="Cascadia Code" panose="020B0609020000020004" pitchFamily="49" charset="0"/>
                <a:cs typeface="Cascadia Code" panose="020B0609020000020004" pitchFamily="49" charset="0"/>
              </a:rPr>
              <a:t>npm</a:t>
            </a:r>
            <a:r>
              <a:rPr lang="en-IN" kern="1200" dirty="0">
                <a:solidFill>
                  <a:prstClr val="black"/>
                </a:solidFill>
                <a:latin typeface="Cascadia Code" panose="020B0609020000020004" pitchFamily="49" charset="0"/>
                <a:ea typeface="Cascadia Code" panose="020B0609020000020004" pitchFamily="49" charset="0"/>
                <a:cs typeface="Cascadia Code" panose="020B0609020000020004" pitchFamily="49" charset="0"/>
              </a:rPr>
              <a:t> install typescript @types/node --save-dev</a:t>
            </a:r>
            <a:br>
              <a:rPr lang="en-IN" kern="1200" dirty="0">
                <a:solidFill>
                  <a:prstClr val="black"/>
                </a:solidFill>
                <a:latin typeface="Cascadia Code" panose="020B0609020000020004" pitchFamily="49" charset="0"/>
                <a:ea typeface="Cascadia Code" panose="020B0609020000020004" pitchFamily="49" charset="0"/>
                <a:cs typeface="Cascadia Code" panose="020B0609020000020004" pitchFamily="49" charset="0"/>
              </a:rPr>
            </a:br>
            <a:r>
              <a:rPr lang="en-IN" kern="1200" dirty="0" err="1">
                <a:solidFill>
                  <a:prstClr val="black"/>
                </a:solidFill>
                <a:latin typeface="Cascadia Code" panose="020B0609020000020004" pitchFamily="49" charset="0"/>
                <a:ea typeface="Cascadia Code" panose="020B0609020000020004" pitchFamily="49" charset="0"/>
                <a:cs typeface="Cascadia Code" panose="020B0609020000020004" pitchFamily="49" charset="0"/>
              </a:rPr>
              <a:t>npx</a:t>
            </a:r>
            <a:r>
              <a:rPr lang="en-IN" kern="1200" dirty="0">
                <a:solidFill>
                  <a:prstClr val="black"/>
                </a:solidFill>
                <a:latin typeface="Cascadia Code" panose="020B0609020000020004" pitchFamily="49" charset="0"/>
                <a:ea typeface="Cascadia Code" panose="020B0609020000020004" pitchFamily="49" charset="0"/>
                <a:cs typeface="Cascadia Code" panose="020B0609020000020004" pitchFamily="49" charset="0"/>
              </a:rPr>
              <a:t> </a:t>
            </a:r>
            <a:r>
              <a:rPr lang="en-IN" kern="1200" dirty="0" err="1">
                <a:solidFill>
                  <a:prstClr val="black"/>
                </a:solidFill>
                <a:latin typeface="Cascadia Code" panose="020B0609020000020004" pitchFamily="49" charset="0"/>
                <a:ea typeface="Cascadia Code" panose="020B0609020000020004" pitchFamily="49" charset="0"/>
                <a:cs typeface="Cascadia Code" panose="020B0609020000020004" pitchFamily="49" charset="0"/>
              </a:rPr>
              <a:t>tsc</a:t>
            </a:r>
            <a:r>
              <a:rPr lang="en-IN" kern="1200" dirty="0">
                <a:solidFill>
                  <a:prstClr val="black"/>
                </a:solidFill>
                <a:latin typeface="Cascadia Code" panose="020B0609020000020004" pitchFamily="49" charset="0"/>
                <a:ea typeface="Cascadia Code" panose="020B0609020000020004" pitchFamily="49" charset="0"/>
                <a:cs typeface="Cascadia Code" panose="020B0609020000020004" pitchFamily="49" charset="0"/>
              </a:rPr>
              <a:t> –</a:t>
            </a:r>
            <a:r>
              <a:rPr lang="en-IN" kern="1200" dirty="0" err="1">
                <a:solidFill>
                  <a:prstClr val="black"/>
                </a:solidFill>
                <a:latin typeface="Cascadia Code" panose="020B0609020000020004" pitchFamily="49" charset="0"/>
                <a:ea typeface="Cascadia Code" panose="020B0609020000020004" pitchFamily="49" charset="0"/>
                <a:cs typeface="Cascadia Code" panose="020B0609020000020004" pitchFamily="49" charset="0"/>
              </a:rPr>
              <a:t>init</a:t>
            </a:r>
            <a:endParaRPr lang="en-IN" kern="1200" dirty="0">
              <a:solidFill>
                <a:prstClr val="black"/>
              </a:solidFill>
              <a:latin typeface="Cascadia Code" panose="020B0609020000020004" pitchFamily="49" charset="0"/>
              <a:ea typeface="Cascadia Code" panose="020B0609020000020004" pitchFamily="49" charset="0"/>
              <a:cs typeface="Cascadia Code" panose="020B0609020000020004" pitchFamily="49" charset="0"/>
            </a:endParaRPr>
          </a:p>
          <a:p>
            <a:pPr defTabSz="914126">
              <a:buClrTx/>
            </a:pPr>
            <a:endParaRPr lang="en-IN" sz="1799" kern="1200" dirty="0">
              <a:solidFill>
                <a:prstClr val="black"/>
              </a:solidFill>
              <a:latin typeface="Aptos" panose="02110004020202020204"/>
              <a:ea typeface="+mn-ea"/>
              <a:cs typeface="+mn-cs"/>
            </a:endParaRPr>
          </a:p>
        </p:txBody>
      </p:sp>
      <p:sp>
        <p:nvSpPr>
          <p:cNvPr id="4" name="TextBox 3">
            <a:extLst>
              <a:ext uri="{FF2B5EF4-FFF2-40B4-BE49-F238E27FC236}">
                <a16:creationId xmlns:a16="http://schemas.microsoft.com/office/drawing/2014/main" id="{8C2205E2-4842-2F5B-2AB6-A7577ABDDD09}"/>
              </a:ext>
            </a:extLst>
          </p:cNvPr>
          <p:cNvSpPr txBox="1"/>
          <p:nvPr/>
        </p:nvSpPr>
        <p:spPr>
          <a:xfrm>
            <a:off x="9663686" y="6549412"/>
            <a:ext cx="2523554" cy="307674"/>
          </a:xfrm>
          <a:prstGeom prst="rect">
            <a:avLst/>
          </a:prstGeom>
          <a:noFill/>
        </p:spPr>
        <p:txBody>
          <a:bodyPr wrap="square" lIns="121867" tIns="60933" rIns="121867" bIns="60933">
            <a:spAutoFit/>
          </a:bodyPr>
          <a:lstStyle/>
          <a:p>
            <a:pPr defTabSz="914126">
              <a:buClrTx/>
            </a:pPr>
            <a:r>
              <a:rPr lang="en-US" sz="1200" kern="1200" dirty="0">
                <a:solidFill>
                  <a:srgbClr val="0E2841">
                    <a:lumMod val="25000"/>
                    <a:lumOff val="75000"/>
                  </a:srgbClr>
                </a:solidFill>
                <a:latin typeface="Cooper Black" panose="0208090404030B020404" pitchFamily="18" charset="0"/>
                <a:ea typeface="+mn-ea"/>
                <a:cs typeface="+mn-cs"/>
              </a:rPr>
              <a:t>www.anubhavtrainings.com</a:t>
            </a:r>
            <a:endParaRPr lang="en-IN" sz="1200" kern="1200" dirty="0">
              <a:solidFill>
                <a:srgbClr val="0E2841">
                  <a:lumMod val="25000"/>
                  <a:lumOff val="75000"/>
                </a:srgbClr>
              </a:solidFill>
              <a:latin typeface="Cooper Black" panose="0208090404030B020404" pitchFamily="18" charset="0"/>
              <a:ea typeface="+mn-ea"/>
              <a:cs typeface="+mn-cs"/>
            </a:endParaRPr>
          </a:p>
        </p:txBody>
      </p:sp>
      <p:pic>
        <p:nvPicPr>
          <p:cNvPr id="5" name="Picture 4">
            <a:extLst>
              <a:ext uri="{FF2B5EF4-FFF2-40B4-BE49-F238E27FC236}">
                <a16:creationId xmlns:a16="http://schemas.microsoft.com/office/drawing/2014/main" id="{F9D7F6E5-9726-86A4-131E-E9DDA9650FB7}"/>
              </a:ext>
            </a:extLst>
          </p:cNvPr>
          <p:cNvPicPr>
            <a:picLocks noChangeAspect="1"/>
          </p:cNvPicPr>
          <p:nvPr/>
        </p:nvPicPr>
        <p:blipFill>
          <a:blip r:embed="rId2" cstate="print"/>
          <a:stretch>
            <a:fillRect/>
          </a:stretch>
        </p:blipFill>
        <p:spPr>
          <a:xfrm>
            <a:off x="11690070" y="71243"/>
            <a:ext cx="456296" cy="450803"/>
          </a:xfrm>
          <a:prstGeom prst="rect">
            <a:avLst/>
          </a:prstGeom>
        </p:spPr>
      </p:pic>
      <p:sp>
        <p:nvSpPr>
          <p:cNvPr id="6" name="TextBox 5">
            <a:extLst>
              <a:ext uri="{FF2B5EF4-FFF2-40B4-BE49-F238E27FC236}">
                <a16:creationId xmlns:a16="http://schemas.microsoft.com/office/drawing/2014/main" id="{24B8872D-FD14-FC67-423B-B1282B22F602}"/>
              </a:ext>
            </a:extLst>
          </p:cNvPr>
          <p:cNvSpPr txBox="1"/>
          <p:nvPr/>
        </p:nvSpPr>
        <p:spPr>
          <a:xfrm>
            <a:off x="118259" y="6559465"/>
            <a:ext cx="223621" cy="292290"/>
          </a:xfrm>
          <a:prstGeom prst="rect">
            <a:avLst/>
          </a:prstGeom>
          <a:noFill/>
        </p:spPr>
        <p:txBody>
          <a:bodyPr wrap="square" lIns="121867" tIns="60933" rIns="121867" bIns="60933" rtlCol="0">
            <a:spAutoFit/>
          </a:bodyPr>
          <a:lstStyle/>
          <a:p>
            <a:pPr defTabSz="914126">
              <a:buClrTx/>
            </a:pPr>
            <a:r>
              <a:rPr lang="en-US" sz="1100" kern="1200" dirty="0">
                <a:solidFill>
                  <a:srgbClr val="0E2841">
                    <a:lumMod val="40000"/>
                    <a:lumOff val="60000"/>
                  </a:srgbClr>
                </a:solidFill>
                <a:latin typeface="Aptos" panose="02110004020202020204"/>
                <a:ea typeface="+mn-ea"/>
                <a:cs typeface="+mn-cs"/>
              </a:rPr>
              <a:t>7</a:t>
            </a:r>
            <a:endParaRPr lang="en-IN" sz="1100" kern="1200" dirty="0">
              <a:solidFill>
                <a:srgbClr val="0E2841">
                  <a:lumMod val="40000"/>
                  <a:lumOff val="60000"/>
                </a:srgbClr>
              </a:solidFill>
              <a:latin typeface="Aptos" panose="02110004020202020204"/>
              <a:ea typeface="+mn-ea"/>
              <a:cs typeface="+mn-cs"/>
            </a:endParaRPr>
          </a:p>
        </p:txBody>
      </p:sp>
      <p:sp>
        <p:nvSpPr>
          <p:cNvPr id="7" name="TextBox 6">
            <a:extLst>
              <a:ext uri="{FF2B5EF4-FFF2-40B4-BE49-F238E27FC236}">
                <a16:creationId xmlns:a16="http://schemas.microsoft.com/office/drawing/2014/main" id="{BE7A0ED9-BBA4-B0D4-0C6D-D55C245C4DCA}"/>
              </a:ext>
            </a:extLst>
          </p:cNvPr>
          <p:cNvSpPr txBox="1"/>
          <p:nvPr/>
        </p:nvSpPr>
        <p:spPr>
          <a:xfrm>
            <a:off x="11927635" y="6610951"/>
            <a:ext cx="261190" cy="246157"/>
          </a:xfrm>
          <a:prstGeom prst="rect">
            <a:avLst/>
          </a:prstGeom>
          <a:noFill/>
        </p:spPr>
        <p:txBody>
          <a:bodyPr wrap="square" rtlCol="0">
            <a:spAutoFit/>
          </a:bodyPr>
          <a:lstStyle/>
          <a:p>
            <a:pPr defTabSz="914126">
              <a:buClrTx/>
            </a:pPr>
            <a:r>
              <a:rPr lang="en-IN" sz="1000" kern="1200" dirty="0">
                <a:solidFill>
                  <a:prstClr val="black"/>
                </a:solidFill>
                <a:latin typeface="Aptos" panose="02110004020202020204"/>
                <a:ea typeface="+mn-ea"/>
                <a:cs typeface="+mn-cs"/>
              </a:rPr>
              <a:t>7</a:t>
            </a:r>
          </a:p>
        </p:txBody>
      </p:sp>
    </p:spTree>
    <p:extLst>
      <p:ext uri="{BB962C8B-B14F-4D97-AF65-F5344CB8AC3E}">
        <p14:creationId xmlns:p14="http://schemas.microsoft.com/office/powerpoint/2010/main" val="37006808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1000"/>
                                        <p:tgtEl>
                                          <p:spTgt spid="3">
                                            <p:txEl>
                                              <p:pRg st="3" end="3"/>
                                            </p:txEl>
                                          </p:spTgt>
                                        </p:tgtEl>
                                      </p:cBhvr>
                                    </p:animEffect>
                                    <p:anim calcmode="lin" valueType="num">
                                      <p:cBhvr>
                                        <p:cTn id="20"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1000"/>
                                        <p:tgtEl>
                                          <p:spTgt spid="3">
                                            <p:txEl>
                                              <p:pRg st="4" end="4"/>
                                            </p:txEl>
                                          </p:spTgt>
                                        </p:tgtEl>
                                      </p:cBhvr>
                                    </p:animEffect>
                                    <p:anim calcmode="lin" valueType="num">
                                      <p:cBhvr>
                                        <p:cTn id="25"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4" end="4"/>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Effect transition="in" filter="fade">
                                      <p:cBhvr>
                                        <p:cTn id="29" dur="1000"/>
                                        <p:tgtEl>
                                          <p:spTgt spid="3">
                                            <p:txEl>
                                              <p:pRg st="5" end="5"/>
                                            </p:txEl>
                                          </p:spTgt>
                                        </p:tgtEl>
                                      </p:cBhvr>
                                    </p:animEffect>
                                    <p:anim calcmode="lin" valueType="num">
                                      <p:cBhvr>
                                        <p:cTn id="30"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5" end="5"/>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3">
                                            <p:txEl>
                                              <p:pRg st="6" end="6"/>
                                            </p:txEl>
                                          </p:spTgt>
                                        </p:tgtEl>
                                        <p:attrNameLst>
                                          <p:attrName>style.visibility</p:attrName>
                                        </p:attrNameLst>
                                      </p:cBhvr>
                                      <p:to>
                                        <p:strVal val="visible"/>
                                      </p:to>
                                    </p:set>
                                    <p:animEffect transition="in" filter="fade">
                                      <p:cBhvr>
                                        <p:cTn id="34" dur="1000"/>
                                        <p:tgtEl>
                                          <p:spTgt spid="3">
                                            <p:txEl>
                                              <p:pRg st="6" end="6"/>
                                            </p:txEl>
                                          </p:spTgt>
                                        </p:tgtEl>
                                      </p:cBhvr>
                                    </p:animEffect>
                                    <p:anim calcmode="lin" valueType="num">
                                      <p:cBhvr>
                                        <p:cTn id="35"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6" end="6"/>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animEffect transition="in" filter="fade">
                                      <p:cBhvr>
                                        <p:cTn id="39" dur="1000"/>
                                        <p:tgtEl>
                                          <p:spTgt spid="3">
                                            <p:txEl>
                                              <p:pRg st="7" end="7"/>
                                            </p:txEl>
                                          </p:spTgt>
                                        </p:tgtEl>
                                      </p:cBhvr>
                                    </p:animEffect>
                                    <p:anim calcmode="lin" valueType="num">
                                      <p:cBhvr>
                                        <p:cTn id="40"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1"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nodeType="clickEffect">
                                  <p:stCondLst>
                                    <p:cond delay="0"/>
                                  </p:stCondLst>
                                  <p:childTnLst>
                                    <p:set>
                                      <p:cBhvr>
                                        <p:cTn id="45" dur="1" fill="hold">
                                          <p:stCondLst>
                                            <p:cond delay="0"/>
                                          </p:stCondLst>
                                        </p:cTn>
                                        <p:tgtEl>
                                          <p:spTgt spid="3">
                                            <p:txEl>
                                              <p:pRg st="9" end="9"/>
                                            </p:txEl>
                                          </p:spTgt>
                                        </p:tgtEl>
                                        <p:attrNameLst>
                                          <p:attrName>style.visibility</p:attrName>
                                        </p:attrNameLst>
                                      </p:cBhvr>
                                      <p:to>
                                        <p:strVal val="visible"/>
                                      </p:to>
                                    </p:set>
                                    <p:animEffect transition="in" filter="fade">
                                      <p:cBhvr>
                                        <p:cTn id="46" dur="1000"/>
                                        <p:tgtEl>
                                          <p:spTgt spid="3">
                                            <p:txEl>
                                              <p:pRg st="9" end="9"/>
                                            </p:txEl>
                                          </p:spTgt>
                                        </p:tgtEl>
                                      </p:cBhvr>
                                    </p:animEffect>
                                    <p:anim calcmode="lin" valueType="num">
                                      <p:cBhvr>
                                        <p:cTn id="47"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48"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4B0702-1181-ED7A-4F5A-61CE49492D67}"/>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B96E1733-6EDA-5A65-BC4D-CA7F600990D2}"/>
              </a:ext>
            </a:extLst>
          </p:cNvPr>
          <p:cNvSpPr txBox="1">
            <a:spLocks/>
          </p:cNvSpPr>
          <p:nvPr/>
        </p:nvSpPr>
        <p:spPr>
          <a:xfrm>
            <a:off x="142631" y="141374"/>
            <a:ext cx="11134985" cy="513697"/>
          </a:xfrm>
          <a:prstGeom prst="rect">
            <a:avLst/>
          </a:prstGeom>
        </p:spPr>
        <p:txBody>
          <a:bodyPr lIns="121867" tIns="60933" rIns="121867" bIns="60933">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126" rtl="0" eaLnBrk="1" fontAlgn="auto" latinLnBrk="0" hangingPunct="1">
              <a:lnSpc>
                <a:spcPct val="90000"/>
              </a:lnSpc>
              <a:spcBef>
                <a:spcPct val="0"/>
              </a:spcBef>
              <a:spcAft>
                <a:spcPts val="0"/>
              </a:spcAft>
              <a:buClrTx/>
              <a:buSzTx/>
              <a:buFont typeface="Arial"/>
              <a:buNone/>
              <a:tabLst/>
              <a:defRPr/>
            </a:pPr>
            <a:r>
              <a:rPr kumimoji="0" lang="en-US" sz="3199" b="0" i="0" u="none" strike="noStrike" kern="1200" cap="none" spc="0" normalizeH="0" baseline="0" noProof="0" dirty="0">
                <a:ln>
                  <a:noFill/>
                </a:ln>
                <a:solidFill>
                  <a:prstClr val="black"/>
                </a:solidFill>
                <a:effectLst/>
                <a:uLnTx/>
                <a:uFillTx/>
                <a:latin typeface="Cooper Black" panose="0208090404030B020404" pitchFamily="18" charset="0"/>
                <a:ea typeface="+mj-ea"/>
                <a:cs typeface="Times New Roman" panose="02020603050405020304" pitchFamily="18" charset="0"/>
                <a:sym typeface="Arial"/>
              </a:rPr>
              <a:t>Decorators and Metadata reflection</a:t>
            </a:r>
            <a:endParaRPr kumimoji="0" lang="en-IN" sz="3199" b="0" i="0" u="none" strike="noStrike" kern="1200" cap="none" spc="0" normalizeH="0" baseline="0" noProof="0" dirty="0">
              <a:ln>
                <a:noFill/>
              </a:ln>
              <a:solidFill>
                <a:prstClr val="black"/>
              </a:solidFill>
              <a:effectLst/>
              <a:uLnTx/>
              <a:uFillTx/>
              <a:latin typeface="Cooper Black" panose="0208090404030B020404" pitchFamily="18" charset="0"/>
              <a:ea typeface="+mj-ea"/>
              <a:cs typeface="Times New Roman" panose="02020603050405020304" pitchFamily="18" charset="0"/>
              <a:sym typeface="Arial"/>
            </a:endParaRPr>
          </a:p>
        </p:txBody>
      </p:sp>
      <p:sp>
        <p:nvSpPr>
          <p:cNvPr id="3" name="TextBox 2">
            <a:extLst>
              <a:ext uri="{FF2B5EF4-FFF2-40B4-BE49-F238E27FC236}">
                <a16:creationId xmlns:a16="http://schemas.microsoft.com/office/drawing/2014/main" id="{832865A0-2AEB-B623-2E72-0DD6FCBFFBE4}"/>
              </a:ext>
            </a:extLst>
          </p:cNvPr>
          <p:cNvSpPr txBox="1"/>
          <p:nvPr/>
        </p:nvSpPr>
        <p:spPr>
          <a:xfrm>
            <a:off x="142630" y="655071"/>
            <a:ext cx="11483853" cy="1784921"/>
          </a:xfrm>
          <a:prstGeom prst="rect">
            <a:avLst/>
          </a:prstGeom>
          <a:noFill/>
        </p:spPr>
        <p:txBody>
          <a:bodyPr wrap="square" lIns="121867" tIns="60933" rIns="121867" bIns="60933" rtlCol="0">
            <a:spAutoFit/>
          </a:bodyPr>
          <a:lstStyle/>
          <a:p>
            <a:r>
              <a:rPr lang="en-IN" sz="1800" b="1" dirty="0"/>
              <a:t>Decorators</a:t>
            </a:r>
            <a:r>
              <a:rPr lang="en-IN" sz="1800" dirty="0"/>
              <a:t> are special functions prefixed with </a:t>
            </a:r>
            <a:r>
              <a:rPr lang="en-IN" dirty="0"/>
              <a:t>@</a:t>
            </a:r>
            <a:r>
              <a:rPr lang="en-IN" sz="1800" dirty="0"/>
              <a:t> that attach to classes, methods, properties, or parameters and add behavior without modifying the original code — similar to Java Annotations or Python Decorators.</a:t>
            </a:r>
          </a:p>
          <a:p>
            <a:endParaRPr lang="en-IN" sz="1800" dirty="0"/>
          </a:p>
          <a:p>
            <a:r>
              <a:rPr lang="en-IN" sz="1800" b="1" dirty="0"/>
              <a:t>Metadata Reflection</a:t>
            </a:r>
            <a:r>
              <a:rPr lang="en-IN" sz="1800" dirty="0"/>
              <a:t> (</a:t>
            </a:r>
            <a:r>
              <a:rPr lang="en-IN" dirty="0"/>
              <a:t>reflect-metadata</a:t>
            </a:r>
            <a:r>
              <a:rPr lang="en-IN" sz="1800" dirty="0"/>
              <a:t>) lets decorators read/write hidden metadata about classes at runtime — used heavily by frameworks like </a:t>
            </a:r>
            <a:r>
              <a:rPr lang="en-IN" sz="1800" dirty="0" err="1"/>
              <a:t>NestJS</a:t>
            </a:r>
            <a:r>
              <a:rPr lang="en-IN" sz="1800" dirty="0"/>
              <a:t>, </a:t>
            </a:r>
            <a:r>
              <a:rPr lang="en-IN" sz="1800" dirty="0" err="1"/>
              <a:t>TypeORM</a:t>
            </a:r>
            <a:r>
              <a:rPr lang="en-IN" sz="1800" dirty="0"/>
              <a:t>.</a:t>
            </a:r>
          </a:p>
          <a:p>
            <a:pPr marL="0" marR="0" lvl="0" indent="0" algn="l" defTabSz="914126" rtl="0" eaLnBrk="1" fontAlgn="auto" latinLnBrk="0" hangingPunct="1">
              <a:lnSpc>
                <a:spcPct val="100000"/>
              </a:lnSpc>
              <a:spcBef>
                <a:spcPts val="0"/>
              </a:spcBef>
              <a:spcAft>
                <a:spcPts val="0"/>
              </a:spcAft>
              <a:buClrTx/>
              <a:buSzTx/>
              <a:buFont typeface="Arial"/>
              <a:buNone/>
              <a:tabLst/>
              <a:defRPr/>
            </a:pPr>
            <a:endParaRPr kumimoji="0" lang="en-IN"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endParaRPr>
          </a:p>
        </p:txBody>
      </p:sp>
      <p:sp>
        <p:nvSpPr>
          <p:cNvPr id="4" name="TextBox 3">
            <a:extLst>
              <a:ext uri="{FF2B5EF4-FFF2-40B4-BE49-F238E27FC236}">
                <a16:creationId xmlns:a16="http://schemas.microsoft.com/office/drawing/2014/main" id="{79340446-C47C-368C-A5D5-DC6113DFF60D}"/>
              </a:ext>
            </a:extLst>
          </p:cNvPr>
          <p:cNvSpPr txBox="1"/>
          <p:nvPr/>
        </p:nvSpPr>
        <p:spPr>
          <a:xfrm>
            <a:off x="9663686" y="6549412"/>
            <a:ext cx="2523554" cy="307674"/>
          </a:xfrm>
          <a:prstGeom prst="rect">
            <a:avLst/>
          </a:prstGeom>
          <a:noFill/>
        </p:spPr>
        <p:txBody>
          <a:bodyPr wrap="square" lIns="121867" tIns="60933" rIns="121867" bIns="60933">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200" b="0" i="0" u="none" strike="noStrike" kern="1200" cap="none" spc="0" normalizeH="0" baseline="0" noProof="0" dirty="0">
                <a:ln>
                  <a:noFill/>
                </a:ln>
                <a:solidFill>
                  <a:srgbClr val="0E2841">
                    <a:lumMod val="25000"/>
                    <a:lumOff val="75000"/>
                  </a:srgbClr>
                </a:solidFill>
                <a:effectLst/>
                <a:uLnTx/>
                <a:uFillTx/>
                <a:latin typeface="Cooper Black" panose="0208090404030B020404" pitchFamily="18" charset="0"/>
                <a:ea typeface="+mn-ea"/>
                <a:cs typeface="Arial"/>
                <a:sym typeface="Arial"/>
              </a:rPr>
              <a:t>www.anubhavtrainings.com</a:t>
            </a:r>
            <a:endParaRPr kumimoji="0" lang="en-IN" sz="1200" b="0" i="0" u="none" strike="noStrike" kern="1200" cap="none" spc="0" normalizeH="0" baseline="0" noProof="0" dirty="0">
              <a:ln>
                <a:noFill/>
              </a:ln>
              <a:solidFill>
                <a:srgbClr val="0E2841">
                  <a:lumMod val="25000"/>
                  <a:lumOff val="75000"/>
                </a:srgbClr>
              </a:solidFill>
              <a:effectLst/>
              <a:uLnTx/>
              <a:uFillTx/>
              <a:latin typeface="Cooper Black" panose="0208090404030B020404" pitchFamily="18" charset="0"/>
              <a:ea typeface="+mn-ea"/>
              <a:cs typeface="Arial"/>
              <a:sym typeface="Arial"/>
            </a:endParaRPr>
          </a:p>
        </p:txBody>
      </p:sp>
      <p:pic>
        <p:nvPicPr>
          <p:cNvPr id="5" name="Picture 4">
            <a:extLst>
              <a:ext uri="{FF2B5EF4-FFF2-40B4-BE49-F238E27FC236}">
                <a16:creationId xmlns:a16="http://schemas.microsoft.com/office/drawing/2014/main" id="{D83124F4-F45F-955D-2CB3-4DF470CC6EE5}"/>
              </a:ext>
            </a:extLst>
          </p:cNvPr>
          <p:cNvPicPr>
            <a:picLocks noChangeAspect="1"/>
          </p:cNvPicPr>
          <p:nvPr/>
        </p:nvPicPr>
        <p:blipFill>
          <a:blip r:embed="rId2" cstate="print"/>
          <a:stretch>
            <a:fillRect/>
          </a:stretch>
        </p:blipFill>
        <p:spPr>
          <a:xfrm>
            <a:off x="11690070" y="71243"/>
            <a:ext cx="456296" cy="450803"/>
          </a:xfrm>
          <a:prstGeom prst="rect">
            <a:avLst/>
          </a:prstGeom>
        </p:spPr>
      </p:pic>
      <p:sp>
        <p:nvSpPr>
          <p:cNvPr id="6" name="TextBox 5">
            <a:extLst>
              <a:ext uri="{FF2B5EF4-FFF2-40B4-BE49-F238E27FC236}">
                <a16:creationId xmlns:a16="http://schemas.microsoft.com/office/drawing/2014/main" id="{084A4F28-26D6-984F-651A-BE13F35DB6DF}"/>
              </a:ext>
            </a:extLst>
          </p:cNvPr>
          <p:cNvSpPr txBox="1"/>
          <p:nvPr/>
        </p:nvSpPr>
        <p:spPr>
          <a:xfrm>
            <a:off x="118259" y="6559465"/>
            <a:ext cx="223621" cy="292290"/>
          </a:xfrm>
          <a:prstGeom prst="rect">
            <a:avLst/>
          </a:prstGeom>
          <a:noFill/>
        </p:spPr>
        <p:txBody>
          <a:bodyPr wrap="square" lIns="121867" tIns="60933" rIns="121867" bIns="60933" rtlCol="0">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100" b="0" i="0" u="none" strike="noStrike" kern="1200" cap="none" spc="0" normalizeH="0" baseline="0" noProof="0" dirty="0">
                <a:ln>
                  <a:noFill/>
                </a:ln>
                <a:solidFill>
                  <a:srgbClr val="0E2841">
                    <a:lumMod val="40000"/>
                    <a:lumOff val="60000"/>
                  </a:srgbClr>
                </a:solidFill>
                <a:effectLst/>
                <a:uLnTx/>
                <a:uFillTx/>
                <a:latin typeface="Aptos" panose="02110004020202020204"/>
                <a:ea typeface="+mn-ea"/>
                <a:cs typeface="Arial"/>
                <a:sym typeface="Arial"/>
              </a:rPr>
              <a:t>7</a:t>
            </a:r>
            <a:endParaRPr kumimoji="0" lang="en-IN" sz="1100" b="0" i="0" u="none" strike="noStrike" kern="1200" cap="none" spc="0" normalizeH="0" baseline="0" noProof="0" dirty="0">
              <a:ln>
                <a:noFill/>
              </a:ln>
              <a:solidFill>
                <a:srgbClr val="0E2841">
                  <a:lumMod val="40000"/>
                  <a:lumOff val="60000"/>
                </a:srgbClr>
              </a:solidFill>
              <a:effectLst/>
              <a:uLnTx/>
              <a:uFillTx/>
              <a:latin typeface="Aptos" panose="02110004020202020204"/>
              <a:ea typeface="+mn-ea"/>
              <a:cs typeface="Arial"/>
              <a:sym typeface="Arial"/>
            </a:endParaRPr>
          </a:p>
        </p:txBody>
      </p:sp>
      <p:sp>
        <p:nvSpPr>
          <p:cNvPr id="7" name="TextBox 6">
            <a:extLst>
              <a:ext uri="{FF2B5EF4-FFF2-40B4-BE49-F238E27FC236}">
                <a16:creationId xmlns:a16="http://schemas.microsoft.com/office/drawing/2014/main" id="{3BE59D52-D349-DFA3-A09E-E94FFE6532F5}"/>
              </a:ext>
            </a:extLst>
          </p:cNvPr>
          <p:cNvSpPr txBox="1"/>
          <p:nvPr/>
        </p:nvSpPr>
        <p:spPr>
          <a:xfrm>
            <a:off x="11927635" y="6610951"/>
            <a:ext cx="261190" cy="246157"/>
          </a:xfrm>
          <a:prstGeom prst="rect">
            <a:avLst/>
          </a:prstGeom>
          <a:noFill/>
        </p:spPr>
        <p:txBody>
          <a:bodyPr wrap="square" rtlCol="0">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IN" sz="1000"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7</a:t>
            </a:r>
          </a:p>
        </p:txBody>
      </p:sp>
      <p:pic>
        <p:nvPicPr>
          <p:cNvPr id="9" name="Picture 8">
            <a:extLst>
              <a:ext uri="{FF2B5EF4-FFF2-40B4-BE49-F238E27FC236}">
                <a16:creationId xmlns:a16="http://schemas.microsoft.com/office/drawing/2014/main" id="{776C19F5-9770-2214-4519-4E4EF07FF417}"/>
              </a:ext>
            </a:extLst>
          </p:cNvPr>
          <p:cNvPicPr>
            <a:picLocks noChangeAspect="1"/>
          </p:cNvPicPr>
          <p:nvPr/>
        </p:nvPicPr>
        <p:blipFill>
          <a:blip r:embed="rId3"/>
          <a:stretch>
            <a:fillRect/>
          </a:stretch>
        </p:blipFill>
        <p:spPr>
          <a:xfrm>
            <a:off x="230069" y="2361084"/>
            <a:ext cx="6305743" cy="3284004"/>
          </a:xfrm>
          <a:prstGeom prst="rect">
            <a:avLst/>
          </a:prstGeom>
        </p:spPr>
      </p:pic>
    </p:spTree>
    <p:extLst>
      <p:ext uri="{BB962C8B-B14F-4D97-AF65-F5344CB8AC3E}">
        <p14:creationId xmlns:p14="http://schemas.microsoft.com/office/powerpoint/2010/main" val="850370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8F22A-ED5F-19DB-C6E6-DB4A526F879E}"/>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E74E6F4E-1B26-9923-1CE7-E904005CC2E3}"/>
              </a:ext>
            </a:extLst>
          </p:cNvPr>
          <p:cNvSpPr txBox="1">
            <a:spLocks/>
          </p:cNvSpPr>
          <p:nvPr/>
        </p:nvSpPr>
        <p:spPr>
          <a:xfrm>
            <a:off x="142631" y="141374"/>
            <a:ext cx="11134985" cy="513697"/>
          </a:xfrm>
          <a:prstGeom prst="rect">
            <a:avLst/>
          </a:prstGeom>
        </p:spPr>
        <p:txBody>
          <a:bodyPr lIns="121867" tIns="60933" rIns="121867" bIns="60933">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126" rtl="0" eaLnBrk="1" fontAlgn="auto" latinLnBrk="0" hangingPunct="1">
              <a:lnSpc>
                <a:spcPct val="90000"/>
              </a:lnSpc>
              <a:spcBef>
                <a:spcPct val="0"/>
              </a:spcBef>
              <a:spcAft>
                <a:spcPts val="0"/>
              </a:spcAft>
              <a:buClrTx/>
              <a:buSzTx/>
              <a:buFont typeface="Arial"/>
              <a:buNone/>
              <a:tabLst/>
              <a:defRPr/>
            </a:pPr>
            <a:r>
              <a:rPr kumimoji="0" lang="en-US" sz="3199" b="0" i="0" u="none" strike="noStrike" kern="1200" cap="none" spc="0" normalizeH="0" baseline="0" noProof="0" dirty="0">
                <a:ln>
                  <a:noFill/>
                </a:ln>
                <a:solidFill>
                  <a:prstClr val="black"/>
                </a:solidFill>
                <a:effectLst/>
                <a:uLnTx/>
                <a:uFillTx/>
                <a:latin typeface="Cooper Black" panose="0208090404030B020404" pitchFamily="18" charset="0"/>
                <a:ea typeface="+mj-ea"/>
                <a:cs typeface="Times New Roman" panose="02020603050405020304" pitchFamily="18" charset="0"/>
                <a:sym typeface="Arial"/>
              </a:rPr>
              <a:t>Utility types</a:t>
            </a:r>
            <a:endParaRPr kumimoji="0" lang="en-IN" sz="3199" b="0" i="0" u="none" strike="noStrike" kern="1200" cap="none" spc="0" normalizeH="0" baseline="0" noProof="0" dirty="0">
              <a:ln>
                <a:noFill/>
              </a:ln>
              <a:solidFill>
                <a:prstClr val="black"/>
              </a:solidFill>
              <a:effectLst/>
              <a:uLnTx/>
              <a:uFillTx/>
              <a:latin typeface="Cooper Black" panose="0208090404030B020404" pitchFamily="18" charset="0"/>
              <a:ea typeface="+mj-ea"/>
              <a:cs typeface="Times New Roman" panose="02020603050405020304" pitchFamily="18" charset="0"/>
              <a:sym typeface="Arial"/>
            </a:endParaRPr>
          </a:p>
        </p:txBody>
      </p:sp>
      <p:sp>
        <p:nvSpPr>
          <p:cNvPr id="3" name="TextBox 2">
            <a:extLst>
              <a:ext uri="{FF2B5EF4-FFF2-40B4-BE49-F238E27FC236}">
                <a16:creationId xmlns:a16="http://schemas.microsoft.com/office/drawing/2014/main" id="{FEC8B4B3-B2C1-FA9E-C6AD-38583D421B6E}"/>
              </a:ext>
            </a:extLst>
          </p:cNvPr>
          <p:cNvSpPr txBox="1"/>
          <p:nvPr/>
        </p:nvSpPr>
        <p:spPr>
          <a:xfrm>
            <a:off x="142630" y="655071"/>
            <a:ext cx="11483853" cy="677054"/>
          </a:xfrm>
          <a:prstGeom prst="rect">
            <a:avLst/>
          </a:prstGeom>
          <a:noFill/>
        </p:spPr>
        <p:txBody>
          <a:bodyPr wrap="square" lIns="121867" tIns="60933" rIns="121867" bIns="60933" rtlCol="0">
            <a:spAutoFit/>
          </a:bodyPr>
          <a:lstStyle/>
          <a:p>
            <a:pPr lvl="0" defTabSz="914126">
              <a:buClrTx/>
            </a:pPr>
            <a:r>
              <a:rPr lang="en-IN" sz="1800" dirty="0"/>
              <a:t>Utility types are </a:t>
            </a:r>
            <a:r>
              <a:rPr lang="en-IN" sz="1800" b="1" dirty="0"/>
              <a:t>built-in generic types</a:t>
            </a:r>
            <a:r>
              <a:rPr lang="en-IN" sz="1800" dirty="0"/>
              <a:t> that transform existing types into new ones — no need to rewrite interfaces from scratch.</a:t>
            </a:r>
            <a:endParaRPr kumimoji="0" lang="en-IN"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endParaRPr>
          </a:p>
        </p:txBody>
      </p:sp>
      <p:sp>
        <p:nvSpPr>
          <p:cNvPr id="4" name="TextBox 3">
            <a:extLst>
              <a:ext uri="{FF2B5EF4-FFF2-40B4-BE49-F238E27FC236}">
                <a16:creationId xmlns:a16="http://schemas.microsoft.com/office/drawing/2014/main" id="{B1FCC746-7E15-3804-B444-402B79CA2E02}"/>
              </a:ext>
            </a:extLst>
          </p:cNvPr>
          <p:cNvSpPr txBox="1"/>
          <p:nvPr/>
        </p:nvSpPr>
        <p:spPr>
          <a:xfrm>
            <a:off x="9663686" y="6549412"/>
            <a:ext cx="2523554" cy="307674"/>
          </a:xfrm>
          <a:prstGeom prst="rect">
            <a:avLst/>
          </a:prstGeom>
          <a:noFill/>
        </p:spPr>
        <p:txBody>
          <a:bodyPr wrap="square" lIns="121867" tIns="60933" rIns="121867" bIns="60933">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200" b="0" i="0" u="none" strike="noStrike" kern="1200" cap="none" spc="0" normalizeH="0" baseline="0" noProof="0" dirty="0">
                <a:ln>
                  <a:noFill/>
                </a:ln>
                <a:solidFill>
                  <a:srgbClr val="0E2841">
                    <a:lumMod val="25000"/>
                    <a:lumOff val="75000"/>
                  </a:srgbClr>
                </a:solidFill>
                <a:effectLst/>
                <a:uLnTx/>
                <a:uFillTx/>
                <a:latin typeface="Cooper Black" panose="0208090404030B020404" pitchFamily="18" charset="0"/>
                <a:ea typeface="+mn-ea"/>
                <a:cs typeface="Arial"/>
                <a:sym typeface="Arial"/>
              </a:rPr>
              <a:t>www.anubhavtrainings.com</a:t>
            </a:r>
            <a:endParaRPr kumimoji="0" lang="en-IN" sz="1200" b="0" i="0" u="none" strike="noStrike" kern="1200" cap="none" spc="0" normalizeH="0" baseline="0" noProof="0" dirty="0">
              <a:ln>
                <a:noFill/>
              </a:ln>
              <a:solidFill>
                <a:srgbClr val="0E2841">
                  <a:lumMod val="25000"/>
                  <a:lumOff val="75000"/>
                </a:srgbClr>
              </a:solidFill>
              <a:effectLst/>
              <a:uLnTx/>
              <a:uFillTx/>
              <a:latin typeface="Cooper Black" panose="0208090404030B020404" pitchFamily="18" charset="0"/>
              <a:ea typeface="+mn-ea"/>
              <a:cs typeface="Arial"/>
              <a:sym typeface="Arial"/>
            </a:endParaRPr>
          </a:p>
        </p:txBody>
      </p:sp>
      <p:pic>
        <p:nvPicPr>
          <p:cNvPr id="5" name="Picture 4">
            <a:extLst>
              <a:ext uri="{FF2B5EF4-FFF2-40B4-BE49-F238E27FC236}">
                <a16:creationId xmlns:a16="http://schemas.microsoft.com/office/drawing/2014/main" id="{B4C17AE5-47AE-7205-F5D5-D2609F3A13DD}"/>
              </a:ext>
            </a:extLst>
          </p:cNvPr>
          <p:cNvPicPr>
            <a:picLocks noChangeAspect="1"/>
          </p:cNvPicPr>
          <p:nvPr/>
        </p:nvPicPr>
        <p:blipFill>
          <a:blip r:embed="rId2" cstate="print"/>
          <a:stretch>
            <a:fillRect/>
          </a:stretch>
        </p:blipFill>
        <p:spPr>
          <a:xfrm>
            <a:off x="11690070" y="71243"/>
            <a:ext cx="456296" cy="450803"/>
          </a:xfrm>
          <a:prstGeom prst="rect">
            <a:avLst/>
          </a:prstGeom>
        </p:spPr>
      </p:pic>
      <p:sp>
        <p:nvSpPr>
          <p:cNvPr id="6" name="TextBox 5">
            <a:extLst>
              <a:ext uri="{FF2B5EF4-FFF2-40B4-BE49-F238E27FC236}">
                <a16:creationId xmlns:a16="http://schemas.microsoft.com/office/drawing/2014/main" id="{099ED7B7-7102-3EC7-77D8-46C9C026B5CF}"/>
              </a:ext>
            </a:extLst>
          </p:cNvPr>
          <p:cNvSpPr txBox="1"/>
          <p:nvPr/>
        </p:nvSpPr>
        <p:spPr>
          <a:xfrm>
            <a:off x="118259" y="6559465"/>
            <a:ext cx="223621" cy="292290"/>
          </a:xfrm>
          <a:prstGeom prst="rect">
            <a:avLst/>
          </a:prstGeom>
          <a:noFill/>
        </p:spPr>
        <p:txBody>
          <a:bodyPr wrap="square" lIns="121867" tIns="60933" rIns="121867" bIns="60933" rtlCol="0">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100" b="0" i="0" u="none" strike="noStrike" kern="1200" cap="none" spc="0" normalizeH="0" baseline="0" noProof="0" dirty="0">
                <a:ln>
                  <a:noFill/>
                </a:ln>
                <a:solidFill>
                  <a:srgbClr val="0E2841">
                    <a:lumMod val="40000"/>
                    <a:lumOff val="60000"/>
                  </a:srgbClr>
                </a:solidFill>
                <a:effectLst/>
                <a:uLnTx/>
                <a:uFillTx/>
                <a:latin typeface="Aptos" panose="02110004020202020204"/>
                <a:ea typeface="+mn-ea"/>
                <a:cs typeface="Arial"/>
                <a:sym typeface="Arial"/>
              </a:rPr>
              <a:t>7</a:t>
            </a:r>
            <a:endParaRPr kumimoji="0" lang="en-IN" sz="1100" b="0" i="0" u="none" strike="noStrike" kern="1200" cap="none" spc="0" normalizeH="0" baseline="0" noProof="0" dirty="0">
              <a:ln>
                <a:noFill/>
              </a:ln>
              <a:solidFill>
                <a:srgbClr val="0E2841">
                  <a:lumMod val="40000"/>
                  <a:lumOff val="60000"/>
                </a:srgbClr>
              </a:solidFill>
              <a:effectLst/>
              <a:uLnTx/>
              <a:uFillTx/>
              <a:latin typeface="Aptos" panose="02110004020202020204"/>
              <a:ea typeface="+mn-ea"/>
              <a:cs typeface="Arial"/>
              <a:sym typeface="Arial"/>
            </a:endParaRPr>
          </a:p>
        </p:txBody>
      </p:sp>
      <p:sp>
        <p:nvSpPr>
          <p:cNvPr id="7" name="TextBox 6">
            <a:extLst>
              <a:ext uri="{FF2B5EF4-FFF2-40B4-BE49-F238E27FC236}">
                <a16:creationId xmlns:a16="http://schemas.microsoft.com/office/drawing/2014/main" id="{DD59A12F-CE3C-9466-2D41-C78D2D9F0F2D}"/>
              </a:ext>
            </a:extLst>
          </p:cNvPr>
          <p:cNvSpPr txBox="1"/>
          <p:nvPr/>
        </p:nvSpPr>
        <p:spPr>
          <a:xfrm>
            <a:off x="11927635" y="6610951"/>
            <a:ext cx="261190" cy="246157"/>
          </a:xfrm>
          <a:prstGeom prst="rect">
            <a:avLst/>
          </a:prstGeom>
          <a:noFill/>
        </p:spPr>
        <p:txBody>
          <a:bodyPr wrap="square" rtlCol="0">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IN" sz="1000"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7</a:t>
            </a:r>
          </a:p>
        </p:txBody>
      </p:sp>
    </p:spTree>
    <p:extLst>
      <p:ext uri="{BB962C8B-B14F-4D97-AF65-F5344CB8AC3E}">
        <p14:creationId xmlns:p14="http://schemas.microsoft.com/office/powerpoint/2010/main" val="33087834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56CC22-9394-ACCF-5DC2-E4DA586A211E}"/>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D9A00D44-33DF-8A5B-79D8-646DDDCD3E48}"/>
              </a:ext>
            </a:extLst>
          </p:cNvPr>
          <p:cNvSpPr txBox="1">
            <a:spLocks/>
          </p:cNvSpPr>
          <p:nvPr/>
        </p:nvSpPr>
        <p:spPr>
          <a:xfrm>
            <a:off x="142631" y="141374"/>
            <a:ext cx="11134985" cy="513697"/>
          </a:xfrm>
          <a:prstGeom prst="rect">
            <a:avLst/>
          </a:prstGeom>
        </p:spPr>
        <p:txBody>
          <a:bodyPr lIns="121867" tIns="60933" rIns="121867" bIns="60933">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126" rtl="0" eaLnBrk="1" fontAlgn="auto" latinLnBrk="0" hangingPunct="1">
              <a:lnSpc>
                <a:spcPct val="90000"/>
              </a:lnSpc>
              <a:spcBef>
                <a:spcPct val="0"/>
              </a:spcBef>
              <a:spcAft>
                <a:spcPts val="0"/>
              </a:spcAft>
              <a:buClrTx/>
              <a:buSzTx/>
              <a:buFont typeface="Arial"/>
              <a:buNone/>
              <a:tabLst/>
              <a:defRPr/>
            </a:pPr>
            <a:r>
              <a:rPr kumimoji="0" lang="en-US" sz="3199" b="0" i="0" u="none" strike="noStrike" kern="1200" cap="none" spc="0" normalizeH="0" baseline="0" noProof="0" dirty="0">
                <a:ln>
                  <a:noFill/>
                </a:ln>
                <a:solidFill>
                  <a:prstClr val="black"/>
                </a:solidFill>
                <a:effectLst/>
                <a:uLnTx/>
                <a:uFillTx/>
                <a:latin typeface="Cooper Black" panose="0208090404030B020404" pitchFamily="18" charset="0"/>
                <a:ea typeface="+mj-ea"/>
                <a:cs typeface="Times New Roman" panose="02020603050405020304" pitchFamily="18" charset="0"/>
                <a:sym typeface="Arial"/>
              </a:rPr>
              <a:t>Partial, Required, Pick</a:t>
            </a:r>
            <a:endParaRPr kumimoji="0" lang="en-IN" sz="3199" b="0" i="0" u="none" strike="noStrike" kern="1200" cap="none" spc="0" normalizeH="0" baseline="0" noProof="0" dirty="0">
              <a:ln>
                <a:noFill/>
              </a:ln>
              <a:solidFill>
                <a:prstClr val="black"/>
              </a:solidFill>
              <a:effectLst/>
              <a:uLnTx/>
              <a:uFillTx/>
              <a:latin typeface="Cooper Black" panose="0208090404030B020404" pitchFamily="18" charset="0"/>
              <a:ea typeface="+mj-ea"/>
              <a:cs typeface="Times New Roman" panose="02020603050405020304" pitchFamily="18" charset="0"/>
              <a:sym typeface="Arial"/>
            </a:endParaRPr>
          </a:p>
        </p:txBody>
      </p:sp>
      <p:sp>
        <p:nvSpPr>
          <p:cNvPr id="3" name="TextBox 2">
            <a:extLst>
              <a:ext uri="{FF2B5EF4-FFF2-40B4-BE49-F238E27FC236}">
                <a16:creationId xmlns:a16="http://schemas.microsoft.com/office/drawing/2014/main" id="{3B07EAC5-5390-E172-20DD-A31D46621D9D}"/>
              </a:ext>
            </a:extLst>
          </p:cNvPr>
          <p:cNvSpPr txBox="1"/>
          <p:nvPr/>
        </p:nvSpPr>
        <p:spPr>
          <a:xfrm>
            <a:off x="142630" y="655071"/>
            <a:ext cx="11483853" cy="399927"/>
          </a:xfrm>
          <a:prstGeom prst="rect">
            <a:avLst/>
          </a:prstGeom>
          <a:noFill/>
        </p:spPr>
        <p:txBody>
          <a:bodyPr wrap="square" lIns="121867" tIns="60933" rIns="121867" bIns="60933" rtlCol="0">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lang="en-IN" sz="1799" kern="1200" dirty="0">
                <a:solidFill>
                  <a:prstClr val="black"/>
                </a:solidFill>
                <a:latin typeface="Aptos" panose="02110004020202020204"/>
                <a:ea typeface="+mn-ea"/>
              </a:rPr>
              <a:t>Text</a:t>
            </a:r>
            <a:endParaRPr kumimoji="0" lang="en-IN"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endParaRPr>
          </a:p>
        </p:txBody>
      </p:sp>
      <p:sp>
        <p:nvSpPr>
          <p:cNvPr id="4" name="TextBox 3">
            <a:extLst>
              <a:ext uri="{FF2B5EF4-FFF2-40B4-BE49-F238E27FC236}">
                <a16:creationId xmlns:a16="http://schemas.microsoft.com/office/drawing/2014/main" id="{D6B3B871-260F-E430-BFBE-D3B54822222B}"/>
              </a:ext>
            </a:extLst>
          </p:cNvPr>
          <p:cNvSpPr txBox="1"/>
          <p:nvPr/>
        </p:nvSpPr>
        <p:spPr>
          <a:xfrm>
            <a:off x="9663686" y="6549412"/>
            <a:ext cx="2523554" cy="307674"/>
          </a:xfrm>
          <a:prstGeom prst="rect">
            <a:avLst/>
          </a:prstGeom>
          <a:noFill/>
        </p:spPr>
        <p:txBody>
          <a:bodyPr wrap="square" lIns="121867" tIns="60933" rIns="121867" bIns="60933">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200" b="0" i="0" u="none" strike="noStrike" kern="1200" cap="none" spc="0" normalizeH="0" baseline="0" noProof="0" dirty="0">
                <a:ln>
                  <a:noFill/>
                </a:ln>
                <a:solidFill>
                  <a:srgbClr val="0E2841">
                    <a:lumMod val="25000"/>
                    <a:lumOff val="75000"/>
                  </a:srgbClr>
                </a:solidFill>
                <a:effectLst/>
                <a:uLnTx/>
                <a:uFillTx/>
                <a:latin typeface="Cooper Black" panose="0208090404030B020404" pitchFamily="18" charset="0"/>
                <a:ea typeface="+mn-ea"/>
                <a:cs typeface="Arial"/>
                <a:sym typeface="Arial"/>
              </a:rPr>
              <a:t>www.anubhavtrainings.com</a:t>
            </a:r>
            <a:endParaRPr kumimoji="0" lang="en-IN" sz="1200" b="0" i="0" u="none" strike="noStrike" kern="1200" cap="none" spc="0" normalizeH="0" baseline="0" noProof="0" dirty="0">
              <a:ln>
                <a:noFill/>
              </a:ln>
              <a:solidFill>
                <a:srgbClr val="0E2841">
                  <a:lumMod val="25000"/>
                  <a:lumOff val="75000"/>
                </a:srgbClr>
              </a:solidFill>
              <a:effectLst/>
              <a:uLnTx/>
              <a:uFillTx/>
              <a:latin typeface="Cooper Black" panose="0208090404030B020404" pitchFamily="18" charset="0"/>
              <a:ea typeface="+mn-ea"/>
              <a:cs typeface="Arial"/>
              <a:sym typeface="Arial"/>
            </a:endParaRPr>
          </a:p>
        </p:txBody>
      </p:sp>
      <p:pic>
        <p:nvPicPr>
          <p:cNvPr id="5" name="Picture 4">
            <a:extLst>
              <a:ext uri="{FF2B5EF4-FFF2-40B4-BE49-F238E27FC236}">
                <a16:creationId xmlns:a16="http://schemas.microsoft.com/office/drawing/2014/main" id="{DC5DDD0B-AFA8-4C3F-FFA2-08EE5D685BA6}"/>
              </a:ext>
            </a:extLst>
          </p:cNvPr>
          <p:cNvPicPr>
            <a:picLocks noChangeAspect="1"/>
          </p:cNvPicPr>
          <p:nvPr/>
        </p:nvPicPr>
        <p:blipFill>
          <a:blip r:embed="rId2" cstate="print"/>
          <a:stretch>
            <a:fillRect/>
          </a:stretch>
        </p:blipFill>
        <p:spPr>
          <a:xfrm>
            <a:off x="11690070" y="71243"/>
            <a:ext cx="456296" cy="450803"/>
          </a:xfrm>
          <a:prstGeom prst="rect">
            <a:avLst/>
          </a:prstGeom>
        </p:spPr>
      </p:pic>
      <p:sp>
        <p:nvSpPr>
          <p:cNvPr id="6" name="TextBox 5">
            <a:extLst>
              <a:ext uri="{FF2B5EF4-FFF2-40B4-BE49-F238E27FC236}">
                <a16:creationId xmlns:a16="http://schemas.microsoft.com/office/drawing/2014/main" id="{17BFADA8-E1AD-F056-B711-75AA1E152E00}"/>
              </a:ext>
            </a:extLst>
          </p:cNvPr>
          <p:cNvSpPr txBox="1"/>
          <p:nvPr/>
        </p:nvSpPr>
        <p:spPr>
          <a:xfrm>
            <a:off x="118259" y="6559465"/>
            <a:ext cx="223621" cy="292290"/>
          </a:xfrm>
          <a:prstGeom prst="rect">
            <a:avLst/>
          </a:prstGeom>
          <a:noFill/>
        </p:spPr>
        <p:txBody>
          <a:bodyPr wrap="square" lIns="121867" tIns="60933" rIns="121867" bIns="60933" rtlCol="0">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100" b="0" i="0" u="none" strike="noStrike" kern="1200" cap="none" spc="0" normalizeH="0" baseline="0" noProof="0" dirty="0">
                <a:ln>
                  <a:noFill/>
                </a:ln>
                <a:solidFill>
                  <a:srgbClr val="0E2841">
                    <a:lumMod val="40000"/>
                    <a:lumOff val="60000"/>
                  </a:srgbClr>
                </a:solidFill>
                <a:effectLst/>
                <a:uLnTx/>
                <a:uFillTx/>
                <a:latin typeface="Aptos" panose="02110004020202020204"/>
                <a:ea typeface="+mn-ea"/>
                <a:cs typeface="Arial"/>
                <a:sym typeface="Arial"/>
              </a:rPr>
              <a:t>7</a:t>
            </a:r>
            <a:endParaRPr kumimoji="0" lang="en-IN" sz="1100" b="0" i="0" u="none" strike="noStrike" kern="1200" cap="none" spc="0" normalizeH="0" baseline="0" noProof="0" dirty="0">
              <a:ln>
                <a:noFill/>
              </a:ln>
              <a:solidFill>
                <a:srgbClr val="0E2841">
                  <a:lumMod val="40000"/>
                  <a:lumOff val="60000"/>
                </a:srgbClr>
              </a:solidFill>
              <a:effectLst/>
              <a:uLnTx/>
              <a:uFillTx/>
              <a:latin typeface="Aptos" panose="02110004020202020204"/>
              <a:ea typeface="+mn-ea"/>
              <a:cs typeface="Arial"/>
              <a:sym typeface="Arial"/>
            </a:endParaRPr>
          </a:p>
        </p:txBody>
      </p:sp>
      <p:sp>
        <p:nvSpPr>
          <p:cNvPr id="7" name="TextBox 6">
            <a:extLst>
              <a:ext uri="{FF2B5EF4-FFF2-40B4-BE49-F238E27FC236}">
                <a16:creationId xmlns:a16="http://schemas.microsoft.com/office/drawing/2014/main" id="{95E6A19C-43DA-D632-FB08-344FDAE1F355}"/>
              </a:ext>
            </a:extLst>
          </p:cNvPr>
          <p:cNvSpPr txBox="1"/>
          <p:nvPr/>
        </p:nvSpPr>
        <p:spPr>
          <a:xfrm>
            <a:off x="11927635" y="6610951"/>
            <a:ext cx="261190" cy="246157"/>
          </a:xfrm>
          <a:prstGeom prst="rect">
            <a:avLst/>
          </a:prstGeom>
          <a:noFill/>
        </p:spPr>
        <p:txBody>
          <a:bodyPr wrap="square" rtlCol="0">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IN" sz="1000"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7</a:t>
            </a:r>
          </a:p>
        </p:txBody>
      </p:sp>
      <p:pic>
        <p:nvPicPr>
          <p:cNvPr id="9" name="Picture 8">
            <a:extLst>
              <a:ext uri="{FF2B5EF4-FFF2-40B4-BE49-F238E27FC236}">
                <a16:creationId xmlns:a16="http://schemas.microsoft.com/office/drawing/2014/main" id="{22592F77-7AD8-9FFD-3956-F765331024F6}"/>
              </a:ext>
            </a:extLst>
          </p:cNvPr>
          <p:cNvPicPr>
            <a:picLocks noChangeAspect="1"/>
          </p:cNvPicPr>
          <p:nvPr/>
        </p:nvPicPr>
        <p:blipFill>
          <a:blip r:embed="rId3"/>
          <a:stretch>
            <a:fillRect/>
          </a:stretch>
        </p:blipFill>
        <p:spPr>
          <a:xfrm>
            <a:off x="230070" y="643048"/>
            <a:ext cx="3838250" cy="5967903"/>
          </a:xfrm>
          <a:prstGeom prst="rect">
            <a:avLst/>
          </a:prstGeom>
        </p:spPr>
      </p:pic>
      <p:pic>
        <p:nvPicPr>
          <p:cNvPr id="11" name="Picture 10">
            <a:extLst>
              <a:ext uri="{FF2B5EF4-FFF2-40B4-BE49-F238E27FC236}">
                <a16:creationId xmlns:a16="http://schemas.microsoft.com/office/drawing/2014/main" id="{CB164E33-B154-9DD5-E38E-BF830BF934A1}"/>
              </a:ext>
            </a:extLst>
          </p:cNvPr>
          <p:cNvPicPr>
            <a:picLocks noChangeAspect="1"/>
          </p:cNvPicPr>
          <p:nvPr/>
        </p:nvPicPr>
        <p:blipFill>
          <a:blip r:embed="rId4"/>
          <a:stretch>
            <a:fillRect/>
          </a:stretch>
        </p:blipFill>
        <p:spPr>
          <a:xfrm>
            <a:off x="4180131" y="632995"/>
            <a:ext cx="4465679" cy="5916417"/>
          </a:xfrm>
          <a:prstGeom prst="rect">
            <a:avLst/>
          </a:prstGeom>
        </p:spPr>
      </p:pic>
      <p:pic>
        <p:nvPicPr>
          <p:cNvPr id="13" name="Picture 12">
            <a:extLst>
              <a:ext uri="{FF2B5EF4-FFF2-40B4-BE49-F238E27FC236}">
                <a16:creationId xmlns:a16="http://schemas.microsoft.com/office/drawing/2014/main" id="{DEFD9FA4-23EA-80E1-2004-9BFF0E90299B}"/>
              </a:ext>
            </a:extLst>
          </p:cNvPr>
          <p:cNvPicPr>
            <a:picLocks noChangeAspect="1"/>
          </p:cNvPicPr>
          <p:nvPr/>
        </p:nvPicPr>
        <p:blipFill>
          <a:blip r:embed="rId5"/>
          <a:stretch>
            <a:fillRect/>
          </a:stretch>
        </p:blipFill>
        <p:spPr>
          <a:xfrm>
            <a:off x="8688180" y="632995"/>
            <a:ext cx="4768779" cy="5916395"/>
          </a:xfrm>
          <a:prstGeom prst="rect">
            <a:avLst/>
          </a:prstGeom>
        </p:spPr>
      </p:pic>
    </p:spTree>
    <p:extLst>
      <p:ext uri="{BB962C8B-B14F-4D97-AF65-F5344CB8AC3E}">
        <p14:creationId xmlns:p14="http://schemas.microsoft.com/office/powerpoint/2010/main" val="33424581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5702A-8C10-19E0-FBA1-6FD7A6199190}"/>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F04F07F1-AA66-4370-A792-9C5C8F9E4164}"/>
              </a:ext>
            </a:extLst>
          </p:cNvPr>
          <p:cNvSpPr txBox="1">
            <a:spLocks/>
          </p:cNvSpPr>
          <p:nvPr/>
        </p:nvSpPr>
        <p:spPr>
          <a:xfrm>
            <a:off x="142631" y="141374"/>
            <a:ext cx="11134985" cy="513697"/>
          </a:xfrm>
          <a:prstGeom prst="rect">
            <a:avLst/>
          </a:prstGeom>
        </p:spPr>
        <p:txBody>
          <a:bodyPr lIns="121867" tIns="60933" rIns="121867" bIns="60933">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126" rtl="0" eaLnBrk="1" fontAlgn="auto" latinLnBrk="0" hangingPunct="1">
              <a:lnSpc>
                <a:spcPct val="90000"/>
              </a:lnSpc>
              <a:spcBef>
                <a:spcPct val="0"/>
              </a:spcBef>
              <a:spcAft>
                <a:spcPts val="0"/>
              </a:spcAft>
              <a:buClrTx/>
              <a:buSzTx/>
              <a:buFont typeface="Arial"/>
              <a:buNone/>
              <a:tabLst/>
              <a:defRPr/>
            </a:pPr>
            <a:r>
              <a:rPr kumimoji="0" lang="en-US" sz="3199" b="0" i="0" u="none" strike="noStrike" kern="1200" cap="none" spc="0" normalizeH="0" baseline="0" noProof="0" dirty="0">
                <a:ln>
                  <a:noFill/>
                </a:ln>
                <a:solidFill>
                  <a:prstClr val="black"/>
                </a:solidFill>
                <a:effectLst/>
                <a:uLnTx/>
                <a:uFillTx/>
                <a:latin typeface="Cooper Black" panose="0208090404030B020404" pitchFamily="18" charset="0"/>
                <a:ea typeface="+mj-ea"/>
                <a:cs typeface="Times New Roman" panose="02020603050405020304" pitchFamily="18" charset="0"/>
                <a:sym typeface="Arial"/>
              </a:rPr>
              <a:t>Omit and </a:t>
            </a:r>
            <a:r>
              <a:rPr kumimoji="0" lang="en-US" sz="3199" b="0" i="0" u="none" strike="noStrike" kern="1200" cap="none" spc="0" normalizeH="0" baseline="0" noProof="0" dirty="0" err="1">
                <a:ln>
                  <a:noFill/>
                </a:ln>
                <a:solidFill>
                  <a:prstClr val="black"/>
                </a:solidFill>
                <a:effectLst/>
                <a:uLnTx/>
                <a:uFillTx/>
                <a:latin typeface="Cooper Black" panose="0208090404030B020404" pitchFamily="18" charset="0"/>
                <a:ea typeface="+mj-ea"/>
                <a:cs typeface="Times New Roman" panose="02020603050405020304" pitchFamily="18" charset="0"/>
                <a:sym typeface="Arial"/>
              </a:rPr>
              <a:t>ReadOnly</a:t>
            </a:r>
            <a:endParaRPr kumimoji="0" lang="en-IN" sz="3199" b="0" i="0" u="none" strike="noStrike" kern="1200" cap="none" spc="0" normalizeH="0" baseline="0" noProof="0" dirty="0">
              <a:ln>
                <a:noFill/>
              </a:ln>
              <a:solidFill>
                <a:prstClr val="black"/>
              </a:solidFill>
              <a:effectLst/>
              <a:uLnTx/>
              <a:uFillTx/>
              <a:latin typeface="Cooper Black" panose="0208090404030B020404" pitchFamily="18" charset="0"/>
              <a:ea typeface="+mj-ea"/>
              <a:cs typeface="Times New Roman" panose="02020603050405020304" pitchFamily="18" charset="0"/>
              <a:sym typeface="Arial"/>
            </a:endParaRPr>
          </a:p>
        </p:txBody>
      </p:sp>
      <p:sp>
        <p:nvSpPr>
          <p:cNvPr id="4" name="TextBox 3">
            <a:extLst>
              <a:ext uri="{FF2B5EF4-FFF2-40B4-BE49-F238E27FC236}">
                <a16:creationId xmlns:a16="http://schemas.microsoft.com/office/drawing/2014/main" id="{A8AD9308-FBD6-0FC5-3E5F-6FD307AE2C96}"/>
              </a:ext>
            </a:extLst>
          </p:cNvPr>
          <p:cNvSpPr txBox="1"/>
          <p:nvPr/>
        </p:nvSpPr>
        <p:spPr>
          <a:xfrm>
            <a:off x="9663686" y="6549412"/>
            <a:ext cx="2523554" cy="307674"/>
          </a:xfrm>
          <a:prstGeom prst="rect">
            <a:avLst/>
          </a:prstGeom>
          <a:noFill/>
        </p:spPr>
        <p:txBody>
          <a:bodyPr wrap="square" lIns="121867" tIns="60933" rIns="121867" bIns="60933">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200" b="0" i="0" u="none" strike="noStrike" kern="1200" cap="none" spc="0" normalizeH="0" baseline="0" noProof="0" dirty="0">
                <a:ln>
                  <a:noFill/>
                </a:ln>
                <a:solidFill>
                  <a:srgbClr val="0E2841">
                    <a:lumMod val="25000"/>
                    <a:lumOff val="75000"/>
                  </a:srgbClr>
                </a:solidFill>
                <a:effectLst/>
                <a:uLnTx/>
                <a:uFillTx/>
                <a:latin typeface="Cooper Black" panose="0208090404030B020404" pitchFamily="18" charset="0"/>
                <a:ea typeface="+mn-ea"/>
                <a:cs typeface="Arial"/>
                <a:sym typeface="Arial"/>
              </a:rPr>
              <a:t>www.anubhavtrainings.com</a:t>
            </a:r>
            <a:endParaRPr kumimoji="0" lang="en-IN" sz="1200" b="0" i="0" u="none" strike="noStrike" kern="1200" cap="none" spc="0" normalizeH="0" baseline="0" noProof="0" dirty="0">
              <a:ln>
                <a:noFill/>
              </a:ln>
              <a:solidFill>
                <a:srgbClr val="0E2841">
                  <a:lumMod val="25000"/>
                  <a:lumOff val="75000"/>
                </a:srgbClr>
              </a:solidFill>
              <a:effectLst/>
              <a:uLnTx/>
              <a:uFillTx/>
              <a:latin typeface="Cooper Black" panose="0208090404030B020404" pitchFamily="18" charset="0"/>
              <a:ea typeface="+mn-ea"/>
              <a:cs typeface="Arial"/>
              <a:sym typeface="Arial"/>
            </a:endParaRPr>
          </a:p>
        </p:txBody>
      </p:sp>
      <p:pic>
        <p:nvPicPr>
          <p:cNvPr id="5" name="Picture 4">
            <a:extLst>
              <a:ext uri="{FF2B5EF4-FFF2-40B4-BE49-F238E27FC236}">
                <a16:creationId xmlns:a16="http://schemas.microsoft.com/office/drawing/2014/main" id="{1B0178DD-5A7C-29E4-85F3-28687C0A93BD}"/>
              </a:ext>
            </a:extLst>
          </p:cNvPr>
          <p:cNvPicPr>
            <a:picLocks noChangeAspect="1"/>
          </p:cNvPicPr>
          <p:nvPr/>
        </p:nvPicPr>
        <p:blipFill>
          <a:blip r:embed="rId2" cstate="print"/>
          <a:stretch>
            <a:fillRect/>
          </a:stretch>
        </p:blipFill>
        <p:spPr>
          <a:xfrm>
            <a:off x="11690070" y="71243"/>
            <a:ext cx="456296" cy="450803"/>
          </a:xfrm>
          <a:prstGeom prst="rect">
            <a:avLst/>
          </a:prstGeom>
        </p:spPr>
      </p:pic>
      <p:sp>
        <p:nvSpPr>
          <p:cNvPr id="6" name="TextBox 5">
            <a:extLst>
              <a:ext uri="{FF2B5EF4-FFF2-40B4-BE49-F238E27FC236}">
                <a16:creationId xmlns:a16="http://schemas.microsoft.com/office/drawing/2014/main" id="{05DE86D9-BA52-CDFA-194E-433DAF44F30A}"/>
              </a:ext>
            </a:extLst>
          </p:cNvPr>
          <p:cNvSpPr txBox="1"/>
          <p:nvPr/>
        </p:nvSpPr>
        <p:spPr>
          <a:xfrm>
            <a:off x="118259" y="6559465"/>
            <a:ext cx="223621" cy="292290"/>
          </a:xfrm>
          <a:prstGeom prst="rect">
            <a:avLst/>
          </a:prstGeom>
          <a:noFill/>
        </p:spPr>
        <p:txBody>
          <a:bodyPr wrap="square" lIns="121867" tIns="60933" rIns="121867" bIns="60933" rtlCol="0">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100" b="0" i="0" u="none" strike="noStrike" kern="1200" cap="none" spc="0" normalizeH="0" baseline="0" noProof="0" dirty="0">
                <a:ln>
                  <a:noFill/>
                </a:ln>
                <a:solidFill>
                  <a:srgbClr val="0E2841">
                    <a:lumMod val="40000"/>
                    <a:lumOff val="60000"/>
                  </a:srgbClr>
                </a:solidFill>
                <a:effectLst/>
                <a:uLnTx/>
                <a:uFillTx/>
                <a:latin typeface="Aptos" panose="02110004020202020204"/>
                <a:ea typeface="+mn-ea"/>
                <a:cs typeface="Arial"/>
                <a:sym typeface="Arial"/>
              </a:rPr>
              <a:t>7</a:t>
            </a:r>
            <a:endParaRPr kumimoji="0" lang="en-IN" sz="1100" b="0" i="0" u="none" strike="noStrike" kern="1200" cap="none" spc="0" normalizeH="0" baseline="0" noProof="0" dirty="0">
              <a:ln>
                <a:noFill/>
              </a:ln>
              <a:solidFill>
                <a:srgbClr val="0E2841">
                  <a:lumMod val="40000"/>
                  <a:lumOff val="60000"/>
                </a:srgbClr>
              </a:solidFill>
              <a:effectLst/>
              <a:uLnTx/>
              <a:uFillTx/>
              <a:latin typeface="Aptos" panose="02110004020202020204"/>
              <a:ea typeface="+mn-ea"/>
              <a:cs typeface="Arial"/>
              <a:sym typeface="Arial"/>
            </a:endParaRPr>
          </a:p>
        </p:txBody>
      </p:sp>
      <p:sp>
        <p:nvSpPr>
          <p:cNvPr id="7" name="TextBox 6">
            <a:extLst>
              <a:ext uri="{FF2B5EF4-FFF2-40B4-BE49-F238E27FC236}">
                <a16:creationId xmlns:a16="http://schemas.microsoft.com/office/drawing/2014/main" id="{8162C130-2087-82D0-7E3A-0DB88DFF1C1B}"/>
              </a:ext>
            </a:extLst>
          </p:cNvPr>
          <p:cNvSpPr txBox="1"/>
          <p:nvPr/>
        </p:nvSpPr>
        <p:spPr>
          <a:xfrm>
            <a:off x="11927635" y="6610951"/>
            <a:ext cx="261190" cy="246157"/>
          </a:xfrm>
          <a:prstGeom prst="rect">
            <a:avLst/>
          </a:prstGeom>
          <a:noFill/>
        </p:spPr>
        <p:txBody>
          <a:bodyPr wrap="square" rtlCol="0">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IN" sz="1000"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7</a:t>
            </a:r>
          </a:p>
        </p:txBody>
      </p:sp>
      <p:pic>
        <p:nvPicPr>
          <p:cNvPr id="9" name="Picture 8">
            <a:extLst>
              <a:ext uri="{FF2B5EF4-FFF2-40B4-BE49-F238E27FC236}">
                <a16:creationId xmlns:a16="http://schemas.microsoft.com/office/drawing/2014/main" id="{BBA8AF95-156B-2E8F-029B-4B02199A1066}"/>
              </a:ext>
            </a:extLst>
          </p:cNvPr>
          <p:cNvPicPr>
            <a:picLocks noChangeAspect="1"/>
          </p:cNvPicPr>
          <p:nvPr/>
        </p:nvPicPr>
        <p:blipFill>
          <a:blip r:embed="rId3"/>
          <a:stretch>
            <a:fillRect/>
          </a:stretch>
        </p:blipFill>
        <p:spPr>
          <a:xfrm>
            <a:off x="230069" y="655071"/>
            <a:ext cx="3636249" cy="5969000"/>
          </a:xfrm>
          <a:prstGeom prst="rect">
            <a:avLst/>
          </a:prstGeom>
        </p:spPr>
      </p:pic>
      <p:pic>
        <p:nvPicPr>
          <p:cNvPr id="11" name="Picture 10">
            <a:extLst>
              <a:ext uri="{FF2B5EF4-FFF2-40B4-BE49-F238E27FC236}">
                <a16:creationId xmlns:a16="http://schemas.microsoft.com/office/drawing/2014/main" id="{03E8CD24-B408-C624-8844-6AB70FE74EBB}"/>
              </a:ext>
            </a:extLst>
          </p:cNvPr>
          <p:cNvPicPr>
            <a:picLocks noChangeAspect="1"/>
          </p:cNvPicPr>
          <p:nvPr/>
        </p:nvPicPr>
        <p:blipFill>
          <a:blip r:embed="rId4"/>
          <a:stretch>
            <a:fillRect/>
          </a:stretch>
        </p:blipFill>
        <p:spPr>
          <a:xfrm>
            <a:off x="4021881" y="648511"/>
            <a:ext cx="3679619" cy="5907461"/>
          </a:xfrm>
          <a:prstGeom prst="rect">
            <a:avLst/>
          </a:prstGeom>
        </p:spPr>
      </p:pic>
      <p:pic>
        <p:nvPicPr>
          <p:cNvPr id="8" name="Picture 7">
            <a:extLst>
              <a:ext uri="{FF2B5EF4-FFF2-40B4-BE49-F238E27FC236}">
                <a16:creationId xmlns:a16="http://schemas.microsoft.com/office/drawing/2014/main" id="{8A10D05F-D1B9-7910-F2E4-6B496B597812}"/>
              </a:ext>
            </a:extLst>
          </p:cNvPr>
          <p:cNvPicPr>
            <a:picLocks noChangeAspect="1"/>
          </p:cNvPicPr>
          <p:nvPr/>
        </p:nvPicPr>
        <p:blipFill>
          <a:blip r:embed="rId5"/>
          <a:stretch>
            <a:fillRect/>
          </a:stretch>
        </p:blipFill>
        <p:spPr>
          <a:xfrm>
            <a:off x="7745568" y="655071"/>
            <a:ext cx="4213188" cy="3314870"/>
          </a:xfrm>
          <a:prstGeom prst="rect">
            <a:avLst/>
          </a:prstGeom>
        </p:spPr>
      </p:pic>
    </p:spTree>
    <p:extLst>
      <p:ext uri="{BB962C8B-B14F-4D97-AF65-F5344CB8AC3E}">
        <p14:creationId xmlns:p14="http://schemas.microsoft.com/office/powerpoint/2010/main" val="36445294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CACE11-3054-8F8D-BC7E-44F60BD8B11E}"/>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976BEE75-5FBA-2AF7-FD09-61D9740C77E4}"/>
              </a:ext>
            </a:extLst>
          </p:cNvPr>
          <p:cNvSpPr txBox="1">
            <a:spLocks/>
          </p:cNvSpPr>
          <p:nvPr/>
        </p:nvSpPr>
        <p:spPr>
          <a:xfrm>
            <a:off x="142631" y="141374"/>
            <a:ext cx="11134985" cy="513697"/>
          </a:xfrm>
          <a:prstGeom prst="rect">
            <a:avLst/>
          </a:prstGeom>
        </p:spPr>
        <p:txBody>
          <a:bodyPr lIns="121867" tIns="60933" rIns="121867" bIns="60933">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126" rtl="0" eaLnBrk="1" fontAlgn="auto" latinLnBrk="0" hangingPunct="1">
              <a:lnSpc>
                <a:spcPct val="90000"/>
              </a:lnSpc>
              <a:spcBef>
                <a:spcPct val="0"/>
              </a:spcBef>
              <a:spcAft>
                <a:spcPts val="0"/>
              </a:spcAft>
              <a:buClrTx/>
              <a:buSzTx/>
              <a:buFont typeface="Arial"/>
              <a:buNone/>
              <a:tabLst/>
              <a:defRPr/>
            </a:pPr>
            <a:r>
              <a:rPr kumimoji="0" lang="en-US" sz="3199" b="0" i="0" u="none" strike="noStrike" kern="1200" cap="none" spc="0" normalizeH="0" baseline="0" noProof="0" dirty="0">
                <a:ln>
                  <a:noFill/>
                </a:ln>
                <a:solidFill>
                  <a:prstClr val="black"/>
                </a:solidFill>
                <a:effectLst/>
                <a:uLnTx/>
                <a:uFillTx/>
                <a:latin typeface="Cooper Black" panose="0208090404030B020404" pitchFamily="18" charset="0"/>
                <a:ea typeface="+mj-ea"/>
                <a:cs typeface="Times New Roman" panose="02020603050405020304" pitchFamily="18" charset="0"/>
                <a:sym typeface="Arial"/>
              </a:rPr>
              <a:t>Summary</a:t>
            </a:r>
            <a:endParaRPr kumimoji="0" lang="en-IN" sz="3199" b="0" i="0" u="none" strike="noStrike" kern="1200" cap="none" spc="0" normalizeH="0" baseline="0" noProof="0" dirty="0">
              <a:ln>
                <a:noFill/>
              </a:ln>
              <a:solidFill>
                <a:prstClr val="black"/>
              </a:solidFill>
              <a:effectLst/>
              <a:uLnTx/>
              <a:uFillTx/>
              <a:latin typeface="Cooper Black" panose="0208090404030B020404" pitchFamily="18" charset="0"/>
              <a:ea typeface="+mj-ea"/>
              <a:cs typeface="Times New Roman" panose="02020603050405020304" pitchFamily="18" charset="0"/>
              <a:sym typeface="Arial"/>
            </a:endParaRPr>
          </a:p>
        </p:txBody>
      </p:sp>
      <p:sp>
        <p:nvSpPr>
          <p:cNvPr id="4" name="TextBox 3">
            <a:extLst>
              <a:ext uri="{FF2B5EF4-FFF2-40B4-BE49-F238E27FC236}">
                <a16:creationId xmlns:a16="http://schemas.microsoft.com/office/drawing/2014/main" id="{AEF3ECF1-4F84-BF9C-5D8E-C1E9F328145A}"/>
              </a:ext>
            </a:extLst>
          </p:cNvPr>
          <p:cNvSpPr txBox="1"/>
          <p:nvPr/>
        </p:nvSpPr>
        <p:spPr>
          <a:xfrm>
            <a:off x="9663686" y="6549412"/>
            <a:ext cx="2523554" cy="307674"/>
          </a:xfrm>
          <a:prstGeom prst="rect">
            <a:avLst/>
          </a:prstGeom>
          <a:noFill/>
        </p:spPr>
        <p:txBody>
          <a:bodyPr wrap="square" lIns="121867" tIns="60933" rIns="121867" bIns="60933">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200" b="0" i="0" u="none" strike="noStrike" kern="1200" cap="none" spc="0" normalizeH="0" baseline="0" noProof="0" dirty="0">
                <a:ln>
                  <a:noFill/>
                </a:ln>
                <a:solidFill>
                  <a:srgbClr val="0E2841">
                    <a:lumMod val="25000"/>
                    <a:lumOff val="75000"/>
                  </a:srgbClr>
                </a:solidFill>
                <a:effectLst/>
                <a:uLnTx/>
                <a:uFillTx/>
                <a:latin typeface="Cooper Black" panose="0208090404030B020404" pitchFamily="18" charset="0"/>
                <a:ea typeface="+mn-ea"/>
                <a:cs typeface="Arial"/>
                <a:sym typeface="Arial"/>
              </a:rPr>
              <a:t>www.anubhavtrainings.com</a:t>
            </a:r>
            <a:endParaRPr kumimoji="0" lang="en-IN" sz="1200" b="0" i="0" u="none" strike="noStrike" kern="1200" cap="none" spc="0" normalizeH="0" baseline="0" noProof="0" dirty="0">
              <a:ln>
                <a:noFill/>
              </a:ln>
              <a:solidFill>
                <a:srgbClr val="0E2841">
                  <a:lumMod val="25000"/>
                  <a:lumOff val="75000"/>
                </a:srgbClr>
              </a:solidFill>
              <a:effectLst/>
              <a:uLnTx/>
              <a:uFillTx/>
              <a:latin typeface="Cooper Black" panose="0208090404030B020404" pitchFamily="18" charset="0"/>
              <a:ea typeface="+mn-ea"/>
              <a:cs typeface="Arial"/>
              <a:sym typeface="Arial"/>
            </a:endParaRPr>
          </a:p>
        </p:txBody>
      </p:sp>
      <p:pic>
        <p:nvPicPr>
          <p:cNvPr id="5" name="Picture 4">
            <a:extLst>
              <a:ext uri="{FF2B5EF4-FFF2-40B4-BE49-F238E27FC236}">
                <a16:creationId xmlns:a16="http://schemas.microsoft.com/office/drawing/2014/main" id="{87BB65FB-9B11-4E7F-DB6A-9303E3D12C84}"/>
              </a:ext>
            </a:extLst>
          </p:cNvPr>
          <p:cNvPicPr>
            <a:picLocks noChangeAspect="1"/>
          </p:cNvPicPr>
          <p:nvPr/>
        </p:nvPicPr>
        <p:blipFill>
          <a:blip r:embed="rId2" cstate="print"/>
          <a:stretch>
            <a:fillRect/>
          </a:stretch>
        </p:blipFill>
        <p:spPr>
          <a:xfrm>
            <a:off x="11690070" y="71243"/>
            <a:ext cx="456296" cy="450803"/>
          </a:xfrm>
          <a:prstGeom prst="rect">
            <a:avLst/>
          </a:prstGeom>
        </p:spPr>
      </p:pic>
      <p:sp>
        <p:nvSpPr>
          <p:cNvPr id="6" name="TextBox 5">
            <a:extLst>
              <a:ext uri="{FF2B5EF4-FFF2-40B4-BE49-F238E27FC236}">
                <a16:creationId xmlns:a16="http://schemas.microsoft.com/office/drawing/2014/main" id="{5A0AB5B6-DA56-A01A-74EF-1BEB2EB90BD4}"/>
              </a:ext>
            </a:extLst>
          </p:cNvPr>
          <p:cNvSpPr txBox="1"/>
          <p:nvPr/>
        </p:nvSpPr>
        <p:spPr>
          <a:xfrm>
            <a:off x="118259" y="6559465"/>
            <a:ext cx="223621" cy="292290"/>
          </a:xfrm>
          <a:prstGeom prst="rect">
            <a:avLst/>
          </a:prstGeom>
          <a:noFill/>
        </p:spPr>
        <p:txBody>
          <a:bodyPr wrap="square" lIns="121867" tIns="60933" rIns="121867" bIns="60933" rtlCol="0">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100" b="0" i="0" u="none" strike="noStrike" kern="1200" cap="none" spc="0" normalizeH="0" baseline="0" noProof="0" dirty="0">
                <a:ln>
                  <a:noFill/>
                </a:ln>
                <a:solidFill>
                  <a:srgbClr val="0E2841">
                    <a:lumMod val="40000"/>
                    <a:lumOff val="60000"/>
                  </a:srgbClr>
                </a:solidFill>
                <a:effectLst/>
                <a:uLnTx/>
                <a:uFillTx/>
                <a:latin typeface="Aptos" panose="02110004020202020204"/>
                <a:ea typeface="+mn-ea"/>
                <a:cs typeface="Arial"/>
                <a:sym typeface="Arial"/>
              </a:rPr>
              <a:t>7</a:t>
            </a:r>
            <a:endParaRPr kumimoji="0" lang="en-IN" sz="1100" b="0" i="0" u="none" strike="noStrike" kern="1200" cap="none" spc="0" normalizeH="0" baseline="0" noProof="0" dirty="0">
              <a:ln>
                <a:noFill/>
              </a:ln>
              <a:solidFill>
                <a:srgbClr val="0E2841">
                  <a:lumMod val="40000"/>
                  <a:lumOff val="60000"/>
                </a:srgbClr>
              </a:solidFill>
              <a:effectLst/>
              <a:uLnTx/>
              <a:uFillTx/>
              <a:latin typeface="Aptos" panose="02110004020202020204"/>
              <a:ea typeface="+mn-ea"/>
              <a:cs typeface="Arial"/>
              <a:sym typeface="Arial"/>
            </a:endParaRPr>
          </a:p>
        </p:txBody>
      </p:sp>
      <p:sp>
        <p:nvSpPr>
          <p:cNvPr id="7" name="TextBox 6">
            <a:extLst>
              <a:ext uri="{FF2B5EF4-FFF2-40B4-BE49-F238E27FC236}">
                <a16:creationId xmlns:a16="http://schemas.microsoft.com/office/drawing/2014/main" id="{4C404FEF-D202-6D81-2563-E2290EC1F0F4}"/>
              </a:ext>
            </a:extLst>
          </p:cNvPr>
          <p:cNvSpPr txBox="1"/>
          <p:nvPr/>
        </p:nvSpPr>
        <p:spPr>
          <a:xfrm>
            <a:off x="11927635" y="6610951"/>
            <a:ext cx="261190" cy="246157"/>
          </a:xfrm>
          <a:prstGeom prst="rect">
            <a:avLst/>
          </a:prstGeom>
          <a:noFill/>
        </p:spPr>
        <p:txBody>
          <a:bodyPr wrap="square" rtlCol="0">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IN" sz="1000"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7</a:t>
            </a:r>
          </a:p>
        </p:txBody>
      </p:sp>
      <p:pic>
        <p:nvPicPr>
          <p:cNvPr id="9" name="Picture 8">
            <a:extLst>
              <a:ext uri="{FF2B5EF4-FFF2-40B4-BE49-F238E27FC236}">
                <a16:creationId xmlns:a16="http://schemas.microsoft.com/office/drawing/2014/main" id="{54E4B9FF-57E0-86F0-DE67-D3E4BE8C31DC}"/>
              </a:ext>
            </a:extLst>
          </p:cNvPr>
          <p:cNvPicPr>
            <a:picLocks noChangeAspect="1"/>
          </p:cNvPicPr>
          <p:nvPr/>
        </p:nvPicPr>
        <p:blipFill>
          <a:blip r:embed="rId3"/>
          <a:stretch>
            <a:fillRect/>
          </a:stretch>
        </p:blipFill>
        <p:spPr>
          <a:xfrm>
            <a:off x="341880" y="822593"/>
            <a:ext cx="7137767" cy="2514729"/>
          </a:xfrm>
          <a:prstGeom prst="rect">
            <a:avLst/>
          </a:prstGeom>
        </p:spPr>
      </p:pic>
    </p:spTree>
    <p:extLst>
      <p:ext uri="{BB962C8B-B14F-4D97-AF65-F5344CB8AC3E}">
        <p14:creationId xmlns:p14="http://schemas.microsoft.com/office/powerpoint/2010/main" val="20190635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B8EA02-2871-554B-3DAE-2BFB3E42B387}"/>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05E98330-DA1E-3C92-FB80-EB0B879A034E}"/>
              </a:ext>
            </a:extLst>
          </p:cNvPr>
          <p:cNvSpPr txBox="1">
            <a:spLocks/>
          </p:cNvSpPr>
          <p:nvPr/>
        </p:nvSpPr>
        <p:spPr>
          <a:xfrm>
            <a:off x="142631" y="141374"/>
            <a:ext cx="11134985" cy="513697"/>
          </a:xfrm>
          <a:prstGeom prst="rect">
            <a:avLst/>
          </a:prstGeom>
        </p:spPr>
        <p:txBody>
          <a:bodyPr lIns="121867" tIns="60933" rIns="121867" bIns="60933">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126" rtl="0" eaLnBrk="1" fontAlgn="auto" latinLnBrk="0" hangingPunct="1">
              <a:lnSpc>
                <a:spcPct val="90000"/>
              </a:lnSpc>
              <a:spcBef>
                <a:spcPct val="0"/>
              </a:spcBef>
              <a:spcAft>
                <a:spcPts val="0"/>
              </a:spcAft>
              <a:buClrTx/>
              <a:buSzTx/>
              <a:buFont typeface="Arial"/>
              <a:buNone/>
              <a:tabLst/>
              <a:defRPr/>
            </a:pPr>
            <a:r>
              <a:rPr kumimoji="0" lang="en-US" sz="3199" b="0" i="0" u="none" strike="noStrike" kern="1200" cap="none" spc="0" normalizeH="0" baseline="0" noProof="0" dirty="0">
                <a:ln>
                  <a:noFill/>
                </a:ln>
                <a:solidFill>
                  <a:prstClr val="black"/>
                </a:solidFill>
                <a:effectLst/>
                <a:uLnTx/>
                <a:uFillTx/>
                <a:latin typeface="Cooper Black" panose="0208090404030B020404" pitchFamily="18" charset="0"/>
                <a:ea typeface="+mj-ea"/>
                <a:cs typeface="Times New Roman" panose="02020603050405020304" pitchFamily="18" charset="0"/>
                <a:sym typeface="Arial"/>
              </a:rPr>
              <a:t>Title</a:t>
            </a:r>
            <a:endParaRPr kumimoji="0" lang="en-IN" sz="3199" b="0" i="0" u="none" strike="noStrike" kern="1200" cap="none" spc="0" normalizeH="0" baseline="0" noProof="0" dirty="0">
              <a:ln>
                <a:noFill/>
              </a:ln>
              <a:solidFill>
                <a:prstClr val="black"/>
              </a:solidFill>
              <a:effectLst/>
              <a:uLnTx/>
              <a:uFillTx/>
              <a:latin typeface="Cooper Black" panose="0208090404030B020404" pitchFamily="18" charset="0"/>
              <a:ea typeface="+mj-ea"/>
              <a:cs typeface="Times New Roman" panose="02020603050405020304" pitchFamily="18" charset="0"/>
              <a:sym typeface="Arial"/>
            </a:endParaRPr>
          </a:p>
        </p:txBody>
      </p:sp>
      <p:sp>
        <p:nvSpPr>
          <p:cNvPr id="3" name="TextBox 2">
            <a:extLst>
              <a:ext uri="{FF2B5EF4-FFF2-40B4-BE49-F238E27FC236}">
                <a16:creationId xmlns:a16="http://schemas.microsoft.com/office/drawing/2014/main" id="{9CB7DBB7-8CD3-414B-DA4F-4F4BE3619AED}"/>
              </a:ext>
            </a:extLst>
          </p:cNvPr>
          <p:cNvSpPr txBox="1"/>
          <p:nvPr/>
        </p:nvSpPr>
        <p:spPr>
          <a:xfrm>
            <a:off x="142630" y="655071"/>
            <a:ext cx="11483853" cy="399927"/>
          </a:xfrm>
          <a:prstGeom prst="rect">
            <a:avLst/>
          </a:prstGeom>
          <a:noFill/>
        </p:spPr>
        <p:txBody>
          <a:bodyPr wrap="square" lIns="121867" tIns="60933" rIns="121867" bIns="60933" rtlCol="0">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lang="en-IN" sz="1799" kern="1200" dirty="0">
                <a:solidFill>
                  <a:prstClr val="black"/>
                </a:solidFill>
                <a:latin typeface="Aptos" panose="02110004020202020204"/>
                <a:ea typeface="+mn-ea"/>
              </a:rPr>
              <a:t>Text</a:t>
            </a:r>
            <a:endParaRPr kumimoji="0" lang="en-IN"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endParaRPr>
          </a:p>
        </p:txBody>
      </p:sp>
      <p:sp>
        <p:nvSpPr>
          <p:cNvPr id="4" name="TextBox 3">
            <a:extLst>
              <a:ext uri="{FF2B5EF4-FFF2-40B4-BE49-F238E27FC236}">
                <a16:creationId xmlns:a16="http://schemas.microsoft.com/office/drawing/2014/main" id="{DDAECCF9-0156-D1E4-D017-6ADC112294AD}"/>
              </a:ext>
            </a:extLst>
          </p:cNvPr>
          <p:cNvSpPr txBox="1"/>
          <p:nvPr/>
        </p:nvSpPr>
        <p:spPr>
          <a:xfrm>
            <a:off x="9663686" y="6549412"/>
            <a:ext cx="2523554" cy="307674"/>
          </a:xfrm>
          <a:prstGeom prst="rect">
            <a:avLst/>
          </a:prstGeom>
          <a:noFill/>
        </p:spPr>
        <p:txBody>
          <a:bodyPr wrap="square" lIns="121867" tIns="60933" rIns="121867" bIns="60933">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200" b="0" i="0" u="none" strike="noStrike" kern="1200" cap="none" spc="0" normalizeH="0" baseline="0" noProof="0" dirty="0">
                <a:ln>
                  <a:noFill/>
                </a:ln>
                <a:solidFill>
                  <a:srgbClr val="0E2841">
                    <a:lumMod val="25000"/>
                    <a:lumOff val="75000"/>
                  </a:srgbClr>
                </a:solidFill>
                <a:effectLst/>
                <a:uLnTx/>
                <a:uFillTx/>
                <a:latin typeface="Cooper Black" panose="0208090404030B020404" pitchFamily="18" charset="0"/>
                <a:ea typeface="+mn-ea"/>
                <a:cs typeface="Arial"/>
                <a:sym typeface="Arial"/>
              </a:rPr>
              <a:t>www.anubhavtrainings.com</a:t>
            </a:r>
            <a:endParaRPr kumimoji="0" lang="en-IN" sz="1200" b="0" i="0" u="none" strike="noStrike" kern="1200" cap="none" spc="0" normalizeH="0" baseline="0" noProof="0" dirty="0">
              <a:ln>
                <a:noFill/>
              </a:ln>
              <a:solidFill>
                <a:srgbClr val="0E2841">
                  <a:lumMod val="25000"/>
                  <a:lumOff val="75000"/>
                </a:srgbClr>
              </a:solidFill>
              <a:effectLst/>
              <a:uLnTx/>
              <a:uFillTx/>
              <a:latin typeface="Cooper Black" panose="0208090404030B020404" pitchFamily="18" charset="0"/>
              <a:ea typeface="+mn-ea"/>
              <a:cs typeface="Arial"/>
              <a:sym typeface="Arial"/>
            </a:endParaRPr>
          </a:p>
        </p:txBody>
      </p:sp>
      <p:pic>
        <p:nvPicPr>
          <p:cNvPr id="5" name="Picture 4">
            <a:extLst>
              <a:ext uri="{FF2B5EF4-FFF2-40B4-BE49-F238E27FC236}">
                <a16:creationId xmlns:a16="http://schemas.microsoft.com/office/drawing/2014/main" id="{95561B79-7273-D5FF-3FA5-7A1FB58B2083}"/>
              </a:ext>
            </a:extLst>
          </p:cNvPr>
          <p:cNvPicPr>
            <a:picLocks noChangeAspect="1"/>
          </p:cNvPicPr>
          <p:nvPr/>
        </p:nvPicPr>
        <p:blipFill>
          <a:blip r:embed="rId2" cstate="print"/>
          <a:stretch>
            <a:fillRect/>
          </a:stretch>
        </p:blipFill>
        <p:spPr>
          <a:xfrm>
            <a:off x="11690070" y="71243"/>
            <a:ext cx="456296" cy="450803"/>
          </a:xfrm>
          <a:prstGeom prst="rect">
            <a:avLst/>
          </a:prstGeom>
        </p:spPr>
      </p:pic>
      <p:sp>
        <p:nvSpPr>
          <p:cNvPr id="6" name="TextBox 5">
            <a:extLst>
              <a:ext uri="{FF2B5EF4-FFF2-40B4-BE49-F238E27FC236}">
                <a16:creationId xmlns:a16="http://schemas.microsoft.com/office/drawing/2014/main" id="{A8F5D821-0343-757B-96BF-FFF5BD7705EF}"/>
              </a:ext>
            </a:extLst>
          </p:cNvPr>
          <p:cNvSpPr txBox="1"/>
          <p:nvPr/>
        </p:nvSpPr>
        <p:spPr>
          <a:xfrm>
            <a:off x="118259" y="6559465"/>
            <a:ext cx="223621" cy="292290"/>
          </a:xfrm>
          <a:prstGeom prst="rect">
            <a:avLst/>
          </a:prstGeom>
          <a:noFill/>
        </p:spPr>
        <p:txBody>
          <a:bodyPr wrap="square" lIns="121867" tIns="60933" rIns="121867" bIns="60933" rtlCol="0">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100" b="0" i="0" u="none" strike="noStrike" kern="1200" cap="none" spc="0" normalizeH="0" baseline="0" noProof="0" dirty="0">
                <a:ln>
                  <a:noFill/>
                </a:ln>
                <a:solidFill>
                  <a:srgbClr val="0E2841">
                    <a:lumMod val="40000"/>
                    <a:lumOff val="60000"/>
                  </a:srgbClr>
                </a:solidFill>
                <a:effectLst/>
                <a:uLnTx/>
                <a:uFillTx/>
                <a:latin typeface="Aptos" panose="02110004020202020204"/>
                <a:ea typeface="+mn-ea"/>
                <a:cs typeface="Arial"/>
                <a:sym typeface="Arial"/>
              </a:rPr>
              <a:t>7</a:t>
            </a:r>
            <a:endParaRPr kumimoji="0" lang="en-IN" sz="1100" b="0" i="0" u="none" strike="noStrike" kern="1200" cap="none" spc="0" normalizeH="0" baseline="0" noProof="0" dirty="0">
              <a:ln>
                <a:noFill/>
              </a:ln>
              <a:solidFill>
                <a:srgbClr val="0E2841">
                  <a:lumMod val="40000"/>
                  <a:lumOff val="60000"/>
                </a:srgbClr>
              </a:solidFill>
              <a:effectLst/>
              <a:uLnTx/>
              <a:uFillTx/>
              <a:latin typeface="Aptos" panose="02110004020202020204"/>
              <a:ea typeface="+mn-ea"/>
              <a:cs typeface="Arial"/>
              <a:sym typeface="Arial"/>
            </a:endParaRPr>
          </a:p>
        </p:txBody>
      </p:sp>
      <p:sp>
        <p:nvSpPr>
          <p:cNvPr id="7" name="TextBox 6">
            <a:extLst>
              <a:ext uri="{FF2B5EF4-FFF2-40B4-BE49-F238E27FC236}">
                <a16:creationId xmlns:a16="http://schemas.microsoft.com/office/drawing/2014/main" id="{83B7D3D4-C359-D74B-6100-5CEA13C33092}"/>
              </a:ext>
            </a:extLst>
          </p:cNvPr>
          <p:cNvSpPr txBox="1"/>
          <p:nvPr/>
        </p:nvSpPr>
        <p:spPr>
          <a:xfrm>
            <a:off x="11927635" y="6610951"/>
            <a:ext cx="261190" cy="246157"/>
          </a:xfrm>
          <a:prstGeom prst="rect">
            <a:avLst/>
          </a:prstGeom>
          <a:noFill/>
        </p:spPr>
        <p:txBody>
          <a:bodyPr wrap="square" rtlCol="0">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IN" sz="1000"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7</a:t>
            </a:r>
          </a:p>
        </p:txBody>
      </p:sp>
    </p:spTree>
    <p:extLst>
      <p:ext uri="{BB962C8B-B14F-4D97-AF65-F5344CB8AC3E}">
        <p14:creationId xmlns:p14="http://schemas.microsoft.com/office/powerpoint/2010/main" val="16541958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27F7AC-C81E-EBAD-5BB9-0B2ECD388287}"/>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80DD1FF3-F1D5-6A6E-DC3A-9BC627E5FF74}"/>
              </a:ext>
            </a:extLst>
          </p:cNvPr>
          <p:cNvSpPr txBox="1">
            <a:spLocks/>
          </p:cNvSpPr>
          <p:nvPr/>
        </p:nvSpPr>
        <p:spPr>
          <a:xfrm>
            <a:off x="142631" y="141374"/>
            <a:ext cx="11134985" cy="513697"/>
          </a:xfrm>
          <a:prstGeom prst="rect">
            <a:avLst/>
          </a:prstGeom>
        </p:spPr>
        <p:txBody>
          <a:bodyPr lIns="121867" tIns="60933" rIns="121867" bIns="60933">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126" rtl="0" eaLnBrk="1" fontAlgn="auto" latinLnBrk="0" hangingPunct="1">
              <a:lnSpc>
                <a:spcPct val="90000"/>
              </a:lnSpc>
              <a:spcBef>
                <a:spcPct val="0"/>
              </a:spcBef>
              <a:spcAft>
                <a:spcPts val="0"/>
              </a:spcAft>
              <a:buClrTx/>
              <a:buSzTx/>
              <a:buFont typeface="Arial"/>
              <a:buNone/>
              <a:tabLst/>
              <a:defRPr/>
            </a:pPr>
            <a:r>
              <a:rPr kumimoji="0" lang="en-US" sz="3199" b="0" i="0" u="none" strike="noStrike" kern="1200" cap="none" spc="0" normalizeH="0" baseline="0" noProof="0" dirty="0">
                <a:ln>
                  <a:noFill/>
                </a:ln>
                <a:solidFill>
                  <a:prstClr val="black"/>
                </a:solidFill>
                <a:effectLst/>
                <a:uLnTx/>
                <a:uFillTx/>
                <a:latin typeface="Cooper Black" panose="0208090404030B020404" pitchFamily="18" charset="0"/>
                <a:ea typeface="+mj-ea"/>
                <a:cs typeface="Times New Roman" panose="02020603050405020304" pitchFamily="18" charset="0"/>
                <a:sym typeface="Arial"/>
              </a:rPr>
              <a:t>Title</a:t>
            </a:r>
            <a:endParaRPr kumimoji="0" lang="en-IN" sz="3199" b="0" i="0" u="none" strike="noStrike" kern="1200" cap="none" spc="0" normalizeH="0" baseline="0" noProof="0" dirty="0">
              <a:ln>
                <a:noFill/>
              </a:ln>
              <a:solidFill>
                <a:prstClr val="black"/>
              </a:solidFill>
              <a:effectLst/>
              <a:uLnTx/>
              <a:uFillTx/>
              <a:latin typeface="Cooper Black" panose="0208090404030B020404" pitchFamily="18" charset="0"/>
              <a:ea typeface="+mj-ea"/>
              <a:cs typeface="Times New Roman" panose="02020603050405020304" pitchFamily="18" charset="0"/>
              <a:sym typeface="Arial"/>
            </a:endParaRPr>
          </a:p>
        </p:txBody>
      </p:sp>
      <p:sp>
        <p:nvSpPr>
          <p:cNvPr id="3" name="TextBox 2">
            <a:extLst>
              <a:ext uri="{FF2B5EF4-FFF2-40B4-BE49-F238E27FC236}">
                <a16:creationId xmlns:a16="http://schemas.microsoft.com/office/drawing/2014/main" id="{04F0814F-7C40-E6D8-A2B2-406E4F940116}"/>
              </a:ext>
            </a:extLst>
          </p:cNvPr>
          <p:cNvSpPr txBox="1"/>
          <p:nvPr/>
        </p:nvSpPr>
        <p:spPr>
          <a:xfrm>
            <a:off x="142630" y="655071"/>
            <a:ext cx="11483853" cy="399927"/>
          </a:xfrm>
          <a:prstGeom prst="rect">
            <a:avLst/>
          </a:prstGeom>
          <a:noFill/>
        </p:spPr>
        <p:txBody>
          <a:bodyPr wrap="square" lIns="121867" tIns="60933" rIns="121867" bIns="60933" rtlCol="0">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lang="en-IN" sz="1799" kern="1200" dirty="0">
                <a:solidFill>
                  <a:prstClr val="black"/>
                </a:solidFill>
                <a:latin typeface="Aptos" panose="02110004020202020204"/>
                <a:ea typeface="+mn-ea"/>
              </a:rPr>
              <a:t>Text</a:t>
            </a:r>
            <a:endParaRPr kumimoji="0" lang="en-IN"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endParaRPr>
          </a:p>
        </p:txBody>
      </p:sp>
      <p:sp>
        <p:nvSpPr>
          <p:cNvPr id="4" name="TextBox 3">
            <a:extLst>
              <a:ext uri="{FF2B5EF4-FFF2-40B4-BE49-F238E27FC236}">
                <a16:creationId xmlns:a16="http://schemas.microsoft.com/office/drawing/2014/main" id="{AF65218C-CFDB-89AE-9513-57FA1AF42F8F}"/>
              </a:ext>
            </a:extLst>
          </p:cNvPr>
          <p:cNvSpPr txBox="1"/>
          <p:nvPr/>
        </p:nvSpPr>
        <p:spPr>
          <a:xfrm>
            <a:off x="9663686" y="6549412"/>
            <a:ext cx="2523554" cy="307674"/>
          </a:xfrm>
          <a:prstGeom prst="rect">
            <a:avLst/>
          </a:prstGeom>
          <a:noFill/>
        </p:spPr>
        <p:txBody>
          <a:bodyPr wrap="square" lIns="121867" tIns="60933" rIns="121867" bIns="60933">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200" b="0" i="0" u="none" strike="noStrike" kern="1200" cap="none" spc="0" normalizeH="0" baseline="0" noProof="0" dirty="0">
                <a:ln>
                  <a:noFill/>
                </a:ln>
                <a:solidFill>
                  <a:srgbClr val="0E2841">
                    <a:lumMod val="25000"/>
                    <a:lumOff val="75000"/>
                  </a:srgbClr>
                </a:solidFill>
                <a:effectLst/>
                <a:uLnTx/>
                <a:uFillTx/>
                <a:latin typeface="Cooper Black" panose="0208090404030B020404" pitchFamily="18" charset="0"/>
                <a:ea typeface="+mn-ea"/>
                <a:cs typeface="Arial"/>
                <a:sym typeface="Arial"/>
              </a:rPr>
              <a:t>www.anubhavtrainings.com</a:t>
            </a:r>
            <a:endParaRPr kumimoji="0" lang="en-IN" sz="1200" b="0" i="0" u="none" strike="noStrike" kern="1200" cap="none" spc="0" normalizeH="0" baseline="0" noProof="0" dirty="0">
              <a:ln>
                <a:noFill/>
              </a:ln>
              <a:solidFill>
                <a:srgbClr val="0E2841">
                  <a:lumMod val="25000"/>
                  <a:lumOff val="75000"/>
                </a:srgbClr>
              </a:solidFill>
              <a:effectLst/>
              <a:uLnTx/>
              <a:uFillTx/>
              <a:latin typeface="Cooper Black" panose="0208090404030B020404" pitchFamily="18" charset="0"/>
              <a:ea typeface="+mn-ea"/>
              <a:cs typeface="Arial"/>
              <a:sym typeface="Arial"/>
            </a:endParaRPr>
          </a:p>
        </p:txBody>
      </p:sp>
      <p:pic>
        <p:nvPicPr>
          <p:cNvPr id="5" name="Picture 4">
            <a:extLst>
              <a:ext uri="{FF2B5EF4-FFF2-40B4-BE49-F238E27FC236}">
                <a16:creationId xmlns:a16="http://schemas.microsoft.com/office/drawing/2014/main" id="{CF92C177-ADB6-DF5A-081B-464E0C47EADB}"/>
              </a:ext>
            </a:extLst>
          </p:cNvPr>
          <p:cNvPicPr>
            <a:picLocks noChangeAspect="1"/>
          </p:cNvPicPr>
          <p:nvPr/>
        </p:nvPicPr>
        <p:blipFill>
          <a:blip r:embed="rId2" cstate="print"/>
          <a:stretch>
            <a:fillRect/>
          </a:stretch>
        </p:blipFill>
        <p:spPr>
          <a:xfrm>
            <a:off x="11690070" y="71243"/>
            <a:ext cx="456296" cy="450803"/>
          </a:xfrm>
          <a:prstGeom prst="rect">
            <a:avLst/>
          </a:prstGeom>
        </p:spPr>
      </p:pic>
      <p:sp>
        <p:nvSpPr>
          <p:cNvPr id="6" name="TextBox 5">
            <a:extLst>
              <a:ext uri="{FF2B5EF4-FFF2-40B4-BE49-F238E27FC236}">
                <a16:creationId xmlns:a16="http://schemas.microsoft.com/office/drawing/2014/main" id="{071CB699-0610-BF57-F496-6D1903F1D70A}"/>
              </a:ext>
            </a:extLst>
          </p:cNvPr>
          <p:cNvSpPr txBox="1"/>
          <p:nvPr/>
        </p:nvSpPr>
        <p:spPr>
          <a:xfrm>
            <a:off x="118259" y="6559465"/>
            <a:ext cx="223621" cy="292290"/>
          </a:xfrm>
          <a:prstGeom prst="rect">
            <a:avLst/>
          </a:prstGeom>
          <a:noFill/>
        </p:spPr>
        <p:txBody>
          <a:bodyPr wrap="square" lIns="121867" tIns="60933" rIns="121867" bIns="60933" rtlCol="0">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100" b="0" i="0" u="none" strike="noStrike" kern="1200" cap="none" spc="0" normalizeH="0" baseline="0" noProof="0" dirty="0">
                <a:ln>
                  <a:noFill/>
                </a:ln>
                <a:solidFill>
                  <a:srgbClr val="0E2841">
                    <a:lumMod val="40000"/>
                    <a:lumOff val="60000"/>
                  </a:srgbClr>
                </a:solidFill>
                <a:effectLst/>
                <a:uLnTx/>
                <a:uFillTx/>
                <a:latin typeface="Aptos" panose="02110004020202020204"/>
                <a:ea typeface="+mn-ea"/>
                <a:cs typeface="Arial"/>
                <a:sym typeface="Arial"/>
              </a:rPr>
              <a:t>7</a:t>
            </a:r>
            <a:endParaRPr kumimoji="0" lang="en-IN" sz="1100" b="0" i="0" u="none" strike="noStrike" kern="1200" cap="none" spc="0" normalizeH="0" baseline="0" noProof="0" dirty="0">
              <a:ln>
                <a:noFill/>
              </a:ln>
              <a:solidFill>
                <a:srgbClr val="0E2841">
                  <a:lumMod val="40000"/>
                  <a:lumOff val="60000"/>
                </a:srgbClr>
              </a:solidFill>
              <a:effectLst/>
              <a:uLnTx/>
              <a:uFillTx/>
              <a:latin typeface="Aptos" panose="02110004020202020204"/>
              <a:ea typeface="+mn-ea"/>
              <a:cs typeface="Arial"/>
              <a:sym typeface="Arial"/>
            </a:endParaRPr>
          </a:p>
        </p:txBody>
      </p:sp>
      <p:sp>
        <p:nvSpPr>
          <p:cNvPr id="7" name="TextBox 6">
            <a:extLst>
              <a:ext uri="{FF2B5EF4-FFF2-40B4-BE49-F238E27FC236}">
                <a16:creationId xmlns:a16="http://schemas.microsoft.com/office/drawing/2014/main" id="{7067E6D7-0574-55EF-674D-06FD0FFEA8BE}"/>
              </a:ext>
            </a:extLst>
          </p:cNvPr>
          <p:cNvSpPr txBox="1"/>
          <p:nvPr/>
        </p:nvSpPr>
        <p:spPr>
          <a:xfrm>
            <a:off x="11927635" y="6610951"/>
            <a:ext cx="261190" cy="246157"/>
          </a:xfrm>
          <a:prstGeom prst="rect">
            <a:avLst/>
          </a:prstGeom>
          <a:noFill/>
        </p:spPr>
        <p:txBody>
          <a:bodyPr wrap="square" rtlCol="0">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IN" sz="1000"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7</a:t>
            </a:r>
          </a:p>
        </p:txBody>
      </p:sp>
    </p:spTree>
    <p:extLst>
      <p:ext uri="{BB962C8B-B14F-4D97-AF65-F5344CB8AC3E}">
        <p14:creationId xmlns:p14="http://schemas.microsoft.com/office/powerpoint/2010/main" val="4372619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Flowchart: Connector 4"/>
          <p:cNvSpPr/>
          <p:nvPr/>
        </p:nvSpPr>
        <p:spPr>
          <a:xfrm>
            <a:off x="5806380" y="28829"/>
            <a:ext cx="5557368" cy="5468483"/>
          </a:xfrm>
          <a:prstGeom prst="flowChartConnector">
            <a:avLst/>
          </a:prstGeom>
          <a:gradFill flip="none" rotWithShape="1">
            <a:gsLst>
              <a:gs pos="0">
                <a:srgbClr val="55E96E"/>
              </a:gs>
              <a:gs pos="46000">
                <a:srgbClr val="0AEC25"/>
              </a:gs>
              <a:gs pos="100000">
                <a:srgbClr val="00B050"/>
              </a:gs>
            </a:gsLst>
            <a:path path="circle">
              <a:fillToRect l="50000" t="130000" r="50000" b="-3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Placeholder 11">
            <a:extLst>
              <a:ext uri="{FF2B5EF4-FFF2-40B4-BE49-F238E27FC236}">
                <a16:creationId xmlns:a16="http://schemas.microsoft.com/office/drawing/2014/main" id="{420F5850-2D59-4C25-ADFF-E9013C5A6A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611" y="14067"/>
            <a:ext cx="6784876" cy="6254347"/>
          </a:xfrm>
          <a:custGeom>
            <a:avLst/>
            <a:gdLst>
              <a:gd name="connsiteX0" fmla="*/ 0 w 7654699"/>
              <a:gd name="connsiteY0" fmla="*/ 0 h 5678805"/>
              <a:gd name="connsiteX1" fmla="*/ 7654699 w 7654699"/>
              <a:gd name="connsiteY1" fmla="*/ 0 h 5678805"/>
              <a:gd name="connsiteX2" fmla="*/ 7654699 w 7654699"/>
              <a:gd name="connsiteY2" fmla="*/ 0 h 5678805"/>
              <a:gd name="connsiteX3" fmla="*/ 7654699 w 7654699"/>
              <a:gd name="connsiteY3" fmla="*/ 4808982 h 5678805"/>
              <a:gd name="connsiteX4" fmla="*/ 6784876 w 7654699"/>
              <a:gd name="connsiteY4" fmla="*/ 5678805 h 5678805"/>
              <a:gd name="connsiteX5" fmla="*/ 869823 w 7654699"/>
              <a:gd name="connsiteY5" fmla="*/ 5678805 h 5678805"/>
              <a:gd name="connsiteX6" fmla="*/ 0 w 7654699"/>
              <a:gd name="connsiteY6" fmla="*/ 4808982 h 5678805"/>
              <a:gd name="connsiteX7" fmla="*/ 0 w 7654699"/>
              <a:gd name="connsiteY7" fmla="*/ 0 h 5678805"/>
              <a:gd name="connsiteX8" fmla="*/ 0 w 7654699"/>
              <a:gd name="connsiteY8" fmla="*/ 0 h 5678805"/>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9" fmla="*/ 0 w 7654699"/>
              <a:gd name="connsiteY9" fmla="*/ 6717 h 5685522"/>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0" fmla="*/ 0 w 7654699"/>
              <a:gd name="connsiteY0" fmla="*/ 4815699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0" fmla="*/ 776254 w 7561130"/>
              <a:gd name="connsiteY0" fmla="*/ 5685522 h 5685522"/>
              <a:gd name="connsiteX1" fmla="*/ 807946 w 7561130"/>
              <a:gd name="connsiteY1" fmla="*/ 0 h 5685522"/>
              <a:gd name="connsiteX2" fmla="*/ 7561130 w 7561130"/>
              <a:gd name="connsiteY2" fmla="*/ 6717 h 5685522"/>
              <a:gd name="connsiteX3" fmla="*/ 7561130 w 7561130"/>
              <a:gd name="connsiteY3" fmla="*/ 6717 h 5685522"/>
              <a:gd name="connsiteX4" fmla="*/ 7561130 w 7561130"/>
              <a:gd name="connsiteY4" fmla="*/ 4815699 h 5685522"/>
              <a:gd name="connsiteX5" fmla="*/ 6691307 w 7561130"/>
              <a:gd name="connsiteY5" fmla="*/ 5685522 h 5685522"/>
              <a:gd name="connsiteX6" fmla="*/ 776254 w 7561130"/>
              <a:gd name="connsiteY6" fmla="*/ 5685522 h 5685522"/>
              <a:gd name="connsiteX0" fmla="*/ 0 w 6784876"/>
              <a:gd name="connsiteY0" fmla="*/ 5685522 h 5685522"/>
              <a:gd name="connsiteX1" fmla="*/ 31692 w 6784876"/>
              <a:gd name="connsiteY1" fmla="*/ 0 h 5685522"/>
              <a:gd name="connsiteX2" fmla="*/ 6784876 w 6784876"/>
              <a:gd name="connsiteY2" fmla="*/ 6717 h 5685522"/>
              <a:gd name="connsiteX3" fmla="*/ 6784876 w 6784876"/>
              <a:gd name="connsiteY3" fmla="*/ 6717 h 5685522"/>
              <a:gd name="connsiteX4" fmla="*/ 6784876 w 6784876"/>
              <a:gd name="connsiteY4" fmla="*/ 4815699 h 5685522"/>
              <a:gd name="connsiteX5" fmla="*/ 5915053 w 6784876"/>
              <a:gd name="connsiteY5" fmla="*/ 5685522 h 5685522"/>
              <a:gd name="connsiteX6" fmla="*/ 0 w 6784876"/>
              <a:gd name="connsiteY6" fmla="*/ 5685522 h 5685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84876" h="5685522">
                <a:moveTo>
                  <a:pt x="0" y="5685522"/>
                </a:moveTo>
                <a:lnTo>
                  <a:pt x="31692" y="0"/>
                </a:lnTo>
                <a:lnTo>
                  <a:pt x="6784876" y="6717"/>
                </a:lnTo>
                <a:lnTo>
                  <a:pt x="6784876" y="6717"/>
                </a:lnTo>
                <a:lnTo>
                  <a:pt x="6784876" y="4815699"/>
                </a:lnTo>
                <a:cubicBezTo>
                  <a:pt x="6784876" y="5296089"/>
                  <a:pt x="6395443" y="5685522"/>
                  <a:pt x="5915053" y="5685522"/>
                </a:cubicBezTo>
                <a:lnTo>
                  <a:pt x="0" y="5685522"/>
                </a:lnTo>
                <a:close/>
              </a:path>
            </a:pathLst>
          </a:custGeom>
        </p:spPr>
      </p:pic>
      <p:sp>
        <p:nvSpPr>
          <p:cNvPr id="7" name="Rectangle: Rounded Corners 3">
            <a:extLst>
              <a:ext uri="{FF2B5EF4-FFF2-40B4-BE49-F238E27FC236}">
                <a16:creationId xmlns:a16="http://schemas.microsoft.com/office/drawing/2014/main" id="{4DCA9A03-C201-42B6-AF8D-AB31333C8852}"/>
              </a:ext>
            </a:extLst>
          </p:cNvPr>
          <p:cNvSpPr/>
          <p:nvPr/>
        </p:nvSpPr>
        <p:spPr>
          <a:xfrm>
            <a:off x="6065406" y="980728"/>
            <a:ext cx="5298342" cy="2776268"/>
          </a:xfrm>
          <a:prstGeom prst="roundRect">
            <a:avLst>
              <a:gd name="adj" fmla="val 8835"/>
            </a:avLst>
          </a:pr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8" name="TextBox 7">
            <a:extLst>
              <a:ext uri="{FF2B5EF4-FFF2-40B4-BE49-F238E27FC236}">
                <a16:creationId xmlns:a16="http://schemas.microsoft.com/office/drawing/2014/main" id="{4B09D3EC-7881-4341-8189-469046CA259E}"/>
              </a:ext>
            </a:extLst>
          </p:cNvPr>
          <p:cNvSpPr txBox="1"/>
          <p:nvPr/>
        </p:nvSpPr>
        <p:spPr>
          <a:xfrm>
            <a:off x="6641014" y="1389517"/>
            <a:ext cx="4239950" cy="615553"/>
          </a:xfrm>
          <a:prstGeom prst="rect">
            <a:avLst/>
          </a:prstGeom>
          <a:noFill/>
        </p:spPr>
        <p:txBody>
          <a:bodyPr wrap="square" lIns="0" tIns="0" rIns="0" bIns="0" rtlCol="0">
            <a:spAutoFit/>
          </a:bodyPr>
          <a:lstStyle/>
          <a:p>
            <a:r>
              <a:rPr lang="en-IN" sz="4000" b="1" i="0" dirty="0">
                <a:solidFill>
                  <a:srgbClr val="75C042"/>
                </a:solidFill>
                <a:effectLst/>
              </a:rPr>
              <a:t>What We </a:t>
            </a:r>
            <a:r>
              <a:rPr lang="en-IN" sz="4000" b="1" i="0" dirty="0">
                <a:solidFill>
                  <a:srgbClr val="55E96E"/>
                </a:solidFill>
                <a:effectLst/>
                <a:latin typeface="Segoe UI Light" panose="020B0502040204020203" pitchFamily="34" charset="0"/>
                <a:cs typeface="Segoe UI Light" panose="020B0502040204020203" pitchFamily="34" charset="0"/>
              </a:rPr>
              <a:t>Did</a:t>
            </a:r>
            <a:endParaRPr lang="en-IN" sz="4000" b="1" dirty="0">
              <a:solidFill>
                <a:srgbClr val="55E96E"/>
              </a:solidFill>
              <a:latin typeface="Segoe UI Light" panose="020B0502040204020203" pitchFamily="34" charset="0"/>
              <a:cs typeface="Segoe UI Light" panose="020B0502040204020203" pitchFamily="34" charset="0"/>
            </a:endParaRPr>
          </a:p>
        </p:txBody>
      </p:sp>
      <p:sp>
        <p:nvSpPr>
          <p:cNvPr id="9" name="TextBox 8">
            <a:extLst>
              <a:ext uri="{FF2B5EF4-FFF2-40B4-BE49-F238E27FC236}">
                <a16:creationId xmlns:a16="http://schemas.microsoft.com/office/drawing/2014/main" id="{A0CBE2D0-9475-4BE8-AC62-B9A03DC275C3}"/>
              </a:ext>
            </a:extLst>
          </p:cNvPr>
          <p:cNvSpPr txBox="1"/>
          <p:nvPr/>
        </p:nvSpPr>
        <p:spPr>
          <a:xfrm>
            <a:off x="6641014" y="2147518"/>
            <a:ext cx="4239950" cy="615553"/>
          </a:xfrm>
          <a:prstGeom prst="rect">
            <a:avLst/>
          </a:prstGeom>
          <a:noFill/>
        </p:spPr>
        <p:txBody>
          <a:bodyPr wrap="square" lIns="0" tIns="0" rIns="0" bIns="0" rtlCol="0" anchor="t">
            <a:spAutoFit/>
          </a:bodyPr>
          <a:lstStyle/>
          <a:p>
            <a:r>
              <a:rPr lang="en-US" sz="4000" kern="0" dirty="0">
                <a:solidFill>
                  <a:schemeClr val="tx1">
                    <a:lumMod val="75000"/>
                    <a:lumOff val="25000"/>
                  </a:schemeClr>
                </a:solidFill>
                <a:latin typeface="Segoe UI" panose="020B0502040204020203" pitchFamily="34" charset="0"/>
                <a:ea typeface="Calibri Light" charset="0"/>
                <a:cs typeface="Segoe UI" panose="020B0502040204020203" pitchFamily="34" charset="0"/>
              </a:rPr>
              <a:t>Let’s Summarize</a:t>
            </a:r>
            <a:endParaRPr lang="en-US" sz="4000" dirty="0">
              <a:solidFill>
                <a:schemeClr val="tx1">
                  <a:lumMod val="75000"/>
                  <a:lumOff val="25000"/>
                </a:schemeClr>
              </a:solidFill>
              <a:latin typeface="Segoe UI" panose="020B0502040204020203" pitchFamily="34" charset="0"/>
              <a:ea typeface="Calibri Light" charset="0"/>
              <a:cs typeface="Segoe UI" panose="020B0502040204020203" pitchFamily="34" charset="0"/>
            </a:endParaRPr>
          </a:p>
        </p:txBody>
      </p:sp>
      <p:grpSp>
        <p:nvGrpSpPr>
          <p:cNvPr id="10" name="Group 9">
            <a:extLst>
              <a:ext uri="{FF2B5EF4-FFF2-40B4-BE49-F238E27FC236}">
                <a16:creationId xmlns:a16="http://schemas.microsoft.com/office/drawing/2014/main" id="{CBADDFA3-0336-41F5-81AE-B9456B828C2C}"/>
              </a:ext>
            </a:extLst>
          </p:cNvPr>
          <p:cNvGrpSpPr/>
          <p:nvPr/>
        </p:nvGrpSpPr>
        <p:grpSpPr>
          <a:xfrm>
            <a:off x="6664269" y="3161139"/>
            <a:ext cx="617354" cy="109990"/>
            <a:chOff x="6006451" y="5603130"/>
            <a:chExt cx="617354" cy="109990"/>
          </a:xfrm>
        </p:grpSpPr>
        <p:sp>
          <p:nvSpPr>
            <p:cNvPr id="11" name="Rectangle 5">
              <a:extLst>
                <a:ext uri="{FF2B5EF4-FFF2-40B4-BE49-F238E27FC236}">
                  <a16:creationId xmlns:a16="http://schemas.microsoft.com/office/drawing/2014/main" id="{EF42471A-33F9-4E04-8306-66A59FCEE04D}"/>
                </a:ext>
              </a:extLst>
            </p:cNvPr>
            <p:cNvSpPr>
              <a:spLocks noChangeArrowheads="1"/>
            </p:cNvSpPr>
            <p:nvPr/>
          </p:nvSpPr>
          <p:spPr bwMode="auto">
            <a:xfrm>
              <a:off x="6006451" y="5603130"/>
              <a:ext cx="109992" cy="109990"/>
            </a:xfrm>
            <a:prstGeom prst="rect">
              <a:avLst/>
            </a:prstGeom>
            <a:solidFill>
              <a:srgbClr val="00B050"/>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 name="Rectangle 5">
              <a:extLst>
                <a:ext uri="{FF2B5EF4-FFF2-40B4-BE49-F238E27FC236}">
                  <a16:creationId xmlns:a16="http://schemas.microsoft.com/office/drawing/2014/main" id="{C99CB4F6-0149-49F4-8A24-BEB708A29F1A}"/>
                </a:ext>
              </a:extLst>
            </p:cNvPr>
            <p:cNvSpPr>
              <a:spLocks noChangeArrowheads="1"/>
            </p:cNvSpPr>
            <p:nvPr/>
          </p:nvSpPr>
          <p:spPr bwMode="auto">
            <a:xfrm>
              <a:off x="6260132" y="5603130"/>
              <a:ext cx="109992" cy="109990"/>
            </a:xfrm>
            <a:prstGeom prst="rect">
              <a:avLst/>
            </a:prstGeom>
            <a:solidFill>
              <a:srgbClr val="75C04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 name="Rectangle 5">
              <a:extLst>
                <a:ext uri="{FF2B5EF4-FFF2-40B4-BE49-F238E27FC236}">
                  <a16:creationId xmlns:a16="http://schemas.microsoft.com/office/drawing/2014/main" id="{8BED369E-8B8A-45FD-8B5A-703CE09C2946}"/>
                </a:ext>
              </a:extLst>
            </p:cNvPr>
            <p:cNvSpPr>
              <a:spLocks noChangeArrowheads="1"/>
            </p:cNvSpPr>
            <p:nvPr/>
          </p:nvSpPr>
          <p:spPr bwMode="auto">
            <a:xfrm>
              <a:off x="6513813" y="5603130"/>
              <a:ext cx="109992" cy="109990"/>
            </a:xfrm>
            <a:prstGeom prst="rect">
              <a:avLst/>
            </a:prstGeom>
            <a:solidFill>
              <a:srgbClr val="0AEC25"/>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14" name="Google Shape;845;p16"/>
          <p:cNvSpPr/>
          <p:nvPr/>
        </p:nvSpPr>
        <p:spPr>
          <a:xfrm>
            <a:off x="-1" y="0"/>
            <a:ext cx="1993020" cy="982572"/>
          </a:xfrm>
          <a:custGeom>
            <a:avLst/>
            <a:gdLst/>
            <a:ahLst/>
            <a:cxnLst/>
            <a:rect l="l" t="t" r="r" b="b"/>
            <a:pathLst>
              <a:path w="1993020" h="1803466" extrusionOk="0">
                <a:moveTo>
                  <a:pt x="0" y="0"/>
                </a:moveTo>
                <a:lnTo>
                  <a:pt x="1993020" y="0"/>
                </a:lnTo>
                <a:lnTo>
                  <a:pt x="1229306" y="1803466"/>
                </a:lnTo>
                <a:lnTo>
                  <a:pt x="0" y="1803466"/>
                </a:lnTo>
                <a:lnTo>
                  <a:pt x="0" y="0"/>
                </a:lnTo>
                <a:close/>
              </a:path>
            </a:pathLst>
          </a:custGeom>
          <a:solidFill>
            <a:srgbClr val="75C042"/>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75C042"/>
              </a:solidFill>
              <a:effectLst/>
              <a:uLnTx/>
              <a:uFillTx/>
              <a:latin typeface="Calibri"/>
              <a:ea typeface="Calibri"/>
              <a:cs typeface="Calibri"/>
              <a:sym typeface="Calibri"/>
            </a:endParaRPr>
          </a:p>
        </p:txBody>
      </p:sp>
      <p:sp>
        <p:nvSpPr>
          <p:cNvPr id="16"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r>
              <a:rPr lang="en-US" sz="1600" dirty="0">
                <a:solidFill>
                  <a:srgbClr val="75C042"/>
                </a:solidFill>
                <a:latin typeface="Cambria" panose="02040503050406030204" pitchFamily="18" charset="0"/>
                <a:ea typeface="Cambria" panose="02040503050406030204" pitchFamily="18" charset="0"/>
                <a:cs typeface="Corben"/>
                <a:sym typeface="Corben"/>
              </a:rPr>
              <a:t>www.anubhavtrainings.com</a:t>
            </a:r>
            <a:endParaRPr sz="1600" dirty="0">
              <a:solidFill>
                <a:srgbClr val="75C042"/>
              </a:solidFill>
              <a:latin typeface="Cambria" panose="02040503050406030204" pitchFamily="18" charset="0"/>
              <a:ea typeface="Cambria" panose="02040503050406030204" pitchFamily="18" charset="0"/>
              <a:cs typeface="Corben"/>
              <a:sym typeface="Corben"/>
            </a:endParaRPr>
          </a:p>
        </p:txBody>
      </p:sp>
      <p:pic>
        <p:nvPicPr>
          <p:cNvPr id="1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9972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barn(inVertical)">
                                      <p:cBhvr>
                                        <p:cTn id="10" dur="500"/>
                                        <p:tgtEl>
                                          <p:spTgt spid="9"/>
                                        </p:tgtEl>
                                      </p:cBhvr>
                                    </p:animEffect>
                                  </p:childTnLst>
                                </p:cTn>
                              </p:par>
                              <p:par>
                                <p:cTn id="11" presetID="16" presetClass="entr" presetSubtype="21"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barn(inVertical)">
                                      <p:cBhvr>
                                        <p:cTn id="13" dur="500"/>
                                        <p:tgtEl>
                                          <p:spTgt spid="10"/>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barn(inVertical)">
                                      <p:cBhvr>
                                        <p:cTn id="16" dur="500"/>
                                        <p:tgtEl>
                                          <p:spTgt spid="7"/>
                                        </p:tgtEl>
                                      </p:cBhvr>
                                    </p:animEffect>
                                  </p:childTnLst>
                                </p:cTn>
                              </p:par>
                              <p:par>
                                <p:cTn id="17" presetID="16" presetClass="entr" presetSubtype="21"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barn(inVertical)">
                                      <p:cBhvr>
                                        <p:cTn id="1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p:bldP spid="9"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BB0BAE-F023-4B67-BE79-3E1A8ACA9361}"/>
              </a:ext>
            </a:extLst>
          </p:cNvPr>
          <p:cNvSpPr txBox="1"/>
          <p:nvPr/>
        </p:nvSpPr>
        <p:spPr>
          <a:xfrm>
            <a:off x="1260763" y="3440863"/>
            <a:ext cx="5583381" cy="923330"/>
          </a:xfrm>
          <a:prstGeom prst="rect">
            <a:avLst/>
          </a:prstGeom>
          <a:noFill/>
        </p:spPr>
        <p:txBody>
          <a:bodyPr wrap="square" lIns="0" tIns="0" rIns="0" bIns="0" rtlCol="0">
            <a:spAutoFit/>
          </a:bodyPr>
          <a:lstStyle/>
          <a:p>
            <a:r>
              <a:rPr lang="en-IN" sz="6000" b="1" i="0" dirty="0">
                <a:solidFill>
                  <a:srgbClr val="75C042"/>
                </a:solidFill>
                <a:effectLst/>
              </a:rPr>
              <a:t>Thank</a:t>
            </a:r>
            <a:r>
              <a:rPr lang="en-IN" sz="6000" b="1" i="0" dirty="0">
                <a:solidFill>
                  <a:schemeClr val="accent1"/>
                </a:solidFill>
                <a:effectLst/>
              </a:rPr>
              <a:t> </a:t>
            </a:r>
            <a:r>
              <a:rPr lang="en-IN" sz="6000" b="1" dirty="0">
                <a:solidFill>
                  <a:schemeClr val="accent2"/>
                </a:solidFill>
                <a:latin typeface="Segoe UI Light" panose="020B0502040204020203" pitchFamily="34" charset="0"/>
                <a:cs typeface="Segoe UI Light" panose="020B0502040204020203" pitchFamily="34" charset="0"/>
              </a:rPr>
              <a:t>You</a:t>
            </a:r>
            <a:endParaRPr lang="en-IN" sz="6000" dirty="0">
              <a:solidFill>
                <a:schemeClr val="accent2"/>
              </a:solidFill>
              <a:latin typeface="Segoe UI Light" panose="020B0502040204020203" pitchFamily="34" charset="0"/>
              <a:cs typeface="Segoe UI Light" panose="020B0502040204020203" pitchFamily="34" charset="0"/>
            </a:endParaRPr>
          </a:p>
        </p:txBody>
      </p:sp>
      <p:sp>
        <p:nvSpPr>
          <p:cNvPr id="3" name="TextBox 2">
            <a:extLst>
              <a:ext uri="{FF2B5EF4-FFF2-40B4-BE49-F238E27FC236}">
                <a16:creationId xmlns:a16="http://schemas.microsoft.com/office/drawing/2014/main" id="{CCD57203-1FF5-432E-8E3E-4DFC442AA54C}"/>
              </a:ext>
            </a:extLst>
          </p:cNvPr>
          <p:cNvSpPr txBox="1"/>
          <p:nvPr/>
        </p:nvSpPr>
        <p:spPr>
          <a:xfrm>
            <a:off x="1260763" y="4581128"/>
            <a:ext cx="5583381" cy="830997"/>
          </a:xfrm>
          <a:prstGeom prst="rect">
            <a:avLst/>
          </a:prstGeom>
          <a:noFill/>
        </p:spPr>
        <p:txBody>
          <a:bodyPr wrap="square" lIns="0" tIns="0" rIns="0" bIns="0" rtlCol="0" anchor="t">
            <a:spAutoFit/>
          </a:bodyPr>
          <a:lstStyle/>
          <a:p>
            <a:r>
              <a:rPr lang="en-US" sz="5400" b="1" kern="0" dirty="0">
                <a:solidFill>
                  <a:schemeClr val="accent2"/>
                </a:solidFill>
                <a:latin typeface="Segoe UI" panose="020B0502040204020203" pitchFamily="34" charset="0"/>
                <a:ea typeface="Calibri Light" charset="0"/>
                <a:cs typeface="Segoe UI" panose="020B0502040204020203" pitchFamily="34" charset="0"/>
              </a:rPr>
              <a:t>End of </a:t>
            </a:r>
            <a:r>
              <a:rPr lang="en-US" sz="5400" b="1" kern="0" dirty="0">
                <a:solidFill>
                  <a:srgbClr val="75C042"/>
                </a:solidFill>
                <a:latin typeface="Segoe UI" panose="020B0502040204020203" pitchFamily="34" charset="0"/>
                <a:ea typeface="Calibri Light" charset="0"/>
                <a:cs typeface="Segoe UI" panose="020B0502040204020203" pitchFamily="34" charset="0"/>
              </a:rPr>
              <a:t>Day 1</a:t>
            </a:r>
            <a:endParaRPr lang="en-US" sz="5400" b="1" dirty="0">
              <a:solidFill>
                <a:srgbClr val="75C042"/>
              </a:solidFill>
              <a:latin typeface="Segoe UI" panose="020B0502040204020203" pitchFamily="34" charset="0"/>
              <a:ea typeface="Calibri Light" charset="0"/>
              <a:cs typeface="Segoe UI" panose="020B0502040204020203" pitchFamily="34" charset="0"/>
            </a:endParaRPr>
          </a:p>
        </p:txBody>
      </p:sp>
      <p:grpSp>
        <p:nvGrpSpPr>
          <p:cNvPr id="4" name="Group 3">
            <a:extLst>
              <a:ext uri="{FF2B5EF4-FFF2-40B4-BE49-F238E27FC236}">
                <a16:creationId xmlns:a16="http://schemas.microsoft.com/office/drawing/2014/main" id="{E98CF33A-90E6-4EA2-B3D7-0B26F42FF079}"/>
              </a:ext>
            </a:extLst>
          </p:cNvPr>
          <p:cNvGrpSpPr/>
          <p:nvPr/>
        </p:nvGrpSpPr>
        <p:grpSpPr>
          <a:xfrm>
            <a:off x="1260763" y="5662865"/>
            <a:ext cx="1311594" cy="371301"/>
            <a:chOff x="1162522" y="5662865"/>
            <a:chExt cx="1311594" cy="371301"/>
          </a:xfrm>
        </p:grpSpPr>
        <p:sp>
          <p:nvSpPr>
            <p:cNvPr id="5" name="Oval 4">
              <a:extLst>
                <a:ext uri="{FF2B5EF4-FFF2-40B4-BE49-F238E27FC236}">
                  <a16:creationId xmlns:a16="http://schemas.microsoft.com/office/drawing/2014/main" id="{C21818D1-4413-4BFC-80DF-9BAF80F237AF}"/>
                </a:ext>
              </a:extLst>
            </p:cNvPr>
            <p:cNvSpPr/>
            <p:nvPr/>
          </p:nvSpPr>
          <p:spPr>
            <a:xfrm>
              <a:off x="1162522"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hape">
              <a:hlinkClick r:id="rId2"/>
              <a:extLst>
                <a:ext uri="{FF2B5EF4-FFF2-40B4-BE49-F238E27FC236}">
                  <a16:creationId xmlns:a16="http://schemas.microsoft.com/office/drawing/2014/main" id="{EDFC2025-1ECF-4924-AE38-C781400903DF}"/>
                </a:ext>
              </a:extLst>
            </p:cNvPr>
            <p:cNvSpPr/>
            <p:nvPr/>
          </p:nvSpPr>
          <p:spPr>
            <a:xfrm>
              <a:off x="1296648" y="5763560"/>
              <a:ext cx="85868" cy="184254"/>
            </a:xfrm>
            <a:custGeom>
              <a:avLst/>
              <a:gdLst/>
              <a:ahLst/>
              <a:cxnLst>
                <a:cxn ang="0">
                  <a:pos x="wd2" y="hd2"/>
                </a:cxn>
                <a:cxn ang="5400000">
                  <a:pos x="wd2" y="hd2"/>
                </a:cxn>
                <a:cxn ang="10800000">
                  <a:pos x="wd2" y="hd2"/>
                </a:cxn>
                <a:cxn ang="16200000">
                  <a:pos x="wd2" y="hd2"/>
                </a:cxn>
              </a:cxnLst>
              <a:rect l="0" t="0" r="r" b="b"/>
              <a:pathLst>
                <a:path w="21600" h="21600" extrusionOk="0">
                  <a:moveTo>
                    <a:pt x="14372" y="7078"/>
                  </a:moveTo>
                  <a:lnTo>
                    <a:pt x="14372" y="5216"/>
                  </a:lnTo>
                  <a:cubicBezTo>
                    <a:pt x="14372" y="4937"/>
                    <a:pt x="14400" y="4721"/>
                    <a:pt x="14456" y="4568"/>
                  </a:cubicBezTo>
                  <a:cubicBezTo>
                    <a:pt x="14512" y="4415"/>
                    <a:pt x="14639" y="4264"/>
                    <a:pt x="14836" y="4115"/>
                  </a:cubicBezTo>
                  <a:cubicBezTo>
                    <a:pt x="15033" y="3967"/>
                    <a:pt x="15352" y="3864"/>
                    <a:pt x="15793" y="3808"/>
                  </a:cubicBezTo>
                  <a:cubicBezTo>
                    <a:pt x="16233" y="3751"/>
                    <a:pt x="16819" y="3722"/>
                    <a:pt x="17551" y="3722"/>
                  </a:cubicBezTo>
                  <a:lnTo>
                    <a:pt x="21544" y="3722"/>
                  </a:lnTo>
                  <a:lnTo>
                    <a:pt x="21544" y="0"/>
                  </a:lnTo>
                  <a:lnTo>
                    <a:pt x="15160" y="0"/>
                  </a:lnTo>
                  <a:cubicBezTo>
                    <a:pt x="11466" y="0"/>
                    <a:pt x="8813" y="409"/>
                    <a:pt x="7200" y="1225"/>
                  </a:cubicBezTo>
                  <a:cubicBezTo>
                    <a:pt x="5588" y="2042"/>
                    <a:pt x="4782" y="3246"/>
                    <a:pt x="4782" y="4836"/>
                  </a:cubicBezTo>
                  <a:lnTo>
                    <a:pt x="4782" y="7077"/>
                  </a:lnTo>
                  <a:lnTo>
                    <a:pt x="0" y="7077"/>
                  </a:lnTo>
                  <a:lnTo>
                    <a:pt x="0" y="10800"/>
                  </a:lnTo>
                  <a:lnTo>
                    <a:pt x="4781" y="10800"/>
                  </a:lnTo>
                  <a:lnTo>
                    <a:pt x="4781" y="21600"/>
                  </a:lnTo>
                  <a:lnTo>
                    <a:pt x="14372" y="21600"/>
                  </a:lnTo>
                  <a:lnTo>
                    <a:pt x="14372" y="10800"/>
                  </a:lnTo>
                  <a:lnTo>
                    <a:pt x="20756" y="10800"/>
                  </a:lnTo>
                  <a:lnTo>
                    <a:pt x="21600" y="7078"/>
                  </a:lnTo>
                  <a:cubicBezTo>
                    <a:pt x="21600" y="7078"/>
                    <a:pt x="14372" y="7078"/>
                    <a:pt x="14372" y="7078"/>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7" name="Oval 6">
              <a:extLst>
                <a:ext uri="{FF2B5EF4-FFF2-40B4-BE49-F238E27FC236}">
                  <a16:creationId xmlns:a16="http://schemas.microsoft.com/office/drawing/2014/main" id="{5C594A17-950B-4231-AA93-6E8DB90F8098}"/>
                </a:ext>
              </a:extLst>
            </p:cNvPr>
            <p:cNvSpPr/>
            <p:nvPr/>
          </p:nvSpPr>
          <p:spPr>
            <a:xfrm>
              <a:off x="1632668"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hape">
              <a:hlinkClick r:id="rId3"/>
              <a:extLst>
                <a:ext uri="{FF2B5EF4-FFF2-40B4-BE49-F238E27FC236}">
                  <a16:creationId xmlns:a16="http://schemas.microsoft.com/office/drawing/2014/main" id="{C70A3C55-CE25-4C0F-9537-824AEA080D1D}"/>
                </a:ext>
              </a:extLst>
            </p:cNvPr>
            <p:cNvSpPr/>
            <p:nvPr/>
          </p:nvSpPr>
          <p:spPr>
            <a:xfrm>
              <a:off x="1716213" y="5774232"/>
              <a:ext cx="200503" cy="162908"/>
            </a:xfrm>
            <a:custGeom>
              <a:avLst/>
              <a:gdLst/>
              <a:ahLst/>
              <a:cxnLst>
                <a:cxn ang="0">
                  <a:pos x="wd2" y="hd2"/>
                </a:cxn>
                <a:cxn ang="5400000">
                  <a:pos x="wd2" y="hd2"/>
                </a:cxn>
                <a:cxn ang="10800000">
                  <a:pos x="wd2" y="hd2"/>
                </a:cxn>
                <a:cxn ang="16200000">
                  <a:pos x="wd2" y="hd2"/>
                </a:cxn>
              </a:cxnLst>
              <a:rect l="0" t="0" r="r" b="b"/>
              <a:pathLst>
                <a:path w="21600" h="21600" extrusionOk="0">
                  <a:moveTo>
                    <a:pt x="21600" y="2557"/>
                  </a:moveTo>
                  <a:cubicBezTo>
                    <a:pt x="20797" y="2991"/>
                    <a:pt x="19941" y="3278"/>
                    <a:pt x="19048" y="3418"/>
                  </a:cubicBezTo>
                  <a:cubicBezTo>
                    <a:pt x="19966" y="2743"/>
                    <a:pt x="20667" y="1683"/>
                    <a:pt x="20997" y="405"/>
                  </a:cubicBezTo>
                  <a:cubicBezTo>
                    <a:pt x="20141" y="1034"/>
                    <a:pt x="19196" y="1477"/>
                    <a:pt x="18188" y="1725"/>
                  </a:cubicBezTo>
                  <a:cubicBezTo>
                    <a:pt x="17376" y="660"/>
                    <a:pt x="16217" y="0"/>
                    <a:pt x="14954" y="0"/>
                  </a:cubicBezTo>
                  <a:cubicBezTo>
                    <a:pt x="12502" y="0"/>
                    <a:pt x="10529" y="2449"/>
                    <a:pt x="10529" y="5451"/>
                  </a:cubicBezTo>
                  <a:cubicBezTo>
                    <a:pt x="10529" y="5883"/>
                    <a:pt x="10558" y="6299"/>
                    <a:pt x="10631" y="6694"/>
                  </a:cubicBezTo>
                  <a:cubicBezTo>
                    <a:pt x="6950" y="6473"/>
                    <a:pt x="3692" y="4302"/>
                    <a:pt x="1504" y="994"/>
                  </a:cubicBezTo>
                  <a:cubicBezTo>
                    <a:pt x="1122" y="1809"/>
                    <a:pt x="898" y="2743"/>
                    <a:pt x="898" y="3748"/>
                  </a:cubicBezTo>
                  <a:cubicBezTo>
                    <a:pt x="898" y="5636"/>
                    <a:pt x="1687" y="7309"/>
                    <a:pt x="2865" y="8278"/>
                  </a:cubicBezTo>
                  <a:cubicBezTo>
                    <a:pt x="2153" y="8261"/>
                    <a:pt x="1455" y="8007"/>
                    <a:pt x="864" y="7606"/>
                  </a:cubicBezTo>
                  <a:cubicBezTo>
                    <a:pt x="864" y="7623"/>
                    <a:pt x="864" y="7645"/>
                    <a:pt x="864" y="7666"/>
                  </a:cubicBezTo>
                  <a:cubicBezTo>
                    <a:pt x="864" y="10315"/>
                    <a:pt x="2399" y="12515"/>
                    <a:pt x="4412" y="13022"/>
                  </a:cubicBezTo>
                  <a:cubicBezTo>
                    <a:pt x="4051" y="13143"/>
                    <a:pt x="3658" y="13201"/>
                    <a:pt x="3251" y="13201"/>
                  </a:cubicBezTo>
                  <a:cubicBezTo>
                    <a:pt x="2967" y="13201"/>
                    <a:pt x="2681" y="13181"/>
                    <a:pt x="2412" y="13108"/>
                  </a:cubicBezTo>
                  <a:cubicBezTo>
                    <a:pt x="2986" y="15266"/>
                    <a:pt x="4614" y="16853"/>
                    <a:pt x="6550" y="16905"/>
                  </a:cubicBezTo>
                  <a:cubicBezTo>
                    <a:pt x="5044" y="18355"/>
                    <a:pt x="3131" y="19229"/>
                    <a:pt x="1060" y="19229"/>
                  </a:cubicBezTo>
                  <a:cubicBezTo>
                    <a:pt x="697" y="19229"/>
                    <a:pt x="348" y="19209"/>
                    <a:pt x="0" y="19154"/>
                  </a:cubicBezTo>
                  <a:cubicBezTo>
                    <a:pt x="1962" y="20711"/>
                    <a:pt x="4286" y="21600"/>
                    <a:pt x="6793" y="21600"/>
                  </a:cubicBezTo>
                  <a:cubicBezTo>
                    <a:pt x="14942" y="21600"/>
                    <a:pt x="19397" y="13292"/>
                    <a:pt x="19397" y="6091"/>
                  </a:cubicBezTo>
                  <a:cubicBezTo>
                    <a:pt x="19397" y="5850"/>
                    <a:pt x="19390" y="5618"/>
                    <a:pt x="19380" y="5387"/>
                  </a:cubicBezTo>
                  <a:cubicBezTo>
                    <a:pt x="20259" y="4619"/>
                    <a:pt x="20998" y="3660"/>
                    <a:pt x="21600" y="2557"/>
                  </a:cubicBezTo>
                  <a:cubicBezTo>
                    <a:pt x="21600" y="2557"/>
                    <a:pt x="21600" y="2557"/>
                    <a:pt x="21600" y="2557"/>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9" name="Oval 8">
              <a:extLst>
                <a:ext uri="{FF2B5EF4-FFF2-40B4-BE49-F238E27FC236}">
                  <a16:creationId xmlns:a16="http://schemas.microsoft.com/office/drawing/2014/main" id="{AF389CA4-9215-4DA8-BFFA-FA4329B49979}"/>
                </a:ext>
              </a:extLst>
            </p:cNvPr>
            <p:cNvSpPr/>
            <p:nvPr/>
          </p:nvSpPr>
          <p:spPr>
            <a:xfrm>
              <a:off x="2102815"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hape">
              <a:hlinkClick r:id="rId4"/>
              <a:extLst>
                <a:ext uri="{FF2B5EF4-FFF2-40B4-BE49-F238E27FC236}">
                  <a16:creationId xmlns:a16="http://schemas.microsoft.com/office/drawing/2014/main" id="{F0CB12D6-F0DA-4BB6-B2C7-4BE43A29C51F}"/>
                </a:ext>
              </a:extLst>
            </p:cNvPr>
            <p:cNvSpPr/>
            <p:nvPr/>
          </p:nvSpPr>
          <p:spPr>
            <a:xfrm>
              <a:off x="2189003" y="5751342"/>
              <a:ext cx="202748" cy="202749"/>
            </a:xfrm>
            <a:custGeom>
              <a:avLst/>
              <a:gdLst/>
              <a:ahLst/>
              <a:cxnLst>
                <a:cxn ang="0">
                  <a:pos x="wd2" y="hd2"/>
                </a:cxn>
                <a:cxn ang="5400000">
                  <a:pos x="wd2" y="hd2"/>
                </a:cxn>
                <a:cxn ang="10800000">
                  <a:pos x="wd2" y="hd2"/>
                </a:cxn>
                <a:cxn ang="16200000">
                  <a:pos x="wd2" y="hd2"/>
                </a:cxn>
              </a:cxnLst>
              <a:rect l="0" t="0" r="r" b="b"/>
              <a:pathLst>
                <a:path w="21600" h="21600" extrusionOk="0">
                  <a:moveTo>
                    <a:pt x="19427" y="11280"/>
                  </a:moveTo>
                  <a:cubicBezTo>
                    <a:pt x="17712" y="10975"/>
                    <a:pt x="15821" y="11022"/>
                    <a:pt x="13768" y="11419"/>
                  </a:cubicBezTo>
                  <a:cubicBezTo>
                    <a:pt x="13571" y="10725"/>
                    <a:pt x="13362" y="10071"/>
                    <a:pt x="13146" y="9456"/>
                  </a:cubicBezTo>
                  <a:cubicBezTo>
                    <a:pt x="15173" y="8681"/>
                    <a:pt x="16814" y="7539"/>
                    <a:pt x="18018" y="6057"/>
                  </a:cubicBezTo>
                  <a:cubicBezTo>
                    <a:pt x="18916" y="7419"/>
                    <a:pt x="19440" y="9050"/>
                    <a:pt x="19440" y="10800"/>
                  </a:cubicBezTo>
                  <a:cubicBezTo>
                    <a:pt x="19440" y="10961"/>
                    <a:pt x="19435" y="11121"/>
                    <a:pt x="19427" y="11280"/>
                  </a:cubicBezTo>
                  <a:cubicBezTo>
                    <a:pt x="19427" y="11280"/>
                    <a:pt x="19427" y="11280"/>
                    <a:pt x="19427" y="11280"/>
                  </a:cubicBezTo>
                  <a:close/>
                  <a:moveTo>
                    <a:pt x="15025" y="18334"/>
                  </a:moveTo>
                  <a:cubicBezTo>
                    <a:pt x="14873" y="16593"/>
                    <a:pt x="14617" y="14987"/>
                    <a:pt x="14296" y="13522"/>
                  </a:cubicBezTo>
                  <a:cubicBezTo>
                    <a:pt x="15886" y="13225"/>
                    <a:pt x="17507" y="13137"/>
                    <a:pt x="19038" y="13406"/>
                  </a:cubicBezTo>
                  <a:cubicBezTo>
                    <a:pt x="18371" y="15511"/>
                    <a:pt x="16918" y="17268"/>
                    <a:pt x="15025" y="18334"/>
                  </a:cubicBezTo>
                  <a:cubicBezTo>
                    <a:pt x="15025" y="18334"/>
                    <a:pt x="15025" y="18334"/>
                    <a:pt x="15025" y="18334"/>
                  </a:cubicBezTo>
                  <a:close/>
                  <a:moveTo>
                    <a:pt x="10800" y="19440"/>
                  </a:moveTo>
                  <a:cubicBezTo>
                    <a:pt x="8577" y="19440"/>
                    <a:pt x="6548" y="18596"/>
                    <a:pt x="5015" y="17212"/>
                  </a:cubicBezTo>
                  <a:cubicBezTo>
                    <a:pt x="6456" y="16365"/>
                    <a:pt x="9162" y="14922"/>
                    <a:pt x="12199" y="14029"/>
                  </a:cubicBezTo>
                  <a:cubicBezTo>
                    <a:pt x="12538" y="15587"/>
                    <a:pt x="12795" y="17303"/>
                    <a:pt x="12924" y="19176"/>
                  </a:cubicBezTo>
                  <a:cubicBezTo>
                    <a:pt x="12244" y="19348"/>
                    <a:pt x="11533" y="19440"/>
                    <a:pt x="10800" y="19440"/>
                  </a:cubicBezTo>
                  <a:cubicBezTo>
                    <a:pt x="10800" y="19440"/>
                    <a:pt x="10800" y="19440"/>
                    <a:pt x="10800" y="19440"/>
                  </a:cubicBezTo>
                  <a:close/>
                  <a:moveTo>
                    <a:pt x="2160" y="10800"/>
                  </a:moveTo>
                  <a:cubicBezTo>
                    <a:pt x="2160" y="10677"/>
                    <a:pt x="2163" y="10555"/>
                    <a:pt x="2168" y="10434"/>
                  </a:cubicBezTo>
                  <a:cubicBezTo>
                    <a:pt x="3029" y="10541"/>
                    <a:pt x="4305" y="10658"/>
                    <a:pt x="5793" y="10658"/>
                  </a:cubicBezTo>
                  <a:cubicBezTo>
                    <a:pt x="6514" y="10658"/>
                    <a:pt x="7284" y="10631"/>
                    <a:pt x="8081" y="10562"/>
                  </a:cubicBezTo>
                  <a:cubicBezTo>
                    <a:pt x="9142" y="10470"/>
                    <a:pt x="10142" y="10310"/>
                    <a:pt x="11081" y="10088"/>
                  </a:cubicBezTo>
                  <a:cubicBezTo>
                    <a:pt x="11287" y="10669"/>
                    <a:pt x="11485" y="11281"/>
                    <a:pt x="11671" y="11928"/>
                  </a:cubicBezTo>
                  <a:cubicBezTo>
                    <a:pt x="10698" y="12211"/>
                    <a:pt x="9693" y="12565"/>
                    <a:pt x="8656" y="12990"/>
                  </a:cubicBezTo>
                  <a:cubicBezTo>
                    <a:pt x="6423" y="13906"/>
                    <a:pt x="4601" y="14931"/>
                    <a:pt x="3585" y="15547"/>
                  </a:cubicBezTo>
                  <a:cubicBezTo>
                    <a:pt x="2685" y="14184"/>
                    <a:pt x="2160" y="12552"/>
                    <a:pt x="2160" y="10800"/>
                  </a:cubicBezTo>
                  <a:cubicBezTo>
                    <a:pt x="2160" y="10800"/>
                    <a:pt x="2160" y="10800"/>
                    <a:pt x="2160" y="10800"/>
                  </a:cubicBezTo>
                  <a:close/>
                  <a:moveTo>
                    <a:pt x="7253" y="2922"/>
                  </a:moveTo>
                  <a:cubicBezTo>
                    <a:pt x="7897" y="3727"/>
                    <a:pt x="9119" y="5437"/>
                    <a:pt x="10273" y="8054"/>
                  </a:cubicBezTo>
                  <a:cubicBezTo>
                    <a:pt x="7243" y="8704"/>
                    <a:pt x="4136" y="8489"/>
                    <a:pt x="2530" y="8298"/>
                  </a:cubicBezTo>
                  <a:cubicBezTo>
                    <a:pt x="3257" y="5901"/>
                    <a:pt x="4998" y="3941"/>
                    <a:pt x="7253" y="2922"/>
                  </a:cubicBezTo>
                  <a:cubicBezTo>
                    <a:pt x="7253" y="2922"/>
                    <a:pt x="7253" y="2922"/>
                    <a:pt x="7253" y="2922"/>
                  </a:cubicBezTo>
                  <a:close/>
                  <a:moveTo>
                    <a:pt x="10800" y="2160"/>
                  </a:moveTo>
                  <a:cubicBezTo>
                    <a:pt x="13021" y="2160"/>
                    <a:pt x="15049" y="3003"/>
                    <a:pt x="16581" y="4385"/>
                  </a:cubicBezTo>
                  <a:cubicBezTo>
                    <a:pt x="15509" y="5855"/>
                    <a:pt x="14008" y="6822"/>
                    <a:pt x="12365" y="7445"/>
                  </a:cubicBezTo>
                  <a:cubicBezTo>
                    <a:pt x="12091" y="6806"/>
                    <a:pt x="11817" y="6226"/>
                    <a:pt x="11555" y="5709"/>
                  </a:cubicBezTo>
                  <a:cubicBezTo>
                    <a:pt x="10795" y="4211"/>
                    <a:pt x="10048" y="3064"/>
                    <a:pt x="9466" y="2263"/>
                  </a:cubicBezTo>
                  <a:cubicBezTo>
                    <a:pt x="9901" y="2195"/>
                    <a:pt x="10346" y="2160"/>
                    <a:pt x="10800" y="2160"/>
                  </a:cubicBezTo>
                  <a:cubicBezTo>
                    <a:pt x="10800" y="2160"/>
                    <a:pt x="10800" y="2160"/>
                    <a:pt x="10800" y="2160"/>
                  </a:cubicBezTo>
                  <a:close/>
                  <a:moveTo>
                    <a:pt x="18834" y="3590"/>
                  </a:moveTo>
                  <a:lnTo>
                    <a:pt x="18682" y="3425"/>
                  </a:lnTo>
                  <a:cubicBezTo>
                    <a:pt x="16710" y="1318"/>
                    <a:pt x="13906" y="0"/>
                    <a:pt x="10800" y="0"/>
                  </a:cubicBezTo>
                  <a:cubicBezTo>
                    <a:pt x="9564" y="0"/>
                    <a:pt x="8376" y="209"/>
                    <a:pt x="7269" y="593"/>
                  </a:cubicBezTo>
                  <a:lnTo>
                    <a:pt x="7157" y="633"/>
                  </a:lnTo>
                  <a:cubicBezTo>
                    <a:pt x="3542" y="1932"/>
                    <a:pt x="814" y="5108"/>
                    <a:pt x="154" y="8980"/>
                  </a:cubicBezTo>
                  <a:cubicBezTo>
                    <a:pt x="153" y="8984"/>
                    <a:pt x="152" y="8988"/>
                    <a:pt x="152" y="8991"/>
                  </a:cubicBezTo>
                  <a:cubicBezTo>
                    <a:pt x="149" y="9004"/>
                    <a:pt x="148" y="9016"/>
                    <a:pt x="146" y="9028"/>
                  </a:cubicBezTo>
                  <a:cubicBezTo>
                    <a:pt x="51" y="9605"/>
                    <a:pt x="0" y="10197"/>
                    <a:pt x="0" y="10800"/>
                  </a:cubicBezTo>
                  <a:cubicBezTo>
                    <a:pt x="0" y="13375"/>
                    <a:pt x="906" y="15741"/>
                    <a:pt x="2416" y="17599"/>
                  </a:cubicBezTo>
                  <a:cubicBezTo>
                    <a:pt x="2417" y="17600"/>
                    <a:pt x="2541" y="17751"/>
                    <a:pt x="2541" y="17751"/>
                  </a:cubicBezTo>
                  <a:cubicBezTo>
                    <a:pt x="4524" y="20103"/>
                    <a:pt x="7490" y="21600"/>
                    <a:pt x="10800" y="21600"/>
                  </a:cubicBezTo>
                  <a:cubicBezTo>
                    <a:pt x="12051" y="21600"/>
                    <a:pt x="13252" y="21385"/>
                    <a:pt x="14370" y="20993"/>
                  </a:cubicBezTo>
                  <a:cubicBezTo>
                    <a:pt x="14400" y="20983"/>
                    <a:pt x="14429" y="20974"/>
                    <a:pt x="14457" y="20962"/>
                  </a:cubicBezTo>
                  <a:cubicBezTo>
                    <a:pt x="18004" y="19681"/>
                    <a:pt x="20694" y="16594"/>
                    <a:pt x="21411" y="12816"/>
                  </a:cubicBezTo>
                  <a:cubicBezTo>
                    <a:pt x="21412" y="12806"/>
                    <a:pt x="21414" y="12797"/>
                    <a:pt x="21416" y="12788"/>
                  </a:cubicBezTo>
                  <a:cubicBezTo>
                    <a:pt x="21536" y="12143"/>
                    <a:pt x="21600" y="11479"/>
                    <a:pt x="21600" y="10800"/>
                  </a:cubicBezTo>
                  <a:cubicBezTo>
                    <a:pt x="21600" y="8032"/>
                    <a:pt x="20553" y="5503"/>
                    <a:pt x="18834" y="3590"/>
                  </a:cubicBezTo>
                  <a:cubicBezTo>
                    <a:pt x="18834" y="3590"/>
                    <a:pt x="18834" y="3590"/>
                    <a:pt x="18834" y="3590"/>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grpSp>
      <p:sp>
        <p:nvSpPr>
          <p:cNvPr id="11" name="Rectangle 10">
            <a:extLst>
              <a:ext uri="{FF2B5EF4-FFF2-40B4-BE49-F238E27FC236}">
                <a16:creationId xmlns:a16="http://schemas.microsoft.com/office/drawing/2014/main" id="{DE739AA3-A794-9F54-6A5A-CA2C7ED598BB}"/>
              </a:ext>
            </a:extLst>
          </p:cNvPr>
          <p:cNvSpPr/>
          <p:nvPr/>
        </p:nvSpPr>
        <p:spPr>
          <a:xfrm>
            <a:off x="1300694" y="2272374"/>
            <a:ext cx="5297771" cy="98634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www.anubhavtrainings.com</a:t>
            </a:r>
          </a:p>
        </p:txBody>
      </p:sp>
      <p:sp>
        <p:nvSpPr>
          <p:cNvPr id="12" name="Right Triangle 11"/>
          <p:cNvSpPr/>
          <p:nvPr/>
        </p:nvSpPr>
        <p:spPr>
          <a:xfrm rot="19603165">
            <a:off x="394348" y="-1369124"/>
            <a:ext cx="4191287" cy="2738247"/>
          </a:xfrm>
          <a:prstGeom prst="r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00B050"/>
                </a:solidFill>
              </a:ln>
              <a:solidFill>
                <a:srgbClr val="00B050"/>
              </a:solidFill>
            </a:endParaRPr>
          </a:p>
        </p:txBody>
      </p:sp>
      <p:sp>
        <p:nvSpPr>
          <p:cNvPr id="13" name="Right Triangle 12"/>
          <p:cNvSpPr/>
          <p:nvPr/>
        </p:nvSpPr>
        <p:spPr>
          <a:xfrm rot="16200000">
            <a:off x="6874209" y="1545491"/>
            <a:ext cx="4718460" cy="5910772"/>
          </a:xfrm>
          <a:prstGeom prst="r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00B050"/>
                </a:solidFill>
              </a:ln>
              <a:solidFill>
                <a:srgbClr val="00B050"/>
              </a:solidFill>
            </a:endParaRPr>
          </a:p>
        </p:txBody>
      </p:sp>
      <p:sp>
        <p:nvSpPr>
          <p:cNvPr id="14" name="Minus 13"/>
          <p:cNvSpPr/>
          <p:nvPr/>
        </p:nvSpPr>
        <p:spPr>
          <a:xfrm rot="19276189">
            <a:off x="4275114" y="4157244"/>
            <a:ext cx="9864485" cy="472198"/>
          </a:xfrm>
          <a:prstGeom prst="mathMinus">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r>
              <a:rPr lang="en-US" sz="1600" dirty="0">
                <a:solidFill>
                  <a:schemeClr val="tx1"/>
                </a:solidFill>
                <a:latin typeface="Cambria" panose="02040503050406030204" pitchFamily="18" charset="0"/>
                <a:ea typeface="Cambria" panose="02040503050406030204" pitchFamily="18" charset="0"/>
                <a:cs typeface="Corben"/>
                <a:sym typeface="Corben"/>
              </a:rPr>
              <a:t>www.anubhavtrainings.com</a:t>
            </a:r>
            <a:endParaRPr sz="1600" dirty="0">
              <a:solidFill>
                <a:schemeClr val="tx1"/>
              </a:solidFill>
              <a:latin typeface="Cambria" panose="02040503050406030204" pitchFamily="18" charset="0"/>
              <a:ea typeface="Cambria" panose="02040503050406030204" pitchFamily="18" charset="0"/>
              <a:cs typeface="Corben"/>
              <a:sym typeface="Corben"/>
            </a:endParaRPr>
          </a:p>
        </p:txBody>
      </p:sp>
      <p:pic>
        <p:nvPicPr>
          <p:cNvPr id="16"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3997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arn(inVertical)">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barn(inVertical)">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barn(inVertical)">
                                      <p:cBhvr>
                                        <p:cTn id="2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11"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EAF14BF4-9A45-8B4E-AA65-A815CC72E5A3}"/>
              </a:ext>
            </a:extLst>
          </p:cNvPr>
          <p:cNvSpPr/>
          <p:nvPr/>
        </p:nvSpPr>
        <p:spPr>
          <a:xfrm flipH="1">
            <a:off x="3029488" y="2339447"/>
            <a:ext cx="9159332" cy="4517660"/>
          </a:xfrm>
          <a:prstGeom prst="rtTriangle">
            <a:avLst/>
          </a:prstGeom>
          <a:solidFill>
            <a:srgbClr val="18A7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Picture Placeholder 1">
            <a:extLst>
              <a:ext uri="{FF2B5EF4-FFF2-40B4-BE49-F238E27FC236}">
                <a16:creationId xmlns:a16="http://schemas.microsoft.com/office/drawing/2014/main" id="{5901FB9E-D5D8-0E42-9064-309ADD0ECF57}"/>
              </a:ext>
            </a:extLst>
          </p:cNvPr>
          <p:cNvSpPr>
            <a:spLocks noGrp="1"/>
          </p:cNvSpPr>
          <p:nvPr>
            <p:ph type="pic" sz="quarter" idx="14"/>
          </p:nvPr>
        </p:nvSpPr>
        <p:spPr>
          <a:xfrm>
            <a:off x="-1" y="892"/>
            <a:ext cx="12188825" cy="4876667"/>
          </a:xfrm>
        </p:spPr>
        <p:txBody>
          <a:bodyPr/>
          <a:lstStyle/>
          <a:p>
            <a:endParaRPr lang="en-US"/>
          </a:p>
        </p:txBody>
      </p:sp>
      <p:pic>
        <p:nvPicPr>
          <p:cNvPr id="4" name="Picture 3">
            <a:extLst>
              <a:ext uri="{FF2B5EF4-FFF2-40B4-BE49-F238E27FC236}">
                <a16:creationId xmlns:a16="http://schemas.microsoft.com/office/drawing/2014/main" id="{520F6EAF-BDD9-FA40-9881-470C78C023C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586" y="892"/>
            <a:ext cx="12185652" cy="4876667"/>
          </a:xfrm>
          <a:prstGeom prst="rect">
            <a:avLst/>
          </a:prstGeom>
        </p:spPr>
      </p:pic>
      <p:sp>
        <p:nvSpPr>
          <p:cNvPr id="20" name="Rectangle 19">
            <a:extLst>
              <a:ext uri="{FF2B5EF4-FFF2-40B4-BE49-F238E27FC236}">
                <a16:creationId xmlns:a16="http://schemas.microsoft.com/office/drawing/2014/main" id="{7D8E97E7-E23C-4E4A-A0AF-1C43E32D5148}"/>
              </a:ext>
            </a:extLst>
          </p:cNvPr>
          <p:cNvSpPr/>
          <p:nvPr/>
        </p:nvSpPr>
        <p:spPr>
          <a:xfrm>
            <a:off x="3175" y="-9395"/>
            <a:ext cx="12184064" cy="4886954"/>
          </a:xfrm>
          <a:prstGeom prst="rect">
            <a:avLst/>
          </a:prstGeom>
          <a:gradFill>
            <a:gsLst>
              <a:gs pos="89000">
                <a:schemeClr val="accent4">
                  <a:lumMod val="75000"/>
                  <a:alpha val="96000"/>
                </a:schemeClr>
              </a:gs>
              <a:gs pos="29000">
                <a:schemeClr val="tx2">
                  <a:alpha val="84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943"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5" name="Rectangle 34">
            <a:extLst>
              <a:ext uri="{FF2B5EF4-FFF2-40B4-BE49-F238E27FC236}">
                <a16:creationId xmlns:a16="http://schemas.microsoft.com/office/drawing/2014/main" id="{F6FFC3F4-1A5C-6446-9CE3-98CE002CFF5F}"/>
              </a:ext>
            </a:extLst>
          </p:cNvPr>
          <p:cNvSpPr/>
          <p:nvPr/>
        </p:nvSpPr>
        <p:spPr>
          <a:xfrm>
            <a:off x="350568" y="5992010"/>
            <a:ext cx="3553364" cy="646163"/>
          </a:xfrm>
          <a:prstGeom prst="rect">
            <a:avLst/>
          </a:prstGeom>
        </p:spPr>
        <p:txBody>
          <a:bodyPr wrap="square">
            <a:sp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US" sz="1799" b="1" i="0" u="none" strike="noStrike" kern="1200" cap="none" spc="0" normalizeH="0" baseline="0" noProof="0" dirty="0">
                <a:ln>
                  <a:noFill/>
                </a:ln>
                <a:solidFill>
                  <a:srgbClr val="44546A"/>
                </a:solidFill>
                <a:effectLst/>
                <a:uLnTx/>
                <a:uFillTx/>
                <a:latin typeface="Arial" panose="020B0604020202020204" pitchFamily="34" charset="0"/>
                <a:ea typeface="+mn-ea"/>
                <a:cs typeface="Arial" panose="020B0604020202020204" pitchFamily="34" charset="0"/>
              </a:rPr>
              <a:t>Contact us today!</a:t>
            </a:r>
          </a:p>
          <a:p>
            <a:pPr marL="0" marR="0" lvl="0" indent="0" algn="l" defTabSz="913943" rtl="0" eaLnBrk="1" fontAlgn="auto" latinLnBrk="0" hangingPunct="1">
              <a:lnSpc>
                <a:spcPct val="100000"/>
              </a:lnSpc>
              <a:spcBef>
                <a:spcPts val="0"/>
              </a:spcBef>
              <a:spcAft>
                <a:spcPts val="0"/>
              </a:spcAft>
              <a:buClrTx/>
              <a:buSzTx/>
              <a:buFontTx/>
              <a:buNone/>
              <a:tabLst/>
              <a:defRPr/>
            </a:pPr>
            <a:r>
              <a:rPr kumimoji="0" lang="en-US" sz="1799" b="0" i="0" u="none" strike="noStrike" kern="1200" cap="none" spc="0" normalizeH="0" baseline="0" noProof="0" dirty="0">
                <a:ln>
                  <a:noFill/>
                </a:ln>
                <a:solidFill>
                  <a:srgbClr val="44546A"/>
                </a:solidFill>
                <a:effectLst/>
                <a:uLnTx/>
                <a:uFillTx/>
                <a:latin typeface="Arial" panose="020B0604020202020204"/>
                <a:ea typeface="+mn-ea"/>
                <a:cs typeface="+mn-cs"/>
              </a:rPr>
              <a:t>https://anubhavtrainings.com</a:t>
            </a:r>
          </a:p>
        </p:txBody>
      </p:sp>
      <p:sp>
        <p:nvSpPr>
          <p:cNvPr id="6" name="Rectangle 5">
            <a:extLst>
              <a:ext uri="{FF2B5EF4-FFF2-40B4-BE49-F238E27FC236}">
                <a16:creationId xmlns:a16="http://schemas.microsoft.com/office/drawing/2014/main" id="{7A91E6F4-0EB3-3446-B962-79A0A253F3F7}"/>
              </a:ext>
            </a:extLst>
          </p:cNvPr>
          <p:cNvSpPr/>
          <p:nvPr/>
        </p:nvSpPr>
        <p:spPr>
          <a:xfrm>
            <a:off x="8178219" y="2926031"/>
            <a:ext cx="3229442" cy="276927"/>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50" normalizeH="0" baseline="0" noProof="0" dirty="0">
                <a:ln>
                  <a:noFill/>
                </a:ln>
                <a:solidFill>
                  <a:srgbClr val="FFFFFF">
                    <a:lumMod val="95000"/>
                  </a:srgbClr>
                </a:solidFill>
                <a:effectLst/>
                <a:uLnTx/>
                <a:uFillTx/>
                <a:latin typeface="Arial" panose="020B0604020202020204" pitchFamily="34" charset="0"/>
                <a:ea typeface="+mn-ea"/>
                <a:cs typeface="Arial" panose="020B0604020202020204" pitchFamily="34" charset="0"/>
              </a:rPr>
              <a:t>We build the workforce of the future.</a:t>
            </a:r>
            <a:endParaRPr kumimoji="0" lang="en-US" sz="1200" b="0" i="0" u="none" strike="noStrike" kern="1200" cap="none" spc="50" normalizeH="0" baseline="0" noProof="0" dirty="0">
              <a:ln>
                <a:noFill/>
              </a:ln>
              <a:solidFill>
                <a:srgbClr val="FFFFFF">
                  <a:lumMod val="95000"/>
                </a:srgbClr>
              </a:solidFill>
              <a:effectLst/>
              <a:uLnTx/>
              <a:uFillTx/>
              <a:latin typeface="Arial" panose="020B0604020202020204" pitchFamily="34" charset="0"/>
              <a:ea typeface="+mn-ea"/>
              <a:cs typeface="Arial" panose="020B0604020202020204" pitchFamily="34" charset="0"/>
            </a:endParaRPr>
          </a:p>
        </p:txBody>
      </p:sp>
      <p:sp>
        <p:nvSpPr>
          <p:cNvPr id="40" name="Rectangle 39">
            <a:extLst>
              <a:ext uri="{FF2B5EF4-FFF2-40B4-BE49-F238E27FC236}">
                <a16:creationId xmlns:a16="http://schemas.microsoft.com/office/drawing/2014/main" id="{89EED0AA-D6A0-854A-9888-8400B6D1FE48}"/>
              </a:ext>
            </a:extLst>
          </p:cNvPr>
          <p:cNvSpPr/>
          <p:nvPr/>
        </p:nvSpPr>
        <p:spPr>
          <a:xfrm>
            <a:off x="1221676" y="3113856"/>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250+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Corporate Clients</a:t>
            </a:r>
          </a:p>
        </p:txBody>
      </p:sp>
      <p:sp>
        <p:nvSpPr>
          <p:cNvPr id="49" name="Rectangle 48">
            <a:extLst>
              <a:ext uri="{FF2B5EF4-FFF2-40B4-BE49-F238E27FC236}">
                <a16:creationId xmlns:a16="http://schemas.microsoft.com/office/drawing/2014/main" id="{DFBD6F02-53D0-BF4D-BF2A-4BD3E0AC1D30}"/>
              </a:ext>
            </a:extLst>
          </p:cNvPr>
          <p:cNvSpPr/>
          <p:nvPr/>
        </p:nvSpPr>
        <p:spPr>
          <a:xfrm>
            <a:off x="2825143" y="3113856"/>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30,000+</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Learners Trained</a:t>
            </a:r>
          </a:p>
        </p:txBody>
      </p:sp>
      <p:sp>
        <p:nvSpPr>
          <p:cNvPr id="75" name="Rectangle 74">
            <a:extLst>
              <a:ext uri="{FF2B5EF4-FFF2-40B4-BE49-F238E27FC236}">
                <a16:creationId xmlns:a16="http://schemas.microsoft.com/office/drawing/2014/main" id="{B3EFFD71-D9A6-F843-8D97-4553654A0BAE}"/>
              </a:ext>
            </a:extLst>
          </p:cNvPr>
          <p:cNvSpPr/>
          <p:nvPr/>
        </p:nvSpPr>
        <p:spPr>
          <a:xfrm>
            <a:off x="4495429" y="3111497"/>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25000+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Learners Placed</a:t>
            </a:r>
          </a:p>
        </p:txBody>
      </p:sp>
      <p:pic>
        <p:nvPicPr>
          <p:cNvPr id="9" name="Picture 8">
            <a:extLst>
              <a:ext uri="{FF2B5EF4-FFF2-40B4-BE49-F238E27FC236}">
                <a16:creationId xmlns:a16="http://schemas.microsoft.com/office/drawing/2014/main" id="{6BBB1580-5754-8F41-9AD0-21D8AE6FD293}"/>
              </a:ext>
            </a:extLst>
          </p:cNvPr>
          <p:cNvPicPr>
            <a:picLocks noChangeAspect="1"/>
          </p:cNvPicPr>
          <p:nvPr/>
        </p:nvPicPr>
        <p:blipFill>
          <a:blip r:embed="rId4" cstate="email">
            <a:lum bright="70000" contrast="-70000"/>
            <a:extLst>
              <a:ext uri="{28A0092B-C50C-407E-A947-70E740481C1C}">
                <a14:useLocalDpi xmlns:a14="http://schemas.microsoft.com/office/drawing/2010/main"/>
              </a:ext>
            </a:extLst>
          </a:blip>
          <a:stretch>
            <a:fillRect/>
          </a:stretch>
        </p:blipFill>
        <p:spPr>
          <a:xfrm>
            <a:off x="1783127" y="2279841"/>
            <a:ext cx="640059" cy="640059"/>
          </a:xfrm>
          <a:prstGeom prst="rect">
            <a:avLst/>
          </a:prstGeom>
        </p:spPr>
      </p:pic>
      <p:pic>
        <p:nvPicPr>
          <p:cNvPr id="11" name="Picture 10">
            <a:extLst>
              <a:ext uri="{FF2B5EF4-FFF2-40B4-BE49-F238E27FC236}">
                <a16:creationId xmlns:a16="http://schemas.microsoft.com/office/drawing/2014/main" id="{465C330F-D3B3-C54E-A760-411AF08F9062}"/>
              </a:ext>
            </a:extLst>
          </p:cNvPr>
          <p:cNvPicPr>
            <a:picLocks noChangeAspect="1"/>
          </p:cNvPicPr>
          <p:nvPr/>
        </p:nvPicPr>
        <p:blipFill>
          <a:blip r:embed="rId5" cstate="email">
            <a:lum bright="70000" contrast="-70000"/>
            <a:extLst>
              <a:ext uri="{28A0092B-C50C-407E-A947-70E740481C1C}">
                <a14:useLocalDpi xmlns:a14="http://schemas.microsoft.com/office/drawing/2010/main"/>
              </a:ext>
            </a:extLst>
          </a:blip>
          <a:stretch>
            <a:fillRect/>
          </a:stretch>
        </p:blipFill>
        <p:spPr>
          <a:xfrm>
            <a:off x="3405530" y="2272765"/>
            <a:ext cx="671928" cy="671928"/>
          </a:xfrm>
          <a:prstGeom prst="rect">
            <a:avLst/>
          </a:prstGeom>
        </p:spPr>
      </p:pic>
      <p:sp>
        <p:nvSpPr>
          <p:cNvPr id="48" name="Rectangle 47"/>
          <p:cNvSpPr/>
          <p:nvPr/>
        </p:nvSpPr>
        <p:spPr>
          <a:xfrm>
            <a:off x="632520" y="692233"/>
            <a:ext cx="6570959" cy="1138476"/>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We’re committed to empower you to be</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a:t>
            </a:r>
            <a:r>
              <a:rPr kumimoji="0" lang="en-US" sz="2799" b="1" i="0" u="none" strike="noStrike" kern="1200" cap="none" spc="0" normalizeH="0" baseline="0" noProof="0" dirty="0">
                <a:ln>
                  <a:noFill/>
                </a:ln>
                <a:solidFill>
                  <a:srgbClr val="2AC6D1">
                    <a:lumMod val="40000"/>
                    <a:lumOff val="60000"/>
                  </a:srgbClr>
                </a:solidFill>
                <a:effectLst/>
                <a:uLnTx/>
                <a:uFillTx/>
                <a:latin typeface="Arial" panose="020B0604020202020204" pitchFamily="34" charset="0"/>
                <a:ea typeface="+mn-ea"/>
                <a:cs typeface="Arial" panose="020B0604020202020204" pitchFamily="34" charset="0"/>
              </a:rPr>
              <a:t>#FutureReady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through powerful training solutions.</a:t>
            </a:r>
          </a:p>
        </p:txBody>
      </p:sp>
      <p:sp>
        <p:nvSpPr>
          <p:cNvPr id="54" name="Rectangle 53">
            <a:extLst>
              <a:ext uri="{FF2B5EF4-FFF2-40B4-BE49-F238E27FC236}">
                <a16:creationId xmlns:a16="http://schemas.microsoft.com/office/drawing/2014/main" id="{29B88429-5E3E-E649-B2EC-6D73DF20380B}"/>
              </a:ext>
            </a:extLst>
          </p:cNvPr>
          <p:cNvSpPr/>
          <p:nvPr/>
        </p:nvSpPr>
        <p:spPr>
          <a:xfrm>
            <a:off x="350569" y="4998498"/>
            <a:ext cx="3900557" cy="892320"/>
          </a:xfrm>
          <a:prstGeom prst="rect">
            <a:avLst/>
          </a:prstGeom>
        </p:spPr>
        <p:txBody>
          <a:bodyPr wrap="squar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100" normalizeH="0" baseline="0" noProof="0" dirty="0">
                <a:ln>
                  <a:noFill/>
                </a:ln>
                <a:solidFill>
                  <a:srgbClr val="F97700"/>
                </a:solidFill>
                <a:effectLst/>
                <a:uLnTx/>
                <a:uFillTx/>
                <a:latin typeface="Arial" panose="020B0604020202020204"/>
                <a:ea typeface="+mn-ea"/>
                <a:cs typeface="+mn-cs"/>
              </a:rPr>
              <a:t>FREE WEBINARS </a:t>
            </a:r>
          </a:p>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srgbClr val="F97700"/>
                </a:solidFill>
                <a:effectLst/>
                <a:uLnTx/>
                <a:uFillTx/>
                <a:latin typeface="Arial" panose="020B0604020202020204"/>
                <a:ea typeface="+mn-ea"/>
                <a:cs typeface="+mn-cs"/>
              </a:rPr>
              <a:t>Sign up for free webinars with industry experts every fortnight!</a:t>
            </a:r>
          </a:p>
        </p:txBody>
      </p:sp>
      <p:pic>
        <p:nvPicPr>
          <p:cNvPr id="56" name="Picture 55">
            <a:extLst>
              <a:ext uri="{FF2B5EF4-FFF2-40B4-BE49-F238E27FC236}">
                <a16:creationId xmlns:a16="http://schemas.microsoft.com/office/drawing/2014/main" id="{A2992D5F-5E6B-654B-9458-11A35BA426B5}"/>
              </a:ext>
            </a:extLst>
          </p:cNvPr>
          <p:cNvPicPr>
            <a:picLocks noChangeAspect="1"/>
          </p:cNvPicPr>
          <p:nvPr/>
        </p:nvPicPr>
        <p:blipFill>
          <a:blip r:embed="rId6" cstate="email">
            <a:lum bright="70000" contrast="-70000"/>
            <a:extLst>
              <a:ext uri="{28A0092B-C50C-407E-A947-70E740481C1C}">
                <a14:useLocalDpi xmlns:a14="http://schemas.microsoft.com/office/drawing/2010/main"/>
              </a:ext>
            </a:extLst>
          </a:blip>
          <a:stretch>
            <a:fillRect/>
          </a:stretch>
        </p:blipFill>
        <p:spPr>
          <a:xfrm>
            <a:off x="4951451" y="2194693"/>
            <a:ext cx="851865" cy="851865"/>
          </a:xfrm>
          <a:prstGeom prst="rect">
            <a:avLst/>
          </a:prstGeom>
        </p:spPr>
      </p:pic>
      <p:grpSp>
        <p:nvGrpSpPr>
          <p:cNvPr id="8" name="Group 13">
            <a:extLst>
              <a:ext uri="{FF2B5EF4-FFF2-40B4-BE49-F238E27FC236}">
                <a16:creationId xmlns:a16="http://schemas.microsoft.com/office/drawing/2014/main" id="{C4CE162D-F9BF-9140-A233-D39001B36CFD}"/>
              </a:ext>
            </a:extLst>
          </p:cNvPr>
          <p:cNvGrpSpPr/>
          <p:nvPr/>
        </p:nvGrpSpPr>
        <p:grpSpPr>
          <a:xfrm>
            <a:off x="6517598" y="3369121"/>
            <a:ext cx="5611184" cy="3380860"/>
            <a:chOff x="4482563" y="4980191"/>
            <a:chExt cx="3128574" cy="1841396"/>
          </a:xfrm>
        </p:grpSpPr>
        <p:pic>
          <p:nvPicPr>
            <p:cNvPr id="19" name="Picture 18">
              <a:extLst>
                <a:ext uri="{FF2B5EF4-FFF2-40B4-BE49-F238E27FC236}">
                  <a16:creationId xmlns:a16="http://schemas.microsoft.com/office/drawing/2014/main" id="{62C3C8DA-341B-5A4B-82D2-EE674B9C2DAF}"/>
                </a:ext>
              </a:extLst>
            </p:cNvPr>
            <p:cNvPicPr>
              <a:picLocks noChangeAspect="1"/>
            </p:cNvPicPr>
            <p:nvPr/>
          </p:nvPicPr>
          <p:blipFill>
            <a:blip r:embed="rId7"/>
            <a:stretch>
              <a:fillRect/>
            </a:stretch>
          </p:blipFill>
          <p:spPr>
            <a:xfrm>
              <a:off x="4482563" y="4980191"/>
              <a:ext cx="3128574" cy="1841396"/>
            </a:xfrm>
            <a:prstGeom prst="rect">
              <a:avLst/>
            </a:prstGeom>
          </p:spPr>
        </p:pic>
        <p:pic>
          <p:nvPicPr>
            <p:cNvPr id="13" name="Picture 12">
              <a:extLst>
                <a:ext uri="{FF2B5EF4-FFF2-40B4-BE49-F238E27FC236}">
                  <a16:creationId xmlns:a16="http://schemas.microsoft.com/office/drawing/2014/main" id="{3F68CD41-8EF3-B443-924E-319DE8B16892}"/>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4906220" y="5127342"/>
              <a:ext cx="2275190" cy="1498325"/>
            </a:xfrm>
            <a:prstGeom prst="rect">
              <a:avLst/>
            </a:prstGeom>
          </p:spPr>
        </p:pic>
      </p:grpSp>
      <p:sp>
        <p:nvSpPr>
          <p:cNvPr id="3" name="Rectangle 2">
            <a:extLst>
              <a:ext uri="{FF2B5EF4-FFF2-40B4-BE49-F238E27FC236}">
                <a16:creationId xmlns:a16="http://schemas.microsoft.com/office/drawing/2014/main" id="{34C82462-A6A9-9F40-B874-C2786492A285}"/>
              </a:ext>
            </a:extLst>
          </p:cNvPr>
          <p:cNvSpPr/>
          <p:nvPr/>
        </p:nvSpPr>
        <p:spPr>
          <a:xfrm>
            <a:off x="4492569" y="5574754"/>
            <a:ext cx="2196235" cy="5473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3" name="Rectangle 22">
            <a:extLst>
              <a:ext uri="{FF2B5EF4-FFF2-40B4-BE49-F238E27FC236}">
                <a16:creationId xmlns:a16="http://schemas.microsoft.com/office/drawing/2014/main" id="{B7D41E04-1B35-BD4F-8B37-C6CC88C6B995}"/>
              </a:ext>
            </a:extLst>
          </p:cNvPr>
          <p:cNvSpPr/>
          <p:nvPr/>
        </p:nvSpPr>
        <p:spPr>
          <a:xfrm>
            <a:off x="4399734" y="5490332"/>
            <a:ext cx="2196235" cy="54735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5" name="Rectangle 4">
            <a:extLst>
              <a:ext uri="{FF2B5EF4-FFF2-40B4-BE49-F238E27FC236}">
                <a16:creationId xmlns:a16="http://schemas.microsoft.com/office/drawing/2014/main" id="{6AA9D7C5-0368-6645-B73F-D51BF9C01567}"/>
              </a:ext>
            </a:extLst>
          </p:cNvPr>
          <p:cNvSpPr/>
          <p:nvPr/>
        </p:nvSpPr>
        <p:spPr>
          <a:xfrm>
            <a:off x="4802969" y="5590298"/>
            <a:ext cx="1466686" cy="369236"/>
          </a:xfrm>
          <a:prstGeom prst="rect">
            <a:avLst/>
          </a:prstGeom>
        </p:spPr>
        <p:txBody>
          <a:bodyPr wrap="non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799" b="1" i="0" u="none" strike="noStrike" kern="1200" cap="none" spc="0" normalizeH="0" baseline="0" noProof="0" dirty="0">
                <a:ln>
                  <a:noFill/>
                </a:ln>
                <a:solidFill>
                  <a:srgbClr val="44546A"/>
                </a:solidFill>
                <a:effectLst/>
                <a:uLnTx/>
                <a:uFillTx/>
                <a:latin typeface="Arial" panose="020B0604020202020204"/>
                <a:ea typeface="+mn-ea"/>
                <a:cs typeface="+mn-cs"/>
              </a:rPr>
              <a:t>Enroll Now!</a:t>
            </a:r>
            <a:endParaRPr kumimoji="0" lang="en-US" sz="1799" b="1" i="0" u="none" strike="noStrike" kern="1200" cap="none" spc="0" normalizeH="0" baseline="0" noProof="0" dirty="0">
              <a:ln>
                <a:noFill/>
              </a:ln>
              <a:solidFill>
                <a:srgbClr val="000000"/>
              </a:solidFill>
              <a:effectLst/>
              <a:uLnTx/>
              <a:uFillTx/>
              <a:latin typeface="Arial" panose="020B0604020202020204"/>
              <a:ea typeface="+mn-ea"/>
              <a:cs typeface="+mn-cs"/>
            </a:endParaRPr>
          </a:p>
        </p:txBody>
      </p:sp>
      <p:pic>
        <p:nvPicPr>
          <p:cNvPr id="24" name="Picture 4">
            <a:extLst>
              <a:ext uri="{FF2B5EF4-FFF2-40B4-BE49-F238E27FC236}">
                <a16:creationId xmlns:a16="http://schemas.microsoft.com/office/drawing/2014/main" id="{42A5B84E-0F13-E020-C1B3-A338EB41685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82236" y="444130"/>
            <a:ext cx="2323495" cy="2294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5602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SlideModel - Sustainablity Strategy">
      <a:dk1>
        <a:srgbClr val="433835"/>
      </a:dk1>
      <a:lt1>
        <a:srgbClr val="FFFFFF"/>
      </a:lt1>
      <a:dk2>
        <a:srgbClr val="070707"/>
      </a:dk2>
      <a:lt2>
        <a:srgbClr val="FFFFFF"/>
      </a:lt2>
      <a:accent1>
        <a:srgbClr val="75C042"/>
      </a:accent1>
      <a:accent2>
        <a:srgbClr val="F0F6FB"/>
      </a:accent2>
      <a:accent3>
        <a:srgbClr val="243769"/>
      </a:accent3>
      <a:accent4>
        <a:srgbClr val="8FBBE1"/>
      </a:accent4>
      <a:accent5>
        <a:srgbClr val="E3F2D9"/>
      </a:accent5>
      <a:accent6>
        <a:srgbClr val="002060"/>
      </a:accent6>
      <a:hlink>
        <a:srgbClr val="FCD7DB"/>
      </a:hlink>
      <a:folHlink>
        <a:srgbClr val="F0E9E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Office Theme">
  <a:themeElements>
    <a:clrScheme name="Custom 76">
      <a:dk1>
        <a:srgbClr val="000000"/>
      </a:dk1>
      <a:lt1>
        <a:srgbClr val="FFFFFF"/>
      </a:lt1>
      <a:dk2>
        <a:srgbClr val="1F497D"/>
      </a:dk2>
      <a:lt2>
        <a:srgbClr val="EEECE1"/>
      </a:lt2>
      <a:accent1>
        <a:srgbClr val="BDBDBD"/>
      </a:accent1>
      <a:accent2>
        <a:srgbClr val="98C536"/>
      </a:accent2>
      <a:accent3>
        <a:srgbClr val="6D6D6D"/>
      </a:accent3>
      <a:accent4>
        <a:srgbClr val="1767AC"/>
      </a:accent4>
      <a:accent5>
        <a:srgbClr val="E5E6E8"/>
      </a:accent5>
      <a:accent6>
        <a:srgbClr val="99C274"/>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3_Office Theme">
  <a:themeElements>
    <a:clrScheme name="Custom 618">
      <a:dk1>
        <a:sysClr val="windowText" lastClr="000000"/>
      </a:dk1>
      <a:lt1>
        <a:sysClr val="window" lastClr="FFFFFF"/>
      </a:lt1>
      <a:dk2>
        <a:srgbClr val="1F497D"/>
      </a:dk2>
      <a:lt2>
        <a:srgbClr val="EEECE1"/>
      </a:lt2>
      <a:accent1>
        <a:srgbClr val="151C2B"/>
      </a:accent1>
      <a:accent2>
        <a:srgbClr val="CAC4F7"/>
      </a:accent2>
      <a:accent3>
        <a:srgbClr val="1C21E4"/>
      </a:accent3>
      <a:accent4>
        <a:srgbClr val="5FB7A2"/>
      </a:accent4>
      <a:accent5>
        <a:srgbClr val="3081AC"/>
      </a:accent5>
      <a:accent6>
        <a:srgbClr val="A5A5A5"/>
      </a:accent6>
      <a:hlink>
        <a:srgbClr val="0000FF"/>
      </a:hlink>
      <a:folHlink>
        <a:srgbClr val="800080"/>
      </a:folHlink>
    </a:clrScheme>
    <a:fontScheme name="Custom 2">
      <a:majorFont>
        <a:latin typeface="Calibr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1_Office Theme">
  <a:themeElements>
    <a:clrScheme name="Custom 51">
      <a:dk1>
        <a:sysClr val="windowText" lastClr="000000"/>
      </a:dk1>
      <a:lt1>
        <a:sysClr val="window" lastClr="FFFFFF"/>
      </a:lt1>
      <a:dk2>
        <a:srgbClr val="0E2841"/>
      </a:dk2>
      <a:lt2>
        <a:srgbClr val="E8E8E8"/>
      </a:lt2>
      <a:accent1>
        <a:srgbClr val="3B31A9"/>
      </a:accent1>
      <a:accent2>
        <a:srgbClr val="5047C9"/>
      </a:accent2>
      <a:accent3>
        <a:srgbClr val="625ACE"/>
      </a:accent3>
      <a:accent4>
        <a:srgbClr val="817AD8"/>
      </a:accent4>
      <a:accent5>
        <a:srgbClr val="AAA5E5"/>
      </a:accent5>
      <a:accent6>
        <a:srgbClr val="CAC7EF"/>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806</TotalTime>
  <Words>1918</Words>
  <Application>Microsoft Office PowerPoint</Application>
  <PresentationFormat>Custom</PresentationFormat>
  <Paragraphs>238</Paragraphs>
  <Slides>24</Slides>
  <Notes>5</Notes>
  <HiddenSlides>0</HiddenSlides>
  <MMClips>0</MMClips>
  <ScaleCrop>false</ScaleCrop>
  <HeadingPairs>
    <vt:vector size="6" baseType="variant">
      <vt:variant>
        <vt:lpstr>Fonts Used</vt:lpstr>
      </vt:variant>
      <vt:variant>
        <vt:i4>15</vt:i4>
      </vt:variant>
      <vt:variant>
        <vt:lpstr>Theme</vt:lpstr>
      </vt:variant>
      <vt:variant>
        <vt:i4>4</vt:i4>
      </vt:variant>
      <vt:variant>
        <vt:lpstr>Slide Titles</vt:lpstr>
      </vt:variant>
      <vt:variant>
        <vt:i4>24</vt:i4>
      </vt:variant>
    </vt:vector>
  </HeadingPairs>
  <TitlesOfParts>
    <vt:vector size="43" baseType="lpstr">
      <vt:lpstr>Aptos</vt:lpstr>
      <vt:lpstr>Cooper Black</vt:lpstr>
      <vt:lpstr>Aptos Display</vt:lpstr>
      <vt:lpstr>Arial Black</vt:lpstr>
      <vt:lpstr>Cambria</vt:lpstr>
      <vt:lpstr>Gill Sans</vt:lpstr>
      <vt:lpstr>Corben</vt:lpstr>
      <vt:lpstr>Calibri</vt:lpstr>
      <vt:lpstr>Open Sans</vt:lpstr>
      <vt:lpstr>Quattrocento Sans</vt:lpstr>
      <vt:lpstr>Consolas</vt:lpstr>
      <vt:lpstr>Cascadia Code</vt:lpstr>
      <vt:lpstr>Segoe UI Light</vt:lpstr>
      <vt:lpstr>Segoe UI</vt:lpstr>
      <vt:lpstr>Arial</vt:lpstr>
      <vt:lpstr>Office Theme</vt:lpstr>
      <vt:lpstr>2_Office Theme</vt:lpstr>
      <vt:lpstr>3_Office Theme</vt:lpstr>
      <vt:lpstr>1_Office Theme</vt:lpstr>
      <vt:lpstr>SAP BTP CAPM “TypeScript” for Developers</vt:lpstr>
      <vt:lpstr>PowerPoint Presentation</vt:lpstr>
      <vt:lpstr>Agenda </vt:lpstr>
      <vt:lpstr>PowerPoint Presentation</vt:lpstr>
      <vt:lpstr>Who is this course for</vt:lpstr>
      <vt:lpstr>Course Outlook – 10 Hours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ABAP ON CLOUD  RESTFUL APPLICATION  PROGRAMMING EMBEDDED STEAMPUNK TRAINING</dc:title>
  <dc:creator>anurag</dc:creator>
  <cp:lastModifiedBy>Anubhav Oberoy</cp:lastModifiedBy>
  <cp:revision>46</cp:revision>
  <dcterms:created xsi:type="dcterms:W3CDTF">2023-10-03T21:33:12Z</dcterms:created>
  <dcterms:modified xsi:type="dcterms:W3CDTF">2026-06-09T05:15:21Z</dcterms:modified>
</cp:coreProperties>
</file>