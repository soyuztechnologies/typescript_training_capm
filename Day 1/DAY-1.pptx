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3.xml" ContentType="application/vnd.openxmlformats-officedocument.theme+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1" r:id="rId2"/>
    <p:sldMasterId id="2147483709" r:id="rId3"/>
    <p:sldMasterId id="2147483741" r:id="rId4"/>
  </p:sldMasterIdLst>
  <p:notesMasterIdLst>
    <p:notesMasterId r:id="rId29"/>
  </p:notesMasterIdLst>
  <p:sldIdLst>
    <p:sldId id="256" r:id="rId5"/>
    <p:sldId id="402" r:id="rId6"/>
    <p:sldId id="423" r:id="rId7"/>
    <p:sldId id="405" r:id="rId8"/>
    <p:sldId id="258" r:id="rId9"/>
    <p:sldId id="259" r:id="rId10"/>
    <p:sldId id="293" r:id="rId11"/>
    <p:sldId id="294" r:id="rId12"/>
    <p:sldId id="297" r:id="rId13"/>
    <p:sldId id="298" r:id="rId14"/>
    <p:sldId id="299" r:id="rId15"/>
    <p:sldId id="300" r:id="rId16"/>
    <p:sldId id="301" r:id="rId17"/>
    <p:sldId id="295" r:id="rId18"/>
    <p:sldId id="424" r:id="rId19"/>
    <p:sldId id="425" r:id="rId20"/>
    <p:sldId id="426" r:id="rId21"/>
    <p:sldId id="427" r:id="rId22"/>
    <p:sldId id="428" r:id="rId23"/>
    <p:sldId id="429" r:id="rId24"/>
    <p:sldId id="430" r:id="rId25"/>
    <p:sldId id="406" r:id="rId26"/>
    <p:sldId id="407" r:id="rId27"/>
    <p:sldId id="409" r:id="rId28"/>
  </p:sldIdLst>
  <p:sldSz cx="12188825" cy="6858000"/>
  <p:notesSz cx="6858000" cy="9144000"/>
  <p:embeddedFontLst>
    <p:embeddedFont>
      <p:font typeface="Arial Black" panose="020B0A04020102020204" pitchFamily="34" charset="0"/>
      <p:regular r:id="rId30"/>
      <p:bold r:id="rId31"/>
    </p:embeddedFont>
    <p:embeddedFont>
      <p:font typeface="Cambria" panose="02040503050406030204" pitchFamily="18" charset="0"/>
      <p:regular r:id="rId32"/>
      <p:bold r:id="rId33"/>
      <p:italic r:id="rId34"/>
      <p:boldItalic r:id="rId35"/>
    </p:embeddedFont>
    <p:embeddedFont>
      <p:font typeface="Cascadia Code" panose="020B0609020000020004" pitchFamily="49" charset="0"/>
      <p:regular r:id="rId36"/>
      <p:bold r:id="rId37"/>
      <p:italic r:id="rId38"/>
      <p:boldItalic r:id="rId39"/>
    </p:embeddedFont>
    <p:embeddedFont>
      <p:font typeface="Consolas" panose="020B0609020204030204" pitchFamily="49" charset="0"/>
      <p:regular r:id="rId40"/>
      <p:bold r:id="rId41"/>
      <p:italic r:id="rId42"/>
      <p:boldItalic r:id="rId43"/>
    </p:embeddedFont>
    <p:embeddedFont>
      <p:font typeface="Cooper Black" panose="0208090404030B020404" pitchFamily="18" charset="0"/>
      <p:regular r:id="rId44"/>
    </p:embeddedFont>
    <p:embeddedFont>
      <p:font typeface="Corben" panose="020B0604020202020204" charset="0"/>
      <p:bold r:id="rId45"/>
    </p:embeddedFont>
    <p:embeddedFont>
      <p:font typeface="Gill Sans" panose="020B0604020202020204" charset="0"/>
      <p:regular r:id="rId46"/>
      <p:bold r:id="rId47"/>
    </p:embeddedFont>
    <p:embeddedFont>
      <p:font typeface="Open Sans" panose="020B0606030504020204" pitchFamily="34" charset="0"/>
      <p:regular r:id="rId48"/>
      <p:bold r:id="rId49"/>
      <p:italic r:id="rId50"/>
      <p:boldItalic r:id="rId51"/>
    </p:embeddedFont>
    <p:embeddedFont>
      <p:font typeface="Quattrocento Sans" panose="020B0502050000020003" pitchFamily="34" charset="0"/>
      <p:regular r:id="rId52"/>
      <p:bold r:id="rId53"/>
      <p:italic r:id="rId54"/>
      <p:boldItalic r:id="rId55"/>
    </p:embeddedFont>
    <p:embeddedFont>
      <p:font typeface="Segoe UI" panose="020B0502040204020203" pitchFamily="34" charset="0"/>
      <p:regular r:id="rId56"/>
      <p:bold r:id="rId57"/>
      <p:italic r:id="rId58"/>
      <p:boldItalic r:id="rId59"/>
    </p:embeddedFont>
    <p:embeddedFont>
      <p:font typeface="Segoe UI Light" panose="020B0502040204020203" pitchFamily="34" charset="0"/>
      <p:regular r:id="rId60"/>
      <p:italic r:id="rId6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03" roundtripDataSignature="AMtx7mjDuvg+AJ5SXhqS019oXJCQRER+/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83E6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288" y="80"/>
      </p:cViewPr>
      <p:guideLst>
        <p:guide orient="horz" pos="2160"/>
        <p:guide pos="3839"/>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font" Target="fonts/font5.fntdata"/><Relationship Id="rId42" Type="http://schemas.openxmlformats.org/officeDocument/2006/relationships/font" Target="fonts/font13.fntdata"/><Relationship Id="rId47" Type="http://schemas.openxmlformats.org/officeDocument/2006/relationships/font" Target="fonts/font18.fntdata"/><Relationship Id="rId50" Type="http://schemas.openxmlformats.org/officeDocument/2006/relationships/font" Target="fonts/font21.fntdata"/><Relationship Id="rId55" Type="http://schemas.openxmlformats.org/officeDocument/2006/relationships/font" Target="fonts/font26.fntdata"/><Relationship Id="rId7" Type="http://schemas.openxmlformats.org/officeDocument/2006/relationships/slide" Target="slides/slide3.xml"/><Relationship Id="rId20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notesMaster" Target="notesMasters/notesMaster1.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3.fntdata"/><Relationship Id="rId37" Type="http://schemas.openxmlformats.org/officeDocument/2006/relationships/font" Target="fonts/font8.fntdata"/><Relationship Id="rId40" Type="http://schemas.openxmlformats.org/officeDocument/2006/relationships/font" Target="fonts/font11.fntdata"/><Relationship Id="rId45" Type="http://schemas.openxmlformats.org/officeDocument/2006/relationships/font" Target="fonts/font16.fntdata"/><Relationship Id="rId53" Type="http://schemas.openxmlformats.org/officeDocument/2006/relationships/font" Target="fonts/font24.fntdata"/><Relationship Id="rId58" Type="http://schemas.openxmlformats.org/officeDocument/2006/relationships/font" Target="fonts/font29.fntdata"/><Relationship Id="rId5" Type="http://schemas.openxmlformats.org/officeDocument/2006/relationships/slide" Target="slides/slide1.xml"/><Relationship Id="rId61" Type="http://schemas.openxmlformats.org/officeDocument/2006/relationships/font" Target="fonts/font32.fntdata"/><Relationship Id="rId203" Type="http://customschemas.google.com/relationships/presentationmetadata" Target="meta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font" Target="fonts/font1.fntdata"/><Relationship Id="rId35" Type="http://schemas.openxmlformats.org/officeDocument/2006/relationships/font" Target="fonts/font6.fntdata"/><Relationship Id="rId43" Type="http://schemas.openxmlformats.org/officeDocument/2006/relationships/font" Target="fonts/font14.fntdata"/><Relationship Id="rId48" Type="http://schemas.openxmlformats.org/officeDocument/2006/relationships/font" Target="fonts/font19.fntdata"/><Relationship Id="rId56" Type="http://schemas.openxmlformats.org/officeDocument/2006/relationships/font" Target="fonts/font27.fntdata"/><Relationship Id="rId8" Type="http://schemas.openxmlformats.org/officeDocument/2006/relationships/slide" Target="slides/slide4.xml"/><Relationship Id="rId51" Type="http://schemas.openxmlformats.org/officeDocument/2006/relationships/font" Target="fonts/font22.fntdata"/><Relationship Id="rId206"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4.fntdata"/><Relationship Id="rId38" Type="http://schemas.openxmlformats.org/officeDocument/2006/relationships/font" Target="fonts/font9.fntdata"/><Relationship Id="rId46" Type="http://schemas.openxmlformats.org/officeDocument/2006/relationships/font" Target="fonts/font17.fntdata"/><Relationship Id="rId59" Type="http://schemas.openxmlformats.org/officeDocument/2006/relationships/font" Target="fonts/font30.fntdata"/><Relationship Id="rId20" Type="http://schemas.openxmlformats.org/officeDocument/2006/relationships/slide" Target="slides/slide16.xml"/><Relationship Id="rId41" Type="http://schemas.openxmlformats.org/officeDocument/2006/relationships/font" Target="fonts/font12.fntdata"/><Relationship Id="rId54" Type="http://schemas.openxmlformats.org/officeDocument/2006/relationships/font" Target="fonts/font25.fntdata"/><Relationship Id="rId1" Type="http://schemas.openxmlformats.org/officeDocument/2006/relationships/slideMaster" Target="slideMasters/slideMaster1.xml"/><Relationship Id="rId6" Type="http://schemas.openxmlformats.org/officeDocument/2006/relationships/slide" Target="slides/slide2.xml"/><Relationship Id="rId204" Type="http://schemas.openxmlformats.org/officeDocument/2006/relationships/presProps" Target="presProps.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7.fntdata"/><Relationship Id="rId49" Type="http://schemas.openxmlformats.org/officeDocument/2006/relationships/font" Target="fonts/font20.fntdata"/><Relationship Id="rId57" Type="http://schemas.openxmlformats.org/officeDocument/2006/relationships/font" Target="fonts/font28.fntdata"/><Relationship Id="rId10" Type="http://schemas.openxmlformats.org/officeDocument/2006/relationships/slide" Target="slides/slide6.xml"/><Relationship Id="rId31" Type="http://schemas.openxmlformats.org/officeDocument/2006/relationships/font" Target="fonts/font2.fntdata"/><Relationship Id="rId44" Type="http://schemas.openxmlformats.org/officeDocument/2006/relationships/font" Target="fonts/font15.fntdata"/><Relationship Id="rId52" Type="http://schemas.openxmlformats.org/officeDocument/2006/relationships/font" Target="fonts/font23.fntdata"/><Relationship Id="rId60" Type="http://schemas.openxmlformats.org/officeDocument/2006/relationships/font" Target="fonts/font31.fntdata"/><Relationship Id="rId4" Type="http://schemas.openxmlformats.org/officeDocument/2006/relationships/slideMaster" Target="slideMasters/slideMaster4.xml"/><Relationship Id="rId9" Type="http://schemas.openxmlformats.org/officeDocument/2006/relationships/slide" Target="slides/slide5.xml"/><Relationship Id="rId207" Type="http://schemas.openxmlformats.org/officeDocument/2006/relationships/tableStyles" Target="tableStyles.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font" Target="fonts/font10.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3" name="Google Shape;493;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4" name="Google Shape;494;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p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4" name="Google Shape;50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79084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4"/>
        <p:cNvGrpSpPr/>
        <p:nvPr/>
      </p:nvGrpSpPr>
      <p:grpSpPr>
        <a:xfrm>
          <a:off x="0" y="0"/>
          <a:ext cx="0" cy="0"/>
          <a:chOff x="0" y="0"/>
          <a:chExt cx="0" cy="0"/>
        </a:xfrm>
      </p:grpSpPr>
      <p:sp>
        <p:nvSpPr>
          <p:cNvPr id="555" name="Google Shape;555;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56" name="Google Shape;556;p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57" name="Google Shape;557;p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p:cNvGrpSpPr/>
        <p:nvPr/>
      </p:nvGrpSpPr>
      <p:grpSpPr>
        <a:xfrm>
          <a:off x="0" y="0"/>
          <a:ext cx="0" cy="0"/>
          <a:chOff x="0" y="0"/>
          <a:chExt cx="0" cy="0"/>
        </a:xfrm>
      </p:grpSpPr>
      <p:sp>
        <p:nvSpPr>
          <p:cNvPr id="573" name="Google Shape;573;p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74" name="Google Shape;574;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538230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15"/>
        <p:cNvGrpSpPr/>
        <p:nvPr/>
      </p:nvGrpSpPr>
      <p:grpSpPr>
        <a:xfrm>
          <a:off x="0" y="0"/>
          <a:ext cx="0" cy="0"/>
          <a:chOff x="0" y="0"/>
          <a:chExt cx="0" cy="0"/>
        </a:xfrm>
      </p:grpSpPr>
      <p:sp>
        <p:nvSpPr>
          <p:cNvPr id="16" name="Google Shape;16;p146"/>
          <p:cNvSpPr/>
          <p:nvPr/>
        </p:nvSpPr>
        <p:spPr>
          <a:xfrm flipH="1">
            <a:off x="-2" y="3058359"/>
            <a:ext cx="7462565" cy="3799641"/>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7" name="Google Shape;17;p146"/>
          <p:cNvSpPr/>
          <p:nvPr/>
        </p:nvSpPr>
        <p:spPr>
          <a:xfrm>
            <a:off x="-6" y="1124744"/>
            <a:ext cx="12188831" cy="5733256"/>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ABD98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8" name="Google Shape;18;p146"/>
          <p:cNvSpPr/>
          <p:nvPr/>
        </p:nvSpPr>
        <p:spPr>
          <a:xfrm flipH="1">
            <a:off x="-2" y="1995614"/>
            <a:ext cx="12188827" cy="4862387"/>
          </a:xfrm>
          <a:custGeom>
            <a:avLst/>
            <a:gdLst/>
            <a:ahLst/>
            <a:cxnLst/>
            <a:rect l="l" t="t" r="r" b="b"/>
            <a:pathLst>
              <a:path w="12188827" h="4862387" extrusionOk="0">
                <a:moveTo>
                  <a:pt x="0" y="0"/>
                </a:moveTo>
                <a:lnTo>
                  <a:pt x="0" y="4862387"/>
                </a:lnTo>
                <a:lnTo>
                  <a:pt x="12188827" y="4862387"/>
                </a:lnTo>
                <a:lnTo>
                  <a:pt x="12188827" y="3248211"/>
                </a:lnTo>
                <a:lnTo>
                  <a:pt x="12065043" y="3174555"/>
                </a:lnTo>
                <a:cubicBezTo>
                  <a:pt x="11174911" y="2698247"/>
                  <a:pt x="10218900" y="3245765"/>
                  <a:pt x="8632675" y="4232925"/>
                </a:cubicBezTo>
                <a:cubicBezTo>
                  <a:pt x="5990931" y="5869126"/>
                  <a:pt x="4783278" y="2123831"/>
                  <a:pt x="103619" y="43113"/>
                </a:cubicBezTo>
                <a:close/>
              </a:path>
            </a:pathLst>
          </a:custGeom>
          <a:gradFill>
            <a:gsLst>
              <a:gs pos="0">
                <a:schemeClr val="accent1"/>
              </a:gs>
              <a:gs pos="100000">
                <a:schemeClr val="accent3"/>
              </a:gs>
            </a:gsLst>
            <a:lin ang="24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b="0" i="0" u="none" strike="noStrike" cap="none">
              <a:solidFill>
                <a:schemeClr val="dk1"/>
              </a:solidFill>
              <a:latin typeface="Quattrocento Sans"/>
              <a:ea typeface="Quattrocento Sans"/>
              <a:cs typeface="Quattrocento Sans"/>
              <a:sym typeface="Quattrocento Sans"/>
            </a:endParaRPr>
          </a:p>
        </p:txBody>
      </p:sp>
      <p:sp>
        <p:nvSpPr>
          <p:cNvPr id="19" name="Google Shape;19;p146"/>
          <p:cNvSpPr txBox="1">
            <a:spLocks noGrp="1"/>
          </p:cNvSpPr>
          <p:nvPr>
            <p:ph type="ctrTitle"/>
          </p:nvPr>
        </p:nvSpPr>
        <p:spPr>
          <a:xfrm>
            <a:off x="914162" y="1257197"/>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accent1"/>
              </a:buClr>
              <a:buSzPts val="4800"/>
              <a:buFont typeface="Quattrocento Sans"/>
              <a:buNone/>
              <a:defRPr sz="48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146"/>
          <p:cNvSpPr txBox="1">
            <a:spLocks noGrp="1"/>
          </p:cNvSpPr>
          <p:nvPr>
            <p:ph type="subTitle" idx="1"/>
          </p:nvPr>
        </p:nvSpPr>
        <p:spPr>
          <a:xfrm>
            <a:off x="914163" y="2765323"/>
            <a:ext cx="6980449" cy="612775"/>
          </a:xfrm>
          <a:prstGeom prst="rect">
            <a:avLst/>
          </a:prstGeom>
          <a:noFill/>
          <a:ln>
            <a:noFill/>
          </a:ln>
        </p:spPr>
        <p:txBody>
          <a:bodyPr spcFirstLastPara="1" wrap="square" lIns="0" tIns="60925" rIns="0" bIns="60925" anchor="t" anchorCtr="0">
            <a:noAutofit/>
          </a:bodyPr>
          <a:lstStyle>
            <a:lvl1pPr lvl="0" algn="l">
              <a:spcBef>
                <a:spcPts val="560"/>
              </a:spcBef>
              <a:spcAft>
                <a:spcPts val="0"/>
              </a:spcAft>
              <a:buClr>
                <a:srgbClr val="7F7F7F"/>
              </a:buClr>
              <a:buSzPts val="2800"/>
              <a:buNone/>
              <a:defRPr sz="2800">
                <a:solidFill>
                  <a:srgbClr val="7F7F7F"/>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21" name="Google Shape;21;p146"/>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146"/>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146"/>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 name="Google Shape;24;p146"/>
          <p:cNvSpPr txBox="1">
            <a:spLocks noGrp="1"/>
          </p:cNvSpPr>
          <p:nvPr>
            <p:ph type="body" idx="2"/>
          </p:nvPr>
        </p:nvSpPr>
        <p:spPr>
          <a:xfrm>
            <a:off x="7462563" y="5085184"/>
            <a:ext cx="4141693" cy="1156343"/>
          </a:xfrm>
          <a:prstGeom prst="rect">
            <a:avLst/>
          </a:prstGeom>
          <a:noFill/>
          <a:ln>
            <a:noFill/>
          </a:ln>
        </p:spPr>
        <p:txBody>
          <a:bodyPr spcFirstLastPara="1" wrap="square" lIns="0" tIns="60925" rIns="0" bIns="60925" anchor="b" anchorCtr="0">
            <a:noAutofit/>
          </a:bodyPr>
          <a:lstStyle>
            <a:lvl1pPr marL="457200" lvl="0" indent="-228600" algn="r">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 name="Google Shape;25;p146"/>
          <p:cNvSpPr/>
          <p:nvPr/>
        </p:nvSpPr>
        <p:spPr>
          <a:xfrm>
            <a:off x="0" y="0"/>
            <a:ext cx="1125860" cy="1052736"/>
          </a:xfrm>
          <a:custGeom>
            <a:avLst/>
            <a:gdLst/>
            <a:ahLst/>
            <a:cxnLst/>
            <a:rect l="l" t="t" r="r" b="b"/>
            <a:pathLst>
              <a:path w="1125860" h="1052736" extrusionOk="0">
                <a:moveTo>
                  <a:pt x="0" y="0"/>
                </a:moveTo>
                <a:lnTo>
                  <a:pt x="1078411" y="0"/>
                </a:lnTo>
                <a:lnTo>
                  <a:pt x="1109768" y="101015"/>
                </a:lnTo>
                <a:cubicBezTo>
                  <a:pt x="1120319" y="152578"/>
                  <a:pt x="1125860" y="205966"/>
                  <a:pt x="1125860" y="260648"/>
                </a:cubicBezTo>
                <a:cubicBezTo>
                  <a:pt x="1125860" y="698106"/>
                  <a:pt x="771230" y="1052736"/>
                  <a:pt x="333772" y="1052736"/>
                </a:cubicBezTo>
                <a:cubicBezTo>
                  <a:pt x="224408" y="1052736"/>
                  <a:pt x="120220" y="1030572"/>
                  <a:pt x="25456" y="990490"/>
                </a:cubicBezTo>
                <a:lnTo>
                  <a:pt x="0" y="976673"/>
                </a:lnTo>
                <a:close/>
              </a:path>
            </a:pathLst>
          </a:cu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6" name="Google Shape;26;p146"/>
          <p:cNvSpPr/>
          <p:nvPr/>
        </p:nvSpPr>
        <p:spPr>
          <a:xfrm>
            <a:off x="1413892" y="398372"/>
            <a:ext cx="472244" cy="472244"/>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7" name="Google Shape;27;p146"/>
          <p:cNvSpPr/>
          <p:nvPr/>
        </p:nvSpPr>
        <p:spPr>
          <a:xfrm>
            <a:off x="9367155" y="1301823"/>
            <a:ext cx="1406894" cy="1406894"/>
          </a:xfrm>
          <a:prstGeom prst="ellipse">
            <a:avLst/>
          </a:prstGeom>
          <a:solidFill>
            <a:srgbClr val="ACD98C"/>
          </a:solidFill>
          <a:ln w="1016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8" name="Google Shape;28;p146"/>
          <p:cNvSpPr/>
          <p:nvPr/>
        </p:nvSpPr>
        <p:spPr>
          <a:xfrm>
            <a:off x="10532246" y="729678"/>
            <a:ext cx="483606" cy="483606"/>
          </a:xfrm>
          <a:prstGeom prst="ellipse">
            <a:avLst/>
          </a:pr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Title Only">
  <p:cSld name="1_Title Only">
    <p:spTree>
      <p:nvGrpSpPr>
        <p:cNvPr id="1" name="Shape 29"/>
        <p:cNvGrpSpPr/>
        <p:nvPr/>
      </p:nvGrpSpPr>
      <p:grpSpPr>
        <a:xfrm>
          <a:off x="0" y="0"/>
          <a:ext cx="0" cy="0"/>
          <a:chOff x="0" y="0"/>
          <a:chExt cx="0" cy="0"/>
        </a:xfrm>
      </p:grpSpPr>
      <p:sp>
        <p:nvSpPr>
          <p:cNvPr id="30" name="Google Shape;30;p147"/>
          <p:cNvSpPr/>
          <p:nvPr/>
        </p:nvSpPr>
        <p:spPr>
          <a:xfrm>
            <a:off x="-2889" y="0"/>
            <a:ext cx="5373429" cy="6858001"/>
          </a:xfrm>
          <a:custGeom>
            <a:avLst/>
            <a:gdLst/>
            <a:ahLst/>
            <a:cxnLst/>
            <a:rect l="l" t="t" r="r" b="b"/>
            <a:pathLst>
              <a:path w="5373429" h="6858001" extrusionOk="0">
                <a:moveTo>
                  <a:pt x="0" y="0"/>
                </a:moveTo>
                <a:lnTo>
                  <a:pt x="3009869" y="0"/>
                </a:lnTo>
                <a:lnTo>
                  <a:pt x="3067925" y="33382"/>
                </a:lnTo>
                <a:cubicBezTo>
                  <a:pt x="4450129" y="873229"/>
                  <a:pt x="5373429" y="2393122"/>
                  <a:pt x="5373429" y="4128662"/>
                </a:cubicBezTo>
                <a:cubicBezTo>
                  <a:pt x="5373429" y="5120400"/>
                  <a:pt x="5071943" y="6041721"/>
                  <a:pt x="4555623" y="6805976"/>
                </a:cubicBezTo>
                <a:lnTo>
                  <a:pt x="4518627" y="6858001"/>
                </a:lnTo>
                <a:lnTo>
                  <a:pt x="0" y="6858001"/>
                </a:lnTo>
                <a:close/>
              </a:path>
            </a:pathLst>
          </a:custGeom>
          <a:gradFill>
            <a:gsLst>
              <a:gs pos="0">
                <a:schemeClr val="accent1"/>
              </a:gs>
              <a:gs pos="100000">
                <a:schemeClr val="accent6"/>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1" name="Google Shape;31;p147"/>
          <p:cNvSpPr/>
          <p:nvPr/>
        </p:nvSpPr>
        <p:spPr>
          <a:xfrm>
            <a:off x="1" y="0"/>
            <a:ext cx="4749901" cy="6858000"/>
          </a:xfrm>
          <a:custGeom>
            <a:avLst/>
            <a:gdLst/>
            <a:ahLst/>
            <a:cxnLst/>
            <a:rect l="l" t="t" r="r" b="b"/>
            <a:pathLst>
              <a:path w="4749901" h="6858000" extrusionOk="0">
                <a:moveTo>
                  <a:pt x="0" y="0"/>
                </a:moveTo>
                <a:lnTo>
                  <a:pt x="2930208" y="0"/>
                </a:lnTo>
                <a:lnTo>
                  <a:pt x="3243158" y="234020"/>
                </a:lnTo>
                <a:cubicBezTo>
                  <a:pt x="4163364" y="993441"/>
                  <a:pt x="4749901" y="2142724"/>
                  <a:pt x="4749901" y="3429000"/>
                </a:cubicBezTo>
                <a:cubicBezTo>
                  <a:pt x="4749901" y="4715276"/>
                  <a:pt x="4163364" y="5864559"/>
                  <a:pt x="3243158" y="6623981"/>
                </a:cubicBezTo>
                <a:lnTo>
                  <a:pt x="2930208" y="6858000"/>
                </a:lnTo>
                <a:lnTo>
                  <a:pt x="0" y="6858000"/>
                </a:ln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2" name="Google Shape;32;p147"/>
          <p:cNvSpPr txBox="1">
            <a:spLocks noGrp="1"/>
          </p:cNvSpPr>
          <p:nvPr>
            <p:ph type="title"/>
          </p:nvPr>
        </p:nvSpPr>
        <p:spPr>
          <a:xfrm>
            <a:off x="582007" y="1700808"/>
            <a:ext cx="4432285" cy="1900971"/>
          </a:xfrm>
          <a:prstGeom prst="rect">
            <a:avLst/>
          </a:prstGeom>
          <a:noFill/>
          <a:ln>
            <a:noFill/>
          </a:ln>
        </p:spPr>
        <p:txBody>
          <a:bodyPr spcFirstLastPara="1" wrap="square" lIns="0" tIns="60925" rIns="0" bIns="60925" anchor="b" anchorCtr="0">
            <a:noAutofit/>
          </a:bodyPr>
          <a:lstStyle>
            <a:lvl1pPr lvl="0" algn="l">
              <a:spcBef>
                <a:spcPts val="0"/>
              </a:spcBef>
              <a:spcAft>
                <a:spcPts val="0"/>
              </a:spcAft>
              <a:buClr>
                <a:schemeClr val="lt1"/>
              </a:buClr>
              <a:buSzPts val="4400"/>
              <a:buFont typeface="Quattrocento Sans"/>
              <a:buNone/>
              <a:defRPr sz="4400" b="1">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147"/>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147"/>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147"/>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36" name="Google Shape;36;p147"/>
          <p:cNvSpPr txBox="1">
            <a:spLocks noGrp="1"/>
          </p:cNvSpPr>
          <p:nvPr>
            <p:ph type="body" idx="1"/>
          </p:nvPr>
        </p:nvSpPr>
        <p:spPr>
          <a:xfrm>
            <a:off x="582613" y="3602206"/>
            <a:ext cx="3279775" cy="1900237"/>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lt1"/>
              </a:buClr>
              <a:buSzPts val="1600"/>
              <a:buNone/>
              <a:defRPr sz="1600">
                <a:solidFill>
                  <a:schemeClr val="lt1"/>
                </a:solidFill>
              </a:defRPr>
            </a:lvl1pPr>
            <a:lvl2pPr marL="914400" lvl="1" indent="-228600" algn="l">
              <a:spcBef>
                <a:spcPts val="320"/>
              </a:spcBef>
              <a:spcAft>
                <a:spcPts val="0"/>
              </a:spcAft>
              <a:buClr>
                <a:schemeClr val="lt1"/>
              </a:buClr>
              <a:buSzPts val="1600"/>
              <a:buNone/>
              <a:defRPr sz="1600">
                <a:solidFill>
                  <a:schemeClr val="lt1"/>
                </a:solidFill>
              </a:defRPr>
            </a:lvl2pPr>
            <a:lvl3pPr marL="1371600" lvl="2" indent="-228600" algn="l">
              <a:spcBef>
                <a:spcPts val="320"/>
              </a:spcBef>
              <a:spcAft>
                <a:spcPts val="0"/>
              </a:spcAft>
              <a:buClr>
                <a:schemeClr val="lt1"/>
              </a:buClr>
              <a:buSzPts val="1600"/>
              <a:buNone/>
              <a:defRPr sz="1600">
                <a:solidFill>
                  <a:schemeClr val="lt1"/>
                </a:solidFill>
              </a:defRPr>
            </a:lvl3pPr>
            <a:lvl4pPr marL="1828800" lvl="3" indent="-228600" algn="l">
              <a:spcBef>
                <a:spcPts val="320"/>
              </a:spcBef>
              <a:spcAft>
                <a:spcPts val="0"/>
              </a:spcAft>
              <a:buClr>
                <a:schemeClr val="lt1"/>
              </a:buClr>
              <a:buSzPts val="1600"/>
              <a:buNone/>
              <a:defRPr sz="1600">
                <a:solidFill>
                  <a:schemeClr val="lt1"/>
                </a:solidFill>
              </a:defRPr>
            </a:lvl4pPr>
            <a:lvl5pPr marL="2286000" lvl="4" indent="-228600" algn="l">
              <a:spcBef>
                <a:spcPts val="320"/>
              </a:spcBef>
              <a:spcAft>
                <a:spcPts val="0"/>
              </a:spcAft>
              <a:buClr>
                <a:schemeClr val="lt1"/>
              </a:buClr>
              <a:buSzPts val="1600"/>
              <a:buNone/>
              <a:defRPr sz="1600">
                <a:solidFill>
                  <a:schemeClr val="lt1"/>
                </a:solidFill>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5_Title Only">
  <p:cSld name="5_Title Only">
    <p:spTree>
      <p:nvGrpSpPr>
        <p:cNvPr id="1" name="Shape 37"/>
        <p:cNvGrpSpPr/>
        <p:nvPr/>
      </p:nvGrpSpPr>
      <p:grpSpPr>
        <a:xfrm>
          <a:off x="0" y="0"/>
          <a:ext cx="0" cy="0"/>
          <a:chOff x="0" y="0"/>
          <a:chExt cx="0" cy="0"/>
        </a:xfrm>
      </p:grpSpPr>
      <p:sp>
        <p:nvSpPr>
          <p:cNvPr id="38" name="Google Shape;38;p148"/>
          <p:cNvSpPr/>
          <p:nvPr/>
        </p:nvSpPr>
        <p:spPr>
          <a:xfrm>
            <a:off x="0" y="0"/>
            <a:ext cx="4619558" cy="6858000"/>
          </a:xfrm>
          <a:prstGeom prst="rect">
            <a:avLst/>
          </a:prstGeom>
          <a:gradFill>
            <a:gsLst>
              <a:gs pos="0">
                <a:schemeClr val="accent1"/>
              </a:gs>
              <a:gs pos="100000">
                <a:srgbClr val="ACD98C"/>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9" name="Google Shape;39;p148"/>
          <p:cNvSpPr/>
          <p:nvPr/>
        </p:nvSpPr>
        <p:spPr>
          <a:xfrm rot="1478791">
            <a:off x="659862" y="-879949"/>
            <a:ext cx="4884899" cy="6963279"/>
          </a:xfrm>
          <a:custGeom>
            <a:avLst/>
            <a:gdLst/>
            <a:ahLst/>
            <a:cxnLst/>
            <a:rect l="l" t="t" r="r" b="b"/>
            <a:pathLst>
              <a:path w="4884899" h="6963279" extrusionOk="0">
                <a:moveTo>
                  <a:pt x="203954" y="1646235"/>
                </a:moveTo>
                <a:lnTo>
                  <a:pt x="3791945" y="0"/>
                </a:lnTo>
                <a:lnTo>
                  <a:pt x="3856353" y="65510"/>
                </a:lnTo>
                <a:cubicBezTo>
                  <a:pt x="4478833" y="754104"/>
                  <a:pt x="4884899" y="1885242"/>
                  <a:pt x="4884899" y="3163913"/>
                </a:cubicBezTo>
                <a:cubicBezTo>
                  <a:pt x="4884899" y="5262245"/>
                  <a:pt x="3791377" y="6963279"/>
                  <a:pt x="2442450" y="6963279"/>
                </a:cubicBezTo>
                <a:cubicBezTo>
                  <a:pt x="1093522" y="6963279"/>
                  <a:pt x="0" y="5262245"/>
                  <a:pt x="0" y="3163913"/>
                </a:cubicBezTo>
                <a:cubicBezTo>
                  <a:pt x="0" y="2639331"/>
                  <a:pt x="68346" y="2139579"/>
                  <a:pt x="191941" y="1685029"/>
                </a:cubicBezTo>
                <a:close/>
              </a:path>
            </a:pathLst>
          </a:custGeom>
          <a:gradFill>
            <a:gsLst>
              <a:gs pos="0">
                <a:schemeClr val="accent3"/>
              </a:gs>
              <a:gs pos="100000">
                <a:schemeClr val="accent1"/>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0" name="Google Shape;40;p148"/>
          <p:cNvSpPr/>
          <p:nvPr/>
        </p:nvSpPr>
        <p:spPr>
          <a:xfrm rot="2150186">
            <a:off x="1041565" y="-955093"/>
            <a:ext cx="4536504" cy="6965899"/>
          </a:xfrm>
          <a:custGeom>
            <a:avLst/>
            <a:gdLst/>
            <a:ahLst/>
            <a:cxnLst/>
            <a:rect l="l" t="t" r="r" b="b"/>
            <a:pathLst>
              <a:path w="4536504" h="6965899" extrusionOk="0">
                <a:moveTo>
                  <a:pt x="254007" y="1819471"/>
                </a:moveTo>
                <a:lnTo>
                  <a:pt x="2773388" y="0"/>
                </a:lnTo>
                <a:lnTo>
                  <a:pt x="2942761" y="67744"/>
                </a:lnTo>
                <a:cubicBezTo>
                  <a:pt x="3866095" y="514480"/>
                  <a:pt x="4536504" y="1854207"/>
                  <a:pt x="4536504" y="3437507"/>
                </a:cubicBezTo>
                <a:cubicBezTo>
                  <a:pt x="4536504" y="5386184"/>
                  <a:pt x="3520973" y="6965899"/>
                  <a:pt x="2268252" y="6965899"/>
                </a:cubicBezTo>
                <a:cubicBezTo>
                  <a:pt x="1015531" y="6965899"/>
                  <a:pt x="0" y="5386184"/>
                  <a:pt x="0" y="3437507"/>
                </a:cubicBezTo>
                <a:cubicBezTo>
                  <a:pt x="0" y="2950338"/>
                  <a:pt x="63471" y="2486229"/>
                  <a:pt x="178251" y="2064098"/>
                </a:cubicBezTo>
                <a:close/>
              </a:path>
            </a:pathLst>
          </a:custGeom>
          <a:gradFill>
            <a:gsLst>
              <a:gs pos="0">
                <a:schemeClr val="accent3"/>
              </a:gs>
              <a:gs pos="100000">
                <a:schemeClr val="accent1"/>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1" name="Google Shape;41;p148"/>
          <p:cNvSpPr/>
          <p:nvPr/>
        </p:nvSpPr>
        <p:spPr>
          <a:xfrm>
            <a:off x="516501" y="0"/>
            <a:ext cx="8834816" cy="6858000"/>
          </a:xfrm>
          <a:custGeom>
            <a:avLst/>
            <a:gdLst/>
            <a:ahLst/>
            <a:cxnLst/>
            <a:rect l="l" t="t" r="r" b="b"/>
            <a:pathLst>
              <a:path w="8834816" h="6858000" extrusionOk="0">
                <a:moveTo>
                  <a:pt x="3199584" y="0"/>
                </a:moveTo>
                <a:lnTo>
                  <a:pt x="5635232" y="0"/>
                </a:lnTo>
                <a:lnTo>
                  <a:pt x="5731010" y="27198"/>
                </a:lnTo>
                <a:cubicBezTo>
                  <a:pt x="7529198" y="586493"/>
                  <a:pt x="8834816" y="2263779"/>
                  <a:pt x="8834816" y="4246008"/>
                </a:cubicBezTo>
                <a:cubicBezTo>
                  <a:pt x="8834816" y="5160884"/>
                  <a:pt x="8556697" y="6010801"/>
                  <a:pt x="8080391" y="6715824"/>
                </a:cubicBezTo>
                <a:lnTo>
                  <a:pt x="7974075" y="6858000"/>
                </a:lnTo>
                <a:lnTo>
                  <a:pt x="860743" y="6858000"/>
                </a:lnTo>
                <a:lnTo>
                  <a:pt x="754425" y="6715824"/>
                </a:lnTo>
                <a:cubicBezTo>
                  <a:pt x="278121" y="6010801"/>
                  <a:pt x="0" y="5160884"/>
                  <a:pt x="0" y="4246008"/>
                </a:cubicBezTo>
                <a:cubicBezTo>
                  <a:pt x="0" y="2263779"/>
                  <a:pt x="1305618" y="586493"/>
                  <a:pt x="3103806" y="2719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2" name="Google Shape;42;p148"/>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148"/>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148"/>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45" name="Google Shape;45;p148"/>
          <p:cNvSpPr txBox="1">
            <a:spLocks noGrp="1"/>
          </p:cNvSpPr>
          <p:nvPr>
            <p:ph type="title"/>
          </p:nvPr>
        </p:nvSpPr>
        <p:spPr>
          <a:xfrm>
            <a:off x="7534572" y="332656"/>
            <a:ext cx="4044812" cy="19302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4_Title Only">
  <p:cSld name="4_Title Only">
    <p:spTree>
      <p:nvGrpSpPr>
        <p:cNvPr id="1" name="Shape 46"/>
        <p:cNvGrpSpPr/>
        <p:nvPr/>
      </p:nvGrpSpPr>
      <p:grpSpPr>
        <a:xfrm>
          <a:off x="0" y="0"/>
          <a:ext cx="0" cy="0"/>
          <a:chOff x="0" y="0"/>
          <a:chExt cx="0" cy="0"/>
        </a:xfrm>
      </p:grpSpPr>
      <p:sp>
        <p:nvSpPr>
          <p:cNvPr id="47" name="Google Shape;47;p149"/>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149"/>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149"/>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50" name="Google Shape;50;p149"/>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t"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149"/>
          <p:cNvSpPr txBox="1">
            <a:spLocks noGrp="1"/>
          </p:cNvSpPr>
          <p:nvPr>
            <p:ph type="body" idx="1"/>
          </p:nvPr>
        </p:nvSpPr>
        <p:spPr>
          <a:xfrm>
            <a:off x="609600" y="188913"/>
            <a:ext cx="5700713" cy="360362"/>
          </a:xfrm>
          <a:prstGeom prst="rect">
            <a:avLst/>
          </a:prstGeom>
          <a:noFill/>
          <a:ln>
            <a:noFill/>
          </a:ln>
        </p:spPr>
        <p:txBody>
          <a:bodyPr spcFirstLastPara="1" wrap="square" lIns="0" tIns="60925" rIns="0" bIns="60925" anchor="t" anchorCtr="0">
            <a:noAutofit/>
          </a:bodyPr>
          <a:lstStyle>
            <a:lvl1pPr marL="457200" lvl="0" indent="-228600" algn="l">
              <a:spcBef>
                <a:spcPts val="400"/>
              </a:spcBef>
              <a:spcAft>
                <a:spcPts val="0"/>
              </a:spcAft>
              <a:buClr>
                <a:schemeClr val="dk1"/>
              </a:buClr>
              <a:buSzPts val="2000"/>
              <a:buNone/>
              <a:defRPr sz="2000"/>
            </a:lvl1pPr>
            <a:lvl2pPr marL="914400" lvl="1" indent="-228600" algn="l">
              <a:spcBef>
                <a:spcPts val="400"/>
              </a:spcBef>
              <a:spcAft>
                <a:spcPts val="0"/>
              </a:spcAft>
              <a:buClr>
                <a:schemeClr val="dk1"/>
              </a:buClr>
              <a:buSzPts val="2000"/>
              <a:buNone/>
              <a:defRPr sz="2000"/>
            </a:lvl2pPr>
            <a:lvl3pPr marL="1371600" lvl="2" indent="-228600" algn="l">
              <a:spcBef>
                <a:spcPts val="400"/>
              </a:spcBef>
              <a:spcAft>
                <a:spcPts val="0"/>
              </a:spcAft>
              <a:buClr>
                <a:schemeClr val="dk1"/>
              </a:buClr>
              <a:buSzPts val="2000"/>
              <a:buNone/>
              <a:defRPr sz="2000"/>
            </a:lvl3pPr>
            <a:lvl4pPr marL="1828800" lvl="3" indent="-228600" algn="l">
              <a:spcBef>
                <a:spcPts val="400"/>
              </a:spcBef>
              <a:spcAft>
                <a:spcPts val="0"/>
              </a:spcAft>
              <a:buClr>
                <a:schemeClr val="dk1"/>
              </a:buClr>
              <a:buSzPts val="2000"/>
              <a:buNone/>
              <a:defRPr sz="2000"/>
            </a:lvl4pPr>
            <a:lvl5pPr marL="2286000" lvl="4" indent="-228600" algn="l">
              <a:spcBef>
                <a:spcPts val="400"/>
              </a:spcBef>
              <a:spcAft>
                <a:spcPts val="0"/>
              </a:spcAft>
              <a:buClr>
                <a:schemeClr val="dk1"/>
              </a:buClr>
              <a:buSzPts val="2000"/>
              <a:buNone/>
              <a:defRPr sz="20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61"/>
        <p:cNvGrpSpPr/>
        <p:nvPr/>
      </p:nvGrpSpPr>
      <p:grpSpPr>
        <a:xfrm>
          <a:off x="0" y="0"/>
          <a:ext cx="0" cy="0"/>
          <a:chOff x="0" y="0"/>
          <a:chExt cx="0" cy="0"/>
        </a:xfrm>
      </p:grpSpPr>
      <p:sp>
        <p:nvSpPr>
          <p:cNvPr id="62" name="Google Shape;62;p151"/>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151"/>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151"/>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2_Title Slide">
  <p:cSld name="2_Title Slide">
    <p:spTree>
      <p:nvGrpSpPr>
        <p:cNvPr id="1" name="Shape 79"/>
        <p:cNvGrpSpPr/>
        <p:nvPr/>
      </p:nvGrpSpPr>
      <p:grpSpPr>
        <a:xfrm>
          <a:off x="0" y="0"/>
          <a:ext cx="0" cy="0"/>
          <a:chOff x="0" y="0"/>
          <a:chExt cx="0" cy="0"/>
        </a:xfrm>
      </p:grpSpPr>
      <p:sp>
        <p:nvSpPr>
          <p:cNvPr id="80" name="Google Shape;80;p170"/>
          <p:cNvSpPr txBox="1">
            <a:spLocks noGrp="1"/>
          </p:cNvSpPr>
          <p:nvPr>
            <p:ph type="ctrTitle"/>
          </p:nvPr>
        </p:nvSpPr>
        <p:spPr>
          <a:xfrm>
            <a:off x="914162" y="1226215"/>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lt1"/>
              </a:buClr>
              <a:buSzPts val="4800"/>
              <a:buFont typeface="Quattrocento Sans"/>
              <a:buNone/>
              <a:defRPr sz="480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1" name="Google Shape;81;p170"/>
          <p:cNvSpPr txBox="1">
            <a:spLocks noGrp="1"/>
          </p:cNvSpPr>
          <p:nvPr>
            <p:ph type="subTitle" idx="1"/>
          </p:nvPr>
        </p:nvSpPr>
        <p:spPr>
          <a:xfrm>
            <a:off x="914163" y="2734341"/>
            <a:ext cx="5396273" cy="1080120"/>
          </a:xfrm>
          <a:prstGeom prst="rect">
            <a:avLst/>
          </a:prstGeom>
          <a:noFill/>
          <a:ln>
            <a:noFill/>
          </a:ln>
        </p:spPr>
        <p:txBody>
          <a:bodyPr spcFirstLastPara="1" wrap="square" lIns="0" tIns="60925" rIns="0" bIns="60925" anchor="t" anchorCtr="0">
            <a:normAutofit/>
          </a:bodyPr>
          <a:lstStyle>
            <a:lvl1pPr lvl="0" algn="l">
              <a:spcBef>
                <a:spcPts val="720"/>
              </a:spcBef>
              <a:spcAft>
                <a:spcPts val="0"/>
              </a:spcAft>
              <a:buClr>
                <a:schemeClr val="lt1"/>
              </a:buClr>
              <a:buSzPts val="3600"/>
              <a:buNone/>
              <a:defRPr>
                <a:solidFill>
                  <a:schemeClr val="lt1"/>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82" name="Google Shape;82;p170"/>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70"/>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70"/>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85" name="Google Shape;85;p170"/>
          <p:cNvSpPr txBox="1">
            <a:spLocks noGrp="1"/>
          </p:cNvSpPr>
          <p:nvPr>
            <p:ph type="body" idx="2"/>
          </p:nvPr>
        </p:nvSpPr>
        <p:spPr>
          <a:xfrm>
            <a:off x="914400" y="3933825"/>
            <a:ext cx="5827713" cy="612775"/>
          </a:xfrm>
          <a:prstGeom prst="rect">
            <a:avLst/>
          </a:prstGeom>
          <a:noFill/>
          <a:ln>
            <a:noFill/>
          </a:ln>
        </p:spPr>
        <p:txBody>
          <a:bodyPr spcFirstLastPara="1" wrap="square" lIns="0" tIns="60925" rIns="0" bIns="60925" anchor="ctr" anchorCtr="0">
            <a:noAutofit/>
          </a:bodyPr>
          <a:lstStyle>
            <a:lvl1pPr marL="457200" lvl="0" indent="-228600" algn="l">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6" name="Google Shape;86;p170"/>
          <p:cNvSpPr>
            <a:spLocks noGrp="1"/>
          </p:cNvSpPr>
          <p:nvPr>
            <p:ph type="pic" idx="3"/>
          </p:nvPr>
        </p:nvSpPr>
        <p:spPr>
          <a:xfrm>
            <a:off x="5208376" y="0"/>
            <a:ext cx="6980449" cy="6858000"/>
          </a:xfrm>
          <a:prstGeom prst="rect">
            <a:avLst/>
          </a:prstGeom>
          <a:noFill/>
          <a:ln>
            <a:no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7"/>
        <p:cNvGrpSpPr/>
        <p:nvPr/>
      </p:nvGrpSpPr>
      <p:grpSpPr>
        <a:xfrm>
          <a:off x="0" y="0"/>
          <a:ext cx="0" cy="0"/>
          <a:chOff x="0" y="0"/>
          <a:chExt cx="0" cy="0"/>
        </a:xfrm>
      </p:grpSpPr>
      <p:sp>
        <p:nvSpPr>
          <p:cNvPr id="88" name="Google Shape;88;p171"/>
          <p:cNvSpPr txBox="1">
            <a:spLocks noGrp="1"/>
          </p:cNvSpPr>
          <p:nvPr>
            <p:ph type="title"/>
          </p:nvPr>
        </p:nvSpPr>
        <p:spPr>
          <a:xfrm>
            <a:off x="962833" y="4406901"/>
            <a:ext cx="10360501" cy="1362075"/>
          </a:xfrm>
          <a:prstGeom prst="rect">
            <a:avLst/>
          </a:prstGeom>
          <a:noFill/>
          <a:ln>
            <a:noFill/>
          </a:ln>
        </p:spPr>
        <p:txBody>
          <a:bodyPr spcFirstLastPara="1" wrap="square" lIns="0" tIns="60925" rIns="0" bIns="60925" anchor="t" anchorCtr="0">
            <a:normAutofit/>
          </a:bodyPr>
          <a:lstStyle>
            <a:lvl1pPr lvl="0" algn="l">
              <a:spcBef>
                <a:spcPts val="0"/>
              </a:spcBef>
              <a:spcAft>
                <a:spcPts val="0"/>
              </a:spcAft>
              <a:buClr>
                <a:schemeClr val="accent1"/>
              </a:buClr>
              <a:buSzPts val="5300"/>
              <a:buFont typeface="Quattrocento Sans"/>
              <a:buNone/>
              <a:defRPr sz="53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 name="Google Shape;89;p171"/>
          <p:cNvSpPr txBox="1">
            <a:spLocks noGrp="1"/>
          </p:cNvSpPr>
          <p:nvPr>
            <p:ph type="body" idx="1"/>
          </p:nvPr>
        </p:nvSpPr>
        <p:spPr>
          <a:xfrm>
            <a:off x="962833" y="2906713"/>
            <a:ext cx="10360501" cy="1500187"/>
          </a:xfrm>
          <a:prstGeom prst="rect">
            <a:avLst/>
          </a:prstGeom>
          <a:noFill/>
          <a:ln>
            <a:noFill/>
          </a:ln>
        </p:spPr>
        <p:txBody>
          <a:bodyPr spcFirstLastPara="1" wrap="square" lIns="0" tIns="60925" rIns="0" bIns="60925" anchor="b" anchorCtr="0">
            <a:normAutofit/>
          </a:bodyPr>
          <a:lstStyle>
            <a:lvl1pPr marL="457200" lvl="0" indent="-228600" algn="l">
              <a:spcBef>
                <a:spcPts val="540"/>
              </a:spcBef>
              <a:spcAft>
                <a:spcPts val="0"/>
              </a:spcAft>
              <a:buClr>
                <a:srgbClr val="918E8D"/>
              </a:buClr>
              <a:buSzPts val="2700"/>
              <a:buNone/>
              <a:defRPr sz="2700">
                <a:solidFill>
                  <a:srgbClr val="918E8D"/>
                </a:solidFill>
              </a:defRPr>
            </a:lvl1pPr>
            <a:lvl2pPr marL="914400" lvl="1" indent="-228600" algn="l">
              <a:spcBef>
                <a:spcPts val="480"/>
              </a:spcBef>
              <a:spcAft>
                <a:spcPts val="0"/>
              </a:spcAft>
              <a:buClr>
                <a:srgbClr val="918E8D"/>
              </a:buClr>
              <a:buSzPts val="2400"/>
              <a:buNone/>
              <a:defRPr sz="2400">
                <a:solidFill>
                  <a:srgbClr val="918E8D"/>
                </a:solidFill>
              </a:defRPr>
            </a:lvl2pPr>
            <a:lvl3pPr marL="1371600" lvl="2" indent="-228600" algn="l">
              <a:spcBef>
                <a:spcPts val="420"/>
              </a:spcBef>
              <a:spcAft>
                <a:spcPts val="0"/>
              </a:spcAft>
              <a:buClr>
                <a:srgbClr val="918E8D"/>
              </a:buClr>
              <a:buSzPts val="2100"/>
              <a:buNone/>
              <a:defRPr sz="2100">
                <a:solidFill>
                  <a:srgbClr val="918E8D"/>
                </a:solidFill>
              </a:defRPr>
            </a:lvl3pPr>
            <a:lvl4pPr marL="1828800" lvl="3" indent="-228600" algn="l">
              <a:spcBef>
                <a:spcPts val="380"/>
              </a:spcBef>
              <a:spcAft>
                <a:spcPts val="0"/>
              </a:spcAft>
              <a:buClr>
                <a:srgbClr val="918E8D"/>
              </a:buClr>
              <a:buSzPts val="1900"/>
              <a:buNone/>
              <a:defRPr sz="1900">
                <a:solidFill>
                  <a:srgbClr val="918E8D"/>
                </a:solidFill>
              </a:defRPr>
            </a:lvl4pPr>
            <a:lvl5pPr marL="2286000" lvl="4" indent="-228600" algn="l">
              <a:spcBef>
                <a:spcPts val="380"/>
              </a:spcBef>
              <a:spcAft>
                <a:spcPts val="0"/>
              </a:spcAft>
              <a:buClr>
                <a:srgbClr val="918E8D"/>
              </a:buClr>
              <a:buSzPts val="1900"/>
              <a:buNone/>
              <a:defRPr sz="1900">
                <a:solidFill>
                  <a:srgbClr val="918E8D"/>
                </a:solidFill>
              </a:defRPr>
            </a:lvl5pPr>
            <a:lvl6pPr marL="2743200" lvl="5" indent="-228600" algn="l">
              <a:spcBef>
                <a:spcPts val="380"/>
              </a:spcBef>
              <a:spcAft>
                <a:spcPts val="0"/>
              </a:spcAft>
              <a:buClr>
                <a:srgbClr val="918E8D"/>
              </a:buClr>
              <a:buSzPts val="1900"/>
              <a:buNone/>
              <a:defRPr sz="1900">
                <a:solidFill>
                  <a:srgbClr val="918E8D"/>
                </a:solidFill>
              </a:defRPr>
            </a:lvl6pPr>
            <a:lvl7pPr marL="3200400" lvl="6" indent="-228600" algn="l">
              <a:spcBef>
                <a:spcPts val="380"/>
              </a:spcBef>
              <a:spcAft>
                <a:spcPts val="0"/>
              </a:spcAft>
              <a:buClr>
                <a:srgbClr val="918E8D"/>
              </a:buClr>
              <a:buSzPts val="1900"/>
              <a:buNone/>
              <a:defRPr sz="1900">
                <a:solidFill>
                  <a:srgbClr val="918E8D"/>
                </a:solidFill>
              </a:defRPr>
            </a:lvl7pPr>
            <a:lvl8pPr marL="3657600" lvl="7" indent="-228600" algn="l">
              <a:spcBef>
                <a:spcPts val="380"/>
              </a:spcBef>
              <a:spcAft>
                <a:spcPts val="0"/>
              </a:spcAft>
              <a:buClr>
                <a:srgbClr val="918E8D"/>
              </a:buClr>
              <a:buSzPts val="1900"/>
              <a:buNone/>
              <a:defRPr sz="1900">
                <a:solidFill>
                  <a:srgbClr val="918E8D"/>
                </a:solidFill>
              </a:defRPr>
            </a:lvl8pPr>
            <a:lvl9pPr marL="4114800" lvl="8" indent="-228600" algn="l">
              <a:spcBef>
                <a:spcPts val="380"/>
              </a:spcBef>
              <a:spcAft>
                <a:spcPts val="0"/>
              </a:spcAft>
              <a:buClr>
                <a:srgbClr val="918E8D"/>
              </a:buClr>
              <a:buSzPts val="1900"/>
              <a:buNone/>
              <a:defRPr sz="1900">
                <a:solidFill>
                  <a:srgbClr val="918E8D"/>
                </a:solidFill>
              </a:defRPr>
            </a:lvl9pPr>
          </a:lstStyle>
          <a:p>
            <a:endParaRPr/>
          </a:p>
        </p:txBody>
      </p:sp>
      <p:sp>
        <p:nvSpPr>
          <p:cNvPr id="90" name="Google Shape;90;p171"/>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171"/>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2" name="Google Shape;92;p171"/>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93"/>
        <p:cNvGrpSpPr/>
        <p:nvPr/>
      </p:nvGrpSpPr>
      <p:grpSpPr>
        <a:xfrm>
          <a:off x="0" y="0"/>
          <a:ext cx="0" cy="0"/>
          <a:chOff x="0" y="0"/>
          <a:chExt cx="0" cy="0"/>
        </a:xfrm>
      </p:grpSpPr>
      <p:sp>
        <p:nvSpPr>
          <p:cNvPr id="94" name="Google Shape;94;p172"/>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172"/>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6" name="Google Shape;96;p172"/>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97" name="Google Shape;97;p172"/>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3_Title Only">
  <p:cSld name="3_Title Only">
    <p:spTree>
      <p:nvGrpSpPr>
        <p:cNvPr id="1" name="Shape 98"/>
        <p:cNvGrpSpPr/>
        <p:nvPr/>
      </p:nvGrpSpPr>
      <p:grpSpPr>
        <a:xfrm>
          <a:off x="0" y="0"/>
          <a:ext cx="0" cy="0"/>
          <a:chOff x="0" y="0"/>
          <a:chExt cx="0" cy="0"/>
        </a:xfrm>
      </p:grpSpPr>
      <p:sp>
        <p:nvSpPr>
          <p:cNvPr id="99" name="Google Shape;99;p173"/>
          <p:cNvSpPr/>
          <p:nvPr/>
        </p:nvSpPr>
        <p:spPr>
          <a:xfrm>
            <a:off x="0" y="4581128"/>
            <a:ext cx="5163566" cy="2276872"/>
          </a:xfrm>
          <a:custGeom>
            <a:avLst/>
            <a:gdLst/>
            <a:ahLst/>
            <a:cxnLst/>
            <a:rect l="l" t="t" r="r" b="b"/>
            <a:pathLst>
              <a:path w="5163566" h="2276872" extrusionOk="0">
                <a:moveTo>
                  <a:pt x="2035697" y="0"/>
                </a:moveTo>
                <a:cubicBezTo>
                  <a:pt x="3397576" y="0"/>
                  <a:pt x="4566062" y="828016"/>
                  <a:pt x="5065187" y="2008081"/>
                </a:cubicBezTo>
                <a:lnTo>
                  <a:pt x="5163566" y="2276872"/>
                </a:lnTo>
                <a:lnTo>
                  <a:pt x="0" y="2276872"/>
                </a:lnTo>
                <a:lnTo>
                  <a:pt x="0" y="706170"/>
                </a:lnTo>
                <a:lnTo>
                  <a:pt x="5811" y="701257"/>
                </a:lnTo>
                <a:cubicBezTo>
                  <a:pt x="564774" y="261990"/>
                  <a:pt x="1269640" y="0"/>
                  <a:pt x="2035697" y="0"/>
                </a:cubicBezTo>
                <a:close/>
              </a:path>
            </a:pathLst>
          </a:custGeom>
          <a:gradFill>
            <a:gsLst>
              <a:gs pos="0">
                <a:schemeClr val="accent1"/>
              </a:gs>
              <a:gs pos="100000">
                <a:srgbClr val="ACD98C"/>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0" name="Google Shape;100;p173"/>
          <p:cNvSpPr/>
          <p:nvPr/>
        </p:nvSpPr>
        <p:spPr>
          <a:xfrm rot="5400000">
            <a:off x="-662523" y="1957214"/>
            <a:ext cx="5179585" cy="3854541"/>
          </a:xfrm>
          <a:prstGeom prst="round2SameRect">
            <a:avLst>
              <a:gd name="adj1" fmla="val 10983"/>
              <a:gd name="adj2" fmla="val 0"/>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1" name="Google Shape;101;p173"/>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173"/>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3" name="Google Shape;103;p173"/>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p173"/>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05" name="Google Shape;105;p173"/>
          <p:cNvSpPr/>
          <p:nvPr/>
        </p:nvSpPr>
        <p:spPr>
          <a:xfrm rot="5400000">
            <a:off x="-766723" y="1858237"/>
            <a:ext cx="5179585" cy="3646140"/>
          </a:xfrm>
          <a:prstGeom prst="round2SameRect">
            <a:avLst>
              <a:gd name="adj1" fmla="val 10983"/>
              <a:gd name="adj2" fmla="val 0"/>
            </a:avLst>
          </a:prstGeom>
          <a:gradFill>
            <a:gsLst>
              <a:gs pos="0">
                <a:schemeClr val="accent1"/>
              </a:gs>
              <a:gs pos="100000">
                <a:schemeClr val="accent3"/>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6" name="Google Shape;106;p173"/>
          <p:cNvSpPr txBox="1">
            <a:spLocks noGrp="1"/>
          </p:cNvSpPr>
          <p:nvPr>
            <p:ph type="body" idx="1"/>
          </p:nvPr>
        </p:nvSpPr>
        <p:spPr>
          <a:xfrm>
            <a:off x="609600" y="1508576"/>
            <a:ext cx="2676525" cy="1152153"/>
          </a:xfrm>
          <a:prstGeom prst="rect">
            <a:avLst/>
          </a:prstGeom>
          <a:noFill/>
          <a:ln>
            <a:noFill/>
          </a:ln>
        </p:spPr>
        <p:txBody>
          <a:bodyPr spcFirstLastPara="1" wrap="square" lIns="61200" tIns="60925" rIns="61200" bIns="60925" anchor="ctr" anchorCtr="0">
            <a:noAutofit/>
          </a:bodyPr>
          <a:lstStyle>
            <a:lvl1pPr marL="457200" lvl="0" indent="-228600" algn="l">
              <a:lnSpc>
                <a:spcPct val="80000"/>
              </a:lnSpc>
              <a:spcBef>
                <a:spcPts val="0"/>
              </a:spcBef>
              <a:spcAft>
                <a:spcPts val="0"/>
              </a:spcAft>
              <a:buClr>
                <a:schemeClr val="lt1"/>
              </a:buClr>
              <a:buSzPts val="2800"/>
              <a:buNone/>
              <a:defRPr sz="2800" b="1">
                <a:solidFill>
                  <a:schemeClr val="lt1"/>
                </a:solidFill>
              </a:defRPr>
            </a:lvl1pPr>
            <a:lvl2pPr marL="914400" lvl="1" indent="-228600" algn="l">
              <a:spcBef>
                <a:spcPts val="480"/>
              </a:spcBef>
              <a:spcAft>
                <a:spcPts val="0"/>
              </a:spcAft>
              <a:buClr>
                <a:schemeClr val="dk1"/>
              </a:buClr>
              <a:buSzPts val="2400"/>
              <a:buNone/>
              <a:defRPr sz="2400"/>
            </a:lvl2pPr>
            <a:lvl3pPr marL="1371600" lvl="2" indent="-228600" algn="l">
              <a:spcBef>
                <a:spcPts val="480"/>
              </a:spcBef>
              <a:spcAft>
                <a:spcPts val="0"/>
              </a:spcAft>
              <a:buClr>
                <a:schemeClr val="dk1"/>
              </a:buClr>
              <a:buSzPts val="2400"/>
              <a:buNone/>
              <a:defRPr sz="2400"/>
            </a:lvl3pPr>
            <a:lvl4pPr marL="1828800" lvl="3" indent="-228600" algn="l">
              <a:spcBef>
                <a:spcPts val="480"/>
              </a:spcBef>
              <a:spcAft>
                <a:spcPts val="0"/>
              </a:spcAft>
              <a:buClr>
                <a:schemeClr val="dk1"/>
              </a:buClr>
              <a:buSzPts val="2400"/>
              <a:buNone/>
              <a:defRPr sz="2400"/>
            </a:lvl4pPr>
            <a:lvl5pPr marL="2286000" lvl="4" indent="-228600" algn="l">
              <a:spcBef>
                <a:spcPts val="480"/>
              </a:spcBef>
              <a:spcAft>
                <a:spcPts val="0"/>
              </a:spcAft>
              <a:buClr>
                <a:schemeClr val="dk1"/>
              </a:buClr>
              <a:buSzPts val="2400"/>
              <a:buNone/>
              <a:defRPr sz="24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3243911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2"/>
        <p:cNvGrpSpPr/>
        <p:nvPr/>
      </p:nvGrpSpPr>
      <p:grpSpPr>
        <a:xfrm>
          <a:off x="0" y="0"/>
          <a:ext cx="0" cy="0"/>
          <a:chOff x="0" y="0"/>
          <a:chExt cx="0" cy="0"/>
        </a:xfrm>
      </p:grpSpPr>
      <p:grpSp>
        <p:nvGrpSpPr>
          <p:cNvPr id="133" name="Google Shape;133;p185"/>
          <p:cNvGrpSpPr/>
          <p:nvPr/>
        </p:nvGrpSpPr>
        <p:grpSpPr>
          <a:xfrm rot="10800000">
            <a:off x="9586912" y="4027941"/>
            <a:ext cx="2601913" cy="2833688"/>
            <a:chOff x="0" y="0"/>
            <a:chExt cx="2601913" cy="2833688"/>
          </a:xfrm>
        </p:grpSpPr>
        <p:sp>
          <p:nvSpPr>
            <p:cNvPr id="134" name="Google Shape;134;p185"/>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5" name="Google Shape;135;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6" name="Google Shape;136;p185"/>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7" name="Google Shape;137;p185"/>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8" name="Google Shape;138;p185"/>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9" name="Google Shape;139;p185"/>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0" name="Google Shape;140;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1" name="Google Shape;141;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2" name="Google Shape;142;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3" name="Google Shape;143;p185"/>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4" name="Google Shape;144;p185"/>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5" name="Google Shape;145;p185"/>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6" name="Google Shape;146;p185"/>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7" name="Google Shape;147;p185"/>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8" name="Google Shape;148;p185"/>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9" name="Google Shape;149;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0" name="Google Shape;150;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1" name="Google Shape;151;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2" name="Google Shape;152;p185"/>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3" name="Google Shape;153;p185"/>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4" name="Google Shape;154;p185"/>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155" name="Google Shape;155;p185"/>
          <p:cNvSpPr/>
          <p:nvPr/>
        </p:nvSpPr>
        <p:spPr>
          <a:xfrm>
            <a:off x="0" y="0"/>
            <a:ext cx="6094412"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6" name="Google Shape;156;p185"/>
          <p:cNvSpPr/>
          <p:nvPr/>
        </p:nvSpPr>
        <p:spPr>
          <a:xfrm rot="5400000">
            <a:off x="10179373" y="-118464"/>
            <a:ext cx="1890988" cy="2127916"/>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7" name="Google Shape;157;p185"/>
          <p:cNvSpPr txBox="1">
            <a:spLocks noGrp="1"/>
          </p:cNvSpPr>
          <p:nvPr>
            <p:ph type="ctrTitle"/>
          </p:nvPr>
        </p:nvSpPr>
        <p:spPr>
          <a:xfrm>
            <a:off x="1828323" y="2576512"/>
            <a:ext cx="8532178" cy="1392378"/>
          </a:xfrm>
          <a:prstGeom prst="rect">
            <a:avLst/>
          </a:prstGeom>
          <a:noFill/>
          <a:ln>
            <a:noFill/>
          </a:ln>
        </p:spPr>
        <p:txBody>
          <a:bodyPr spcFirstLastPara="1" wrap="square" lIns="121875" tIns="60925" rIns="121875" bIns="60925" anchor="b" anchorCtr="0">
            <a:noAutofit/>
          </a:bodyPr>
          <a:lstStyle>
            <a:lvl1pPr lvl="0" algn="ctr">
              <a:spcBef>
                <a:spcPts val="0"/>
              </a:spcBef>
              <a:spcAft>
                <a:spcPts val="0"/>
              </a:spcAft>
              <a:buClr>
                <a:schemeClr val="accent3"/>
              </a:buClr>
              <a:buSzPts val="8000"/>
              <a:buFont typeface="Open Sans"/>
              <a:buNone/>
              <a:defRPr sz="8000" b="1">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8" name="Google Shape;158;p185"/>
          <p:cNvSpPr txBox="1">
            <a:spLocks noGrp="1"/>
          </p:cNvSpPr>
          <p:nvPr>
            <p:ph type="subTitle" idx="1"/>
          </p:nvPr>
        </p:nvSpPr>
        <p:spPr>
          <a:xfrm>
            <a:off x="1828324" y="4027941"/>
            <a:ext cx="8532178" cy="764440"/>
          </a:xfrm>
          <a:prstGeom prst="rect">
            <a:avLst/>
          </a:prstGeom>
          <a:noFill/>
          <a:ln>
            <a:noFill/>
          </a:ln>
        </p:spPr>
        <p:txBody>
          <a:bodyPr spcFirstLastPara="1" wrap="square" lIns="121875" tIns="60925" rIns="121875" bIns="60925" anchor="t" anchorCtr="0">
            <a:normAutofit/>
          </a:bodyPr>
          <a:lstStyle>
            <a:lvl1pPr lvl="0" algn="ctr">
              <a:spcBef>
                <a:spcPts val="480"/>
              </a:spcBef>
              <a:spcAft>
                <a:spcPts val="0"/>
              </a:spcAft>
              <a:buClr>
                <a:srgbClr val="595959"/>
              </a:buClr>
              <a:buSzPts val="2400"/>
              <a:buNone/>
              <a:defRPr sz="2400">
                <a:solidFill>
                  <a:srgbClr val="595959"/>
                </a:solidFill>
                <a:latin typeface="Open Sans"/>
                <a:ea typeface="Open Sans"/>
                <a:cs typeface="Open Sans"/>
                <a:sym typeface="Open Sans"/>
              </a:defRPr>
            </a:lvl1pPr>
            <a:lvl2pPr lvl="1" algn="ctr">
              <a:spcBef>
                <a:spcPts val="640"/>
              </a:spcBef>
              <a:spcAft>
                <a:spcPts val="0"/>
              </a:spcAft>
              <a:buClr>
                <a:srgbClr val="888888"/>
              </a:buClr>
              <a:buSzPts val="32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540"/>
              </a:spcBef>
              <a:spcAft>
                <a:spcPts val="0"/>
              </a:spcAft>
              <a:buClr>
                <a:srgbClr val="888888"/>
              </a:buClr>
              <a:buSzPts val="2700"/>
              <a:buNone/>
              <a:defRPr>
                <a:solidFill>
                  <a:srgbClr val="888888"/>
                </a:solidFill>
              </a:defRPr>
            </a:lvl6pPr>
            <a:lvl7pPr lvl="6" algn="ctr">
              <a:spcBef>
                <a:spcPts val="540"/>
              </a:spcBef>
              <a:spcAft>
                <a:spcPts val="0"/>
              </a:spcAft>
              <a:buClr>
                <a:srgbClr val="888888"/>
              </a:buClr>
              <a:buSzPts val="2700"/>
              <a:buNone/>
              <a:defRPr>
                <a:solidFill>
                  <a:srgbClr val="888888"/>
                </a:solidFill>
              </a:defRPr>
            </a:lvl7pPr>
            <a:lvl8pPr lvl="7" algn="ctr">
              <a:spcBef>
                <a:spcPts val="540"/>
              </a:spcBef>
              <a:spcAft>
                <a:spcPts val="0"/>
              </a:spcAft>
              <a:buClr>
                <a:srgbClr val="888888"/>
              </a:buClr>
              <a:buSzPts val="2700"/>
              <a:buNone/>
              <a:defRPr>
                <a:solidFill>
                  <a:srgbClr val="888888"/>
                </a:solidFill>
              </a:defRPr>
            </a:lvl8pPr>
            <a:lvl9pPr lvl="8" algn="ctr">
              <a:spcBef>
                <a:spcPts val="540"/>
              </a:spcBef>
              <a:spcAft>
                <a:spcPts val="0"/>
              </a:spcAft>
              <a:buClr>
                <a:srgbClr val="888888"/>
              </a:buClr>
              <a:buSzPts val="2700"/>
              <a:buNone/>
              <a:defRPr>
                <a:solidFill>
                  <a:srgbClr val="888888"/>
                </a:solidFill>
              </a:defRPr>
            </a:lvl9pPr>
          </a:lstStyle>
          <a:p>
            <a:endParaRPr/>
          </a:p>
        </p:txBody>
      </p:sp>
      <p:sp>
        <p:nvSpPr>
          <p:cNvPr id="159" name="Google Shape;159;p18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0" name="Google Shape;160;p18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1" name="Google Shape;161;p18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grpSp>
        <p:nvGrpSpPr>
          <p:cNvPr id="162" name="Google Shape;162;p185"/>
          <p:cNvGrpSpPr/>
          <p:nvPr/>
        </p:nvGrpSpPr>
        <p:grpSpPr>
          <a:xfrm>
            <a:off x="0" y="0"/>
            <a:ext cx="3445202" cy="4727575"/>
            <a:chOff x="0" y="0"/>
            <a:chExt cx="3445202" cy="4727575"/>
          </a:xfrm>
        </p:grpSpPr>
        <p:grpSp>
          <p:nvGrpSpPr>
            <p:cNvPr id="163" name="Google Shape;163;p185"/>
            <p:cNvGrpSpPr/>
            <p:nvPr/>
          </p:nvGrpSpPr>
          <p:grpSpPr>
            <a:xfrm rot="10800000">
              <a:off x="0" y="0"/>
              <a:ext cx="2913063" cy="4727575"/>
              <a:chOff x="9275762" y="2130425"/>
              <a:chExt cx="2913063" cy="4727575"/>
            </a:xfrm>
          </p:grpSpPr>
          <p:sp>
            <p:nvSpPr>
              <p:cNvPr id="164" name="Google Shape;164;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5" name="Google Shape;165;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6" name="Google Shape;166;p185"/>
              <p:cNvSpPr/>
              <p:nvPr/>
            </p:nvSpPr>
            <p:spPr>
              <a:xfrm>
                <a:off x="10785475" y="5818187"/>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7" name="Google Shape;167;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8" name="Google Shape;168;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9" name="Google Shape;169;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0" name="Google Shape;170;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1" name="Google Shape;171;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2" name="Google Shape;172;p185"/>
              <p:cNvSpPr/>
              <p:nvPr/>
            </p:nvSpPr>
            <p:spPr>
              <a:xfrm>
                <a:off x="9377362" y="3389312"/>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3" name="Google Shape;173;p185"/>
              <p:cNvSpPr/>
              <p:nvPr/>
            </p:nvSpPr>
            <p:spPr>
              <a:xfrm>
                <a:off x="10079037" y="4198937"/>
                <a:ext cx="706438" cy="809625"/>
              </a:xfrm>
              <a:custGeom>
                <a:avLst/>
                <a:gdLst/>
                <a:ahLst/>
                <a:cxnLst/>
                <a:rect l="l" t="t" r="r" b="b"/>
                <a:pathLst>
                  <a:path w="445" h="510" extrusionOk="0">
                    <a:moveTo>
                      <a:pt x="445" y="254"/>
                    </a:moveTo>
                    <a:lnTo>
                      <a:pt x="0" y="510"/>
                    </a:lnTo>
                    <a:lnTo>
                      <a:pt x="0" y="0"/>
                    </a:lnTo>
                    <a:lnTo>
                      <a:pt x="0" y="0"/>
                    </a:lnTo>
                    <a:lnTo>
                      <a:pt x="445" y="254"/>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4" name="Google Shape;174;p185"/>
              <p:cNvSpPr/>
              <p:nvPr/>
            </p:nvSpPr>
            <p:spPr>
              <a:xfrm>
                <a:off x="9275762" y="4414837"/>
                <a:ext cx="325438" cy="377825"/>
              </a:xfrm>
              <a:custGeom>
                <a:avLst/>
                <a:gdLst/>
                <a:ahLst/>
                <a:cxnLst/>
                <a:rect l="l" t="t" r="r" b="b"/>
                <a:pathLst>
                  <a:path w="205" h="238" extrusionOk="0">
                    <a:moveTo>
                      <a:pt x="205" y="118"/>
                    </a:moveTo>
                    <a:lnTo>
                      <a:pt x="0" y="238"/>
                    </a:lnTo>
                    <a:lnTo>
                      <a:pt x="0" y="0"/>
                    </a:lnTo>
                    <a:lnTo>
                      <a:pt x="0" y="0"/>
                    </a:lnTo>
                    <a:lnTo>
                      <a:pt x="205" y="11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5" name="Google Shape;175;p185"/>
              <p:cNvSpPr/>
              <p:nvPr/>
            </p:nvSpPr>
            <p:spPr>
              <a:xfrm>
                <a:off x="9371012" y="3322637"/>
                <a:ext cx="223838" cy="257175"/>
              </a:xfrm>
              <a:custGeom>
                <a:avLst/>
                <a:gdLst/>
                <a:ahLst/>
                <a:cxnLst/>
                <a:rect l="l" t="t" r="r" b="b"/>
                <a:pathLst>
                  <a:path w="141" h="162" extrusionOk="0">
                    <a:moveTo>
                      <a:pt x="141" y="80"/>
                    </a:moveTo>
                    <a:lnTo>
                      <a:pt x="0" y="162"/>
                    </a:lnTo>
                    <a:lnTo>
                      <a:pt x="0" y="0"/>
                    </a:lnTo>
                    <a:lnTo>
                      <a:pt x="0" y="0"/>
                    </a:lnTo>
                    <a:lnTo>
                      <a:pt x="141" y="8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6" name="Google Shape;176;p185"/>
              <p:cNvSpPr/>
              <p:nvPr/>
            </p:nvSpPr>
            <p:spPr>
              <a:xfrm>
                <a:off x="10079037" y="3792537"/>
                <a:ext cx="706438" cy="809625"/>
              </a:xfrm>
              <a:custGeom>
                <a:avLst/>
                <a:gdLst/>
                <a:ahLst/>
                <a:cxnLst/>
                <a:rect l="l" t="t" r="r" b="b"/>
                <a:pathLst>
                  <a:path w="445" h="510" extrusionOk="0">
                    <a:moveTo>
                      <a:pt x="445" y="0"/>
                    </a:moveTo>
                    <a:lnTo>
                      <a:pt x="445" y="510"/>
                    </a:lnTo>
                    <a:lnTo>
                      <a:pt x="445" y="510"/>
                    </a:lnTo>
                    <a:lnTo>
                      <a:pt x="0" y="256"/>
                    </a:lnTo>
                    <a:lnTo>
                      <a:pt x="445"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7" name="Google Shape;177;p185"/>
              <p:cNvSpPr/>
              <p:nvPr/>
            </p:nvSpPr>
            <p:spPr>
              <a:xfrm>
                <a:off x="10079037" y="3389312"/>
                <a:ext cx="706438" cy="809625"/>
              </a:xfrm>
              <a:custGeom>
                <a:avLst/>
                <a:gdLst/>
                <a:ahLst/>
                <a:cxnLst/>
                <a:rect l="l" t="t" r="r" b="b"/>
                <a:pathLst>
                  <a:path w="445" h="510" extrusionOk="0">
                    <a:moveTo>
                      <a:pt x="445" y="254"/>
                    </a:moveTo>
                    <a:lnTo>
                      <a:pt x="445" y="254"/>
                    </a:lnTo>
                    <a:lnTo>
                      <a:pt x="0"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8" name="Google Shape;178;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9" name="Google Shape;179;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0" name="Google Shape;180;p185"/>
              <p:cNvSpPr/>
              <p:nvPr/>
            </p:nvSpPr>
            <p:spPr>
              <a:xfrm>
                <a:off x="10083800" y="5414962"/>
                <a:ext cx="701675" cy="806450"/>
              </a:xfrm>
              <a:custGeom>
                <a:avLst/>
                <a:gdLst/>
                <a:ahLst/>
                <a:cxnLst/>
                <a:rect l="l" t="t" r="r" b="b"/>
                <a:pathLst>
                  <a:path w="442" h="508" extrusionOk="0">
                    <a:moveTo>
                      <a:pt x="442" y="0"/>
                    </a:moveTo>
                    <a:lnTo>
                      <a:pt x="442" y="508"/>
                    </a:lnTo>
                    <a:lnTo>
                      <a:pt x="0" y="254"/>
                    </a:lnTo>
                    <a:lnTo>
                      <a:pt x="442"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1" name="Google Shape;181;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2" name="Google Shape;182;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3" name="Google Shape;183;p185"/>
              <p:cNvSpPr/>
              <p:nvPr/>
            </p:nvSpPr>
            <p:spPr>
              <a:xfrm>
                <a:off x="10785475" y="6221412"/>
                <a:ext cx="701675" cy="636588"/>
              </a:xfrm>
              <a:custGeom>
                <a:avLst/>
                <a:gdLst/>
                <a:ahLst/>
                <a:cxnLst/>
                <a:rect l="l" t="t" r="r" b="b"/>
                <a:pathLst>
                  <a:path w="442" h="401" extrusionOk="0">
                    <a:moveTo>
                      <a:pt x="442" y="256"/>
                    </a:moveTo>
                    <a:lnTo>
                      <a:pt x="0" y="0"/>
                    </a:lnTo>
                    <a:lnTo>
                      <a:pt x="0" y="2"/>
                    </a:lnTo>
                    <a:lnTo>
                      <a:pt x="0" y="401"/>
                    </a:lnTo>
                    <a:lnTo>
                      <a:pt x="192" y="401"/>
                    </a:lnTo>
                    <a:lnTo>
                      <a:pt x="442" y="256"/>
                    </a:lnTo>
                    <a:lnTo>
                      <a:pt x="442" y="256"/>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4" name="Google Shape;184;p185"/>
              <p:cNvSpPr/>
              <p:nvPr/>
            </p:nvSpPr>
            <p:spPr>
              <a:xfrm>
                <a:off x="11090275" y="6627812"/>
                <a:ext cx="396875" cy="230188"/>
              </a:xfrm>
              <a:custGeom>
                <a:avLst/>
                <a:gdLst/>
                <a:ahLst/>
                <a:cxnLst/>
                <a:rect l="l" t="t" r="r" b="b"/>
                <a:pathLst>
                  <a:path w="250" h="145" extrusionOk="0">
                    <a:moveTo>
                      <a:pt x="0" y="145"/>
                    </a:moveTo>
                    <a:lnTo>
                      <a:pt x="250" y="145"/>
                    </a:lnTo>
                    <a:lnTo>
                      <a:pt x="250" y="0"/>
                    </a:lnTo>
                    <a:lnTo>
                      <a:pt x="0" y="145"/>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5" name="Google Shape;185;p185"/>
              <p:cNvSpPr/>
              <p:nvPr/>
            </p:nvSpPr>
            <p:spPr>
              <a:xfrm>
                <a:off x="11487150" y="6627812"/>
                <a:ext cx="396875" cy="230188"/>
              </a:xfrm>
              <a:custGeom>
                <a:avLst/>
                <a:gdLst/>
                <a:ahLst/>
                <a:cxnLst/>
                <a:rect l="l" t="t" r="r" b="b"/>
                <a:pathLst>
                  <a:path w="250" h="145" extrusionOk="0">
                    <a:moveTo>
                      <a:pt x="0" y="0"/>
                    </a:moveTo>
                    <a:lnTo>
                      <a:pt x="0" y="145"/>
                    </a:lnTo>
                    <a:lnTo>
                      <a:pt x="250" y="145"/>
                    </a:lnTo>
                    <a:lnTo>
                      <a:pt x="0"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6" name="Google Shape;186;p185"/>
              <p:cNvSpPr/>
              <p:nvPr/>
            </p:nvSpPr>
            <p:spPr>
              <a:xfrm>
                <a:off x="11487150" y="6232525"/>
                <a:ext cx="687388" cy="625475"/>
              </a:xfrm>
              <a:custGeom>
                <a:avLst/>
                <a:gdLst/>
                <a:ahLst/>
                <a:cxnLst/>
                <a:rect l="l" t="t" r="r" b="b"/>
                <a:pathLst>
                  <a:path w="433" h="394" extrusionOk="0">
                    <a:moveTo>
                      <a:pt x="250" y="394"/>
                    </a:moveTo>
                    <a:lnTo>
                      <a:pt x="433" y="394"/>
                    </a:lnTo>
                    <a:lnTo>
                      <a:pt x="433" y="0"/>
                    </a:lnTo>
                    <a:lnTo>
                      <a:pt x="0" y="249"/>
                    </a:lnTo>
                    <a:lnTo>
                      <a:pt x="250" y="39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7" name="Google Shape;187;p185"/>
              <p:cNvSpPr/>
              <p:nvPr/>
            </p:nvSpPr>
            <p:spPr>
              <a:xfrm>
                <a:off x="9377362" y="5818187"/>
                <a:ext cx="701675" cy="809625"/>
              </a:xfrm>
              <a:custGeom>
                <a:avLst/>
                <a:gdLst/>
                <a:ahLst/>
                <a:cxnLst/>
                <a:rect l="l" t="t" r="r" b="b"/>
                <a:pathLst>
                  <a:path w="442" h="510" extrusionOk="0">
                    <a:moveTo>
                      <a:pt x="0" y="254"/>
                    </a:moveTo>
                    <a:lnTo>
                      <a:pt x="0" y="254"/>
                    </a:lnTo>
                    <a:lnTo>
                      <a:pt x="442" y="510"/>
                    </a:lnTo>
                    <a:lnTo>
                      <a:pt x="442" y="0"/>
                    </a:lnTo>
                    <a:lnTo>
                      <a:pt x="0" y="254"/>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8" name="Google Shape;188;p185"/>
              <p:cNvSpPr/>
              <p:nvPr/>
            </p:nvSpPr>
            <p:spPr>
              <a:xfrm>
                <a:off x="10079037" y="6627812"/>
                <a:ext cx="396875" cy="230188"/>
              </a:xfrm>
              <a:custGeom>
                <a:avLst/>
                <a:gdLst/>
                <a:ahLst/>
                <a:cxnLst/>
                <a:rect l="l" t="t" r="r" b="b"/>
                <a:pathLst>
                  <a:path w="250" h="145" extrusionOk="0">
                    <a:moveTo>
                      <a:pt x="0" y="0"/>
                    </a:moveTo>
                    <a:lnTo>
                      <a:pt x="0" y="0"/>
                    </a:lnTo>
                    <a:lnTo>
                      <a:pt x="0" y="145"/>
                    </a:lnTo>
                    <a:lnTo>
                      <a:pt x="250" y="145"/>
                    </a:lnTo>
                    <a:lnTo>
                      <a:pt x="0"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9" name="Google Shape;189;p185"/>
              <p:cNvSpPr/>
              <p:nvPr/>
            </p:nvSpPr>
            <p:spPr>
              <a:xfrm>
                <a:off x="10079037" y="6224587"/>
                <a:ext cx="706438" cy="633413"/>
              </a:xfrm>
              <a:custGeom>
                <a:avLst/>
                <a:gdLst/>
                <a:ahLst/>
                <a:cxnLst/>
                <a:rect l="l" t="t" r="r" b="b"/>
                <a:pathLst>
                  <a:path w="445" h="399" extrusionOk="0">
                    <a:moveTo>
                      <a:pt x="0" y="254"/>
                    </a:moveTo>
                    <a:lnTo>
                      <a:pt x="250" y="399"/>
                    </a:lnTo>
                    <a:lnTo>
                      <a:pt x="445" y="399"/>
                    </a:lnTo>
                    <a:lnTo>
                      <a:pt x="445" y="0"/>
                    </a:lnTo>
                    <a:lnTo>
                      <a:pt x="0" y="254"/>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0" name="Google Shape;190;p185"/>
              <p:cNvSpPr/>
              <p:nvPr/>
            </p:nvSpPr>
            <p:spPr>
              <a:xfrm>
                <a:off x="10079037" y="5818187"/>
                <a:ext cx="706438" cy="809625"/>
              </a:xfrm>
              <a:custGeom>
                <a:avLst/>
                <a:gdLst/>
                <a:ahLst/>
                <a:cxnLst/>
                <a:rect l="l" t="t" r="r" b="b"/>
                <a:pathLst>
                  <a:path w="445" h="510" extrusionOk="0">
                    <a:moveTo>
                      <a:pt x="445" y="254"/>
                    </a:moveTo>
                    <a:lnTo>
                      <a:pt x="445" y="254"/>
                    </a:lnTo>
                    <a:lnTo>
                      <a:pt x="0" y="0"/>
                    </a:lnTo>
                    <a:lnTo>
                      <a:pt x="0" y="510"/>
                    </a:lnTo>
                    <a:lnTo>
                      <a:pt x="0" y="510"/>
                    </a:lnTo>
                    <a:lnTo>
                      <a:pt x="445" y="256"/>
                    </a:lnTo>
                    <a:lnTo>
                      <a:pt x="445"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1" name="Google Shape;191;p185"/>
              <p:cNvSpPr/>
              <p:nvPr/>
            </p:nvSpPr>
            <p:spPr>
              <a:xfrm>
                <a:off x="10785475" y="3389312"/>
                <a:ext cx="701675" cy="809625"/>
              </a:xfrm>
              <a:custGeom>
                <a:avLst/>
                <a:gdLst/>
                <a:ahLst/>
                <a:cxnLst/>
                <a:rect l="l" t="t" r="r" b="b"/>
                <a:pathLst>
                  <a:path w="442" h="510" extrusionOk="0">
                    <a:moveTo>
                      <a:pt x="442" y="0"/>
                    </a:moveTo>
                    <a:lnTo>
                      <a:pt x="0" y="254"/>
                    </a:lnTo>
                    <a:lnTo>
                      <a:pt x="0" y="254"/>
                    </a:lnTo>
                    <a:lnTo>
                      <a:pt x="442" y="510"/>
                    </a:lnTo>
                    <a:lnTo>
                      <a:pt x="442"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2" name="Google Shape;192;p185"/>
              <p:cNvSpPr/>
              <p:nvPr/>
            </p:nvSpPr>
            <p:spPr>
              <a:xfrm>
                <a:off x="10785475" y="3792537"/>
                <a:ext cx="701675" cy="809625"/>
              </a:xfrm>
              <a:custGeom>
                <a:avLst/>
                <a:gdLst/>
                <a:ahLst/>
                <a:cxnLst/>
                <a:rect l="l" t="t" r="r" b="b"/>
                <a:pathLst>
                  <a:path w="442" h="510" extrusionOk="0">
                    <a:moveTo>
                      <a:pt x="442" y="256"/>
                    </a:moveTo>
                    <a:lnTo>
                      <a:pt x="0" y="0"/>
                    </a:lnTo>
                    <a:lnTo>
                      <a:pt x="0" y="510"/>
                    </a:lnTo>
                    <a:lnTo>
                      <a:pt x="0" y="510"/>
                    </a:lnTo>
                    <a:lnTo>
                      <a:pt x="442" y="256"/>
                    </a:lnTo>
                    <a:lnTo>
                      <a:pt x="442" y="256"/>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3" name="Google Shape;193;p185"/>
              <p:cNvSpPr/>
              <p:nvPr/>
            </p:nvSpPr>
            <p:spPr>
              <a:xfrm>
                <a:off x="10785475" y="4198937"/>
                <a:ext cx="701675" cy="809625"/>
              </a:xfrm>
              <a:custGeom>
                <a:avLst/>
                <a:gdLst/>
                <a:ahLst/>
                <a:cxnLst/>
                <a:rect l="l" t="t" r="r" b="b"/>
                <a:pathLst>
                  <a:path w="442" h="510" extrusionOk="0">
                    <a:moveTo>
                      <a:pt x="0" y="254"/>
                    </a:moveTo>
                    <a:lnTo>
                      <a:pt x="442" y="510"/>
                    </a:lnTo>
                    <a:lnTo>
                      <a:pt x="442" y="0"/>
                    </a:lnTo>
                    <a:lnTo>
                      <a:pt x="0" y="25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4" name="Google Shape;194;p185"/>
              <p:cNvSpPr/>
              <p:nvPr/>
            </p:nvSpPr>
            <p:spPr>
              <a:xfrm>
                <a:off x="11487150" y="4198937"/>
                <a:ext cx="687388" cy="809625"/>
              </a:xfrm>
              <a:custGeom>
                <a:avLst/>
                <a:gdLst/>
                <a:ahLst/>
                <a:cxnLst/>
                <a:rect l="l" t="t" r="r" b="b"/>
                <a:pathLst>
                  <a:path w="433" h="510" extrusionOk="0">
                    <a:moveTo>
                      <a:pt x="0" y="0"/>
                    </a:moveTo>
                    <a:lnTo>
                      <a:pt x="0" y="0"/>
                    </a:lnTo>
                    <a:lnTo>
                      <a:pt x="0" y="510"/>
                    </a:lnTo>
                    <a:lnTo>
                      <a:pt x="433" y="261"/>
                    </a:lnTo>
                    <a:lnTo>
                      <a:pt x="433" y="249"/>
                    </a:lnTo>
                    <a:lnTo>
                      <a:pt x="0"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5" name="Google Shape;195;p185"/>
              <p:cNvSpPr/>
              <p:nvPr/>
            </p:nvSpPr>
            <p:spPr>
              <a:xfrm>
                <a:off x="11487150" y="3803650"/>
                <a:ext cx="687388" cy="790575"/>
              </a:xfrm>
              <a:custGeom>
                <a:avLst/>
                <a:gdLst/>
                <a:ahLst/>
                <a:cxnLst/>
                <a:rect l="l" t="t" r="r" b="b"/>
                <a:pathLst>
                  <a:path w="433" h="498" extrusionOk="0">
                    <a:moveTo>
                      <a:pt x="433" y="0"/>
                    </a:moveTo>
                    <a:lnTo>
                      <a:pt x="0" y="249"/>
                    </a:lnTo>
                    <a:lnTo>
                      <a:pt x="433" y="498"/>
                    </a:lnTo>
                    <a:lnTo>
                      <a:pt x="433"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6" name="Google Shape;196;p185"/>
              <p:cNvSpPr/>
              <p:nvPr/>
            </p:nvSpPr>
            <p:spPr>
              <a:xfrm>
                <a:off x="11737975" y="2130425"/>
                <a:ext cx="201613" cy="233363"/>
              </a:xfrm>
              <a:custGeom>
                <a:avLst/>
                <a:gdLst/>
                <a:ahLst/>
                <a:cxnLst/>
                <a:rect l="l" t="t" r="r" b="b"/>
                <a:pathLst>
                  <a:path w="127" h="147" extrusionOk="0">
                    <a:moveTo>
                      <a:pt x="127" y="147"/>
                    </a:moveTo>
                    <a:lnTo>
                      <a:pt x="127" y="0"/>
                    </a:lnTo>
                    <a:lnTo>
                      <a:pt x="0" y="73"/>
                    </a:lnTo>
                    <a:lnTo>
                      <a:pt x="127" y="147"/>
                    </a:lnTo>
                    <a:lnTo>
                      <a:pt x="127" y="147"/>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7" name="Google Shape;197;p185"/>
              <p:cNvSpPr/>
              <p:nvPr/>
            </p:nvSpPr>
            <p:spPr>
              <a:xfrm>
                <a:off x="11487150" y="2576512"/>
                <a:ext cx="701675" cy="812800"/>
              </a:xfrm>
              <a:custGeom>
                <a:avLst/>
                <a:gdLst/>
                <a:ahLst/>
                <a:cxnLst/>
                <a:rect l="l" t="t" r="r" b="b"/>
                <a:pathLst>
                  <a:path w="442" h="512" extrusionOk="0">
                    <a:moveTo>
                      <a:pt x="0" y="0"/>
                    </a:moveTo>
                    <a:lnTo>
                      <a:pt x="0" y="510"/>
                    </a:lnTo>
                    <a:lnTo>
                      <a:pt x="0" y="512"/>
                    </a:lnTo>
                    <a:lnTo>
                      <a:pt x="442" y="256"/>
                    </a:lnTo>
                    <a:lnTo>
                      <a:pt x="442" y="256"/>
                    </a:lnTo>
                    <a:lnTo>
                      <a:pt x="0"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8" name="Google Shape;198;p185"/>
              <p:cNvSpPr/>
              <p:nvPr/>
            </p:nvSpPr>
            <p:spPr>
              <a:xfrm>
                <a:off x="11487150" y="5818187"/>
                <a:ext cx="687388" cy="809625"/>
              </a:xfrm>
              <a:custGeom>
                <a:avLst/>
                <a:gdLst/>
                <a:ahLst/>
                <a:cxnLst/>
                <a:rect l="l" t="t" r="r" b="b"/>
                <a:pathLst>
                  <a:path w="433" h="510" extrusionOk="0">
                    <a:moveTo>
                      <a:pt x="125" y="72"/>
                    </a:moveTo>
                    <a:lnTo>
                      <a:pt x="0" y="0"/>
                    </a:lnTo>
                    <a:lnTo>
                      <a:pt x="0" y="510"/>
                    </a:lnTo>
                    <a:lnTo>
                      <a:pt x="0" y="510"/>
                    </a:lnTo>
                    <a:lnTo>
                      <a:pt x="433" y="261"/>
                    </a:lnTo>
                    <a:lnTo>
                      <a:pt x="433" y="250"/>
                    </a:lnTo>
                    <a:lnTo>
                      <a:pt x="125" y="72"/>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9" name="Google Shape;199;p185"/>
              <p:cNvSpPr/>
              <p:nvPr/>
            </p:nvSpPr>
            <p:spPr>
              <a:xfrm>
                <a:off x="11487150" y="4613275"/>
                <a:ext cx="687388" cy="792163"/>
              </a:xfrm>
              <a:custGeom>
                <a:avLst/>
                <a:gdLst/>
                <a:ahLst/>
                <a:cxnLst/>
                <a:rect l="l" t="t" r="r" b="b"/>
                <a:pathLst>
                  <a:path w="433" h="499" extrusionOk="0">
                    <a:moveTo>
                      <a:pt x="433" y="0"/>
                    </a:moveTo>
                    <a:lnTo>
                      <a:pt x="0" y="249"/>
                    </a:lnTo>
                    <a:lnTo>
                      <a:pt x="0" y="249"/>
                    </a:lnTo>
                    <a:lnTo>
                      <a:pt x="433" y="499"/>
                    </a:lnTo>
                    <a:lnTo>
                      <a:pt x="433"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0" name="Google Shape;200;p185"/>
              <p:cNvSpPr/>
              <p:nvPr/>
            </p:nvSpPr>
            <p:spPr>
              <a:xfrm>
                <a:off x="11487150" y="5008562"/>
                <a:ext cx="687388" cy="809625"/>
              </a:xfrm>
              <a:custGeom>
                <a:avLst/>
                <a:gdLst/>
                <a:ahLst/>
                <a:cxnLst/>
                <a:rect l="l" t="t" r="r" b="b"/>
                <a:pathLst>
                  <a:path w="433" h="510" extrusionOk="0">
                    <a:moveTo>
                      <a:pt x="433" y="250"/>
                    </a:moveTo>
                    <a:lnTo>
                      <a:pt x="0" y="0"/>
                    </a:lnTo>
                    <a:lnTo>
                      <a:pt x="0" y="510"/>
                    </a:lnTo>
                    <a:lnTo>
                      <a:pt x="0" y="510"/>
                    </a:lnTo>
                    <a:lnTo>
                      <a:pt x="433" y="261"/>
                    </a:lnTo>
                    <a:lnTo>
                      <a:pt x="433" y="25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1" name="Google Shape;201;p185"/>
              <p:cNvSpPr/>
              <p:nvPr/>
            </p:nvSpPr>
            <p:spPr>
              <a:xfrm>
                <a:off x="11487150" y="5422900"/>
                <a:ext cx="687388" cy="792163"/>
              </a:xfrm>
              <a:custGeom>
                <a:avLst/>
                <a:gdLst/>
                <a:ahLst/>
                <a:cxnLst/>
                <a:rect l="l" t="t" r="r" b="b"/>
                <a:pathLst>
                  <a:path w="433" h="499" extrusionOk="0">
                    <a:moveTo>
                      <a:pt x="433" y="0"/>
                    </a:moveTo>
                    <a:lnTo>
                      <a:pt x="0" y="249"/>
                    </a:lnTo>
                    <a:lnTo>
                      <a:pt x="125" y="321"/>
                    </a:lnTo>
                    <a:lnTo>
                      <a:pt x="433" y="499"/>
                    </a:lnTo>
                    <a:lnTo>
                      <a:pt x="433"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2" name="Google Shape;202;p185"/>
              <p:cNvSpPr/>
              <p:nvPr/>
            </p:nvSpPr>
            <p:spPr>
              <a:xfrm>
                <a:off x="11685587" y="5932487"/>
                <a:ext cx="488950" cy="282575"/>
              </a:xfrm>
              <a:custGeom>
                <a:avLst/>
                <a:gdLst/>
                <a:ahLst/>
                <a:cxnLst/>
                <a:rect l="l" t="t" r="r" b="b"/>
                <a:pathLst>
                  <a:path w="308" h="178" extrusionOk="0">
                    <a:moveTo>
                      <a:pt x="308" y="178"/>
                    </a:moveTo>
                    <a:lnTo>
                      <a:pt x="0" y="0"/>
                    </a:lnTo>
                    <a:lnTo>
                      <a:pt x="308" y="178"/>
                    </a:lnTo>
                    <a:lnTo>
                      <a:pt x="308" y="178"/>
                    </a:lnTo>
                    <a:close/>
                  </a:path>
                </a:pathLst>
              </a:custGeom>
              <a:solidFill>
                <a:srgbClr val="00A6A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03" name="Google Shape;203;p185"/>
            <p:cNvSpPr/>
            <p:nvPr/>
          </p:nvSpPr>
          <p:spPr>
            <a:xfrm rot="10800000">
              <a:off x="2853998" y="686979"/>
              <a:ext cx="591204" cy="690398"/>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rgbClr val="C4C4C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Our Service">
  <p:cSld name="Our Service">
    <p:spTree>
      <p:nvGrpSpPr>
        <p:cNvPr id="1" name="Shape 204"/>
        <p:cNvGrpSpPr/>
        <p:nvPr/>
      </p:nvGrpSpPr>
      <p:grpSpPr>
        <a:xfrm>
          <a:off x="0" y="0"/>
          <a:ext cx="0" cy="0"/>
          <a:chOff x="0" y="0"/>
          <a:chExt cx="0" cy="0"/>
        </a:xfrm>
      </p:grpSpPr>
      <p:sp>
        <p:nvSpPr>
          <p:cNvPr id="205" name="Google Shape;205;p18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6" name="Google Shape;206;p18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7" name="Google Shape;207;p18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08" name="Google Shape;208;p186"/>
          <p:cNvSpPr/>
          <p:nvPr/>
        </p:nvSpPr>
        <p:spPr>
          <a:xfrm>
            <a:off x="0" y="708746"/>
            <a:ext cx="6094411"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09" name="Google Shape;209;p186"/>
          <p:cNvSpPr/>
          <p:nvPr/>
        </p:nvSpPr>
        <p:spPr>
          <a:xfrm>
            <a:off x="616764" y="1532063"/>
            <a:ext cx="10947963" cy="2880320"/>
          </a:xfrm>
          <a:prstGeom prst="rect">
            <a:avLst/>
          </a:prstGeom>
          <a:solidFill>
            <a:schemeClr val="lt1">
              <a:alpha val="49803"/>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0" name="Google Shape;210;p186"/>
          <p:cNvSpPr>
            <a:spLocks noGrp="1"/>
          </p:cNvSpPr>
          <p:nvPr>
            <p:ph type="pic" idx="2"/>
          </p:nvPr>
        </p:nvSpPr>
        <p:spPr>
          <a:xfrm>
            <a:off x="1295633" y="2078160"/>
            <a:ext cx="4458409" cy="1800225"/>
          </a:xfrm>
          <a:prstGeom prst="rect">
            <a:avLst/>
          </a:prstGeom>
          <a:solidFill>
            <a:srgbClr val="D8D8D8"/>
          </a:solidFill>
          <a:ln>
            <a:noFill/>
          </a:ln>
        </p:spPr>
      </p:sp>
      <p:sp>
        <p:nvSpPr>
          <p:cNvPr id="211" name="Google Shape;211;p186"/>
          <p:cNvSpPr>
            <a:spLocks noGrp="1"/>
          </p:cNvSpPr>
          <p:nvPr>
            <p:ph type="pic" idx="3"/>
          </p:nvPr>
        </p:nvSpPr>
        <p:spPr>
          <a:xfrm>
            <a:off x="6420125" y="2078160"/>
            <a:ext cx="4458409" cy="1800225"/>
          </a:xfrm>
          <a:prstGeom prst="rect">
            <a:avLst/>
          </a:prstGeom>
          <a:solidFill>
            <a:srgbClr val="D8D8D8"/>
          </a:solidFill>
          <a:ln>
            <a:noFill/>
          </a:ln>
        </p:spPr>
      </p:sp>
      <p:sp>
        <p:nvSpPr>
          <p:cNvPr id="212" name="Google Shape;212;p186"/>
          <p:cNvSpPr txBox="1">
            <a:spLocks noGrp="1"/>
          </p:cNvSpPr>
          <p:nvPr>
            <p:ph type="body" idx="1"/>
          </p:nvPr>
        </p:nvSpPr>
        <p:spPr>
          <a:xfrm>
            <a:off x="0" y="794684"/>
            <a:ext cx="5754688"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3" name="Google Shape;213;p186"/>
          <p:cNvSpPr txBox="1">
            <a:spLocks noGrp="1"/>
          </p:cNvSpPr>
          <p:nvPr>
            <p:ph type="body" idx="4"/>
          </p:nvPr>
        </p:nvSpPr>
        <p:spPr>
          <a:xfrm>
            <a:off x="1295633"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4" name="Google Shape;214;p186"/>
          <p:cNvSpPr txBox="1">
            <a:spLocks noGrp="1"/>
          </p:cNvSpPr>
          <p:nvPr>
            <p:ph type="body" idx="5"/>
          </p:nvPr>
        </p:nvSpPr>
        <p:spPr>
          <a:xfrm>
            <a:off x="1295633"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5" name="Google Shape;215;p186"/>
          <p:cNvSpPr txBox="1">
            <a:spLocks noGrp="1"/>
          </p:cNvSpPr>
          <p:nvPr>
            <p:ph type="body" idx="6"/>
          </p:nvPr>
        </p:nvSpPr>
        <p:spPr>
          <a:xfrm>
            <a:off x="6391740"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6" name="Google Shape;216;p186"/>
          <p:cNvSpPr txBox="1">
            <a:spLocks noGrp="1"/>
          </p:cNvSpPr>
          <p:nvPr>
            <p:ph type="body" idx="7"/>
          </p:nvPr>
        </p:nvSpPr>
        <p:spPr>
          <a:xfrm>
            <a:off x="6391740"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he Team">
  <p:cSld name="The Team">
    <p:spTree>
      <p:nvGrpSpPr>
        <p:cNvPr id="1" name="Shape 217"/>
        <p:cNvGrpSpPr/>
        <p:nvPr/>
      </p:nvGrpSpPr>
      <p:grpSpPr>
        <a:xfrm>
          <a:off x="0" y="0"/>
          <a:ext cx="0" cy="0"/>
          <a:chOff x="0" y="0"/>
          <a:chExt cx="0" cy="0"/>
        </a:xfrm>
      </p:grpSpPr>
      <p:sp>
        <p:nvSpPr>
          <p:cNvPr id="218" name="Google Shape;218;p187"/>
          <p:cNvSpPr/>
          <p:nvPr/>
        </p:nvSpPr>
        <p:spPr>
          <a:xfrm>
            <a:off x="-41943" y="0"/>
            <a:ext cx="4402929" cy="68580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9" name="Google Shape;219;p18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0" name="Google Shape;220;p18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1" name="Google Shape;221;p187"/>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22" name="Google Shape;222;p187"/>
          <p:cNvSpPr txBox="1">
            <a:spLocks noGrp="1"/>
          </p:cNvSpPr>
          <p:nvPr>
            <p:ph type="body" idx="1"/>
          </p:nvPr>
        </p:nvSpPr>
        <p:spPr>
          <a:xfrm>
            <a:off x="602805" y="1060150"/>
            <a:ext cx="3547750" cy="649288"/>
          </a:xfrm>
          <a:prstGeom prst="rect">
            <a:avLst/>
          </a:prstGeom>
          <a:noFill/>
          <a:ln>
            <a:noFill/>
          </a:ln>
        </p:spPr>
        <p:txBody>
          <a:bodyPr spcFirstLastPara="1" wrap="square" lIns="121875" tIns="60925" rIns="121875" bIns="60925" anchor="ctr" anchorCtr="0">
            <a:noAutofit/>
          </a:bodyPr>
          <a:lstStyle>
            <a:lvl1pPr marL="457200" lvl="0" indent="-228600" algn="r">
              <a:lnSpc>
                <a:spcPct val="80000"/>
              </a:lnSpc>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23" name="Google Shape;223;p187"/>
          <p:cNvSpPr>
            <a:spLocks noGrp="1"/>
          </p:cNvSpPr>
          <p:nvPr>
            <p:ph type="pic" idx="2"/>
          </p:nvPr>
        </p:nvSpPr>
        <p:spPr>
          <a:xfrm>
            <a:off x="4364494" y="2060843"/>
            <a:ext cx="1352103" cy="1352103"/>
          </a:xfrm>
          <a:prstGeom prst="rect">
            <a:avLst/>
          </a:prstGeom>
          <a:noFill/>
          <a:ln>
            <a:noFill/>
          </a:ln>
        </p:spPr>
      </p:sp>
      <p:sp>
        <p:nvSpPr>
          <p:cNvPr id="224" name="Google Shape;224;p187"/>
          <p:cNvSpPr>
            <a:spLocks noGrp="1"/>
          </p:cNvSpPr>
          <p:nvPr>
            <p:ph type="pic" idx="3"/>
          </p:nvPr>
        </p:nvSpPr>
        <p:spPr>
          <a:xfrm>
            <a:off x="5720105" y="2060843"/>
            <a:ext cx="1352103" cy="1352103"/>
          </a:xfrm>
          <a:prstGeom prst="rect">
            <a:avLst/>
          </a:prstGeom>
          <a:noFill/>
          <a:ln>
            <a:noFill/>
          </a:ln>
        </p:spPr>
      </p:sp>
      <p:sp>
        <p:nvSpPr>
          <p:cNvPr id="225" name="Google Shape;225;p187"/>
          <p:cNvSpPr>
            <a:spLocks noGrp="1"/>
          </p:cNvSpPr>
          <p:nvPr>
            <p:ph type="pic" idx="4"/>
          </p:nvPr>
        </p:nvSpPr>
        <p:spPr>
          <a:xfrm>
            <a:off x="8819301" y="724645"/>
            <a:ext cx="1352103" cy="1352103"/>
          </a:xfrm>
          <a:prstGeom prst="rect">
            <a:avLst/>
          </a:prstGeom>
          <a:noFill/>
          <a:ln>
            <a:noFill/>
          </a:ln>
        </p:spPr>
      </p:sp>
      <p:sp>
        <p:nvSpPr>
          <p:cNvPr id="226" name="Google Shape;226;p187"/>
          <p:cNvSpPr>
            <a:spLocks noGrp="1"/>
          </p:cNvSpPr>
          <p:nvPr>
            <p:ph type="pic" idx="5"/>
          </p:nvPr>
        </p:nvSpPr>
        <p:spPr>
          <a:xfrm>
            <a:off x="5722876" y="4760031"/>
            <a:ext cx="1352103" cy="1352103"/>
          </a:xfrm>
          <a:prstGeom prst="rect">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ompany Profile">
  <p:cSld name="Company Profile">
    <p:spTree>
      <p:nvGrpSpPr>
        <p:cNvPr id="1" name="Shape 227"/>
        <p:cNvGrpSpPr/>
        <p:nvPr/>
      </p:nvGrpSpPr>
      <p:grpSpPr>
        <a:xfrm>
          <a:off x="0" y="0"/>
          <a:ext cx="0" cy="0"/>
          <a:chOff x="0" y="0"/>
          <a:chExt cx="0" cy="0"/>
        </a:xfrm>
      </p:grpSpPr>
      <p:sp>
        <p:nvSpPr>
          <p:cNvPr id="228" name="Google Shape;228;p18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9" name="Google Shape;229;p18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0" name="Google Shape;230;p188"/>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1" name="Google Shape;231;p188"/>
          <p:cNvSpPr/>
          <p:nvPr/>
        </p:nvSpPr>
        <p:spPr>
          <a:xfrm>
            <a:off x="1" y="708746"/>
            <a:ext cx="4942284" cy="821288"/>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2" name="Google Shape;232;p188"/>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33" name="Google Shape;233;p188"/>
          <p:cNvSpPr>
            <a:spLocks noGrp="1"/>
          </p:cNvSpPr>
          <p:nvPr>
            <p:ph type="pic" idx="2"/>
          </p:nvPr>
        </p:nvSpPr>
        <p:spPr>
          <a:xfrm>
            <a:off x="0" y="1529910"/>
            <a:ext cx="4942284" cy="3411257"/>
          </a:xfrm>
          <a:prstGeom prst="rect">
            <a:avLst/>
          </a:prstGeom>
          <a:noFill/>
          <a:ln>
            <a:no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Project Two Column">
  <p:cSld name="Project Two Column">
    <p:spTree>
      <p:nvGrpSpPr>
        <p:cNvPr id="1" name="Shape 234"/>
        <p:cNvGrpSpPr/>
        <p:nvPr/>
      </p:nvGrpSpPr>
      <p:grpSpPr>
        <a:xfrm>
          <a:off x="0" y="0"/>
          <a:ext cx="0" cy="0"/>
          <a:chOff x="0" y="0"/>
          <a:chExt cx="0" cy="0"/>
        </a:xfrm>
      </p:grpSpPr>
      <p:sp>
        <p:nvSpPr>
          <p:cNvPr id="235" name="Google Shape;235;p18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18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7" name="Google Shape;237;p189"/>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8" name="Google Shape;238;p189"/>
          <p:cNvSpPr/>
          <p:nvPr/>
        </p:nvSpPr>
        <p:spPr>
          <a:xfrm>
            <a:off x="1" y="708746"/>
            <a:ext cx="4942284" cy="821288"/>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9" name="Google Shape;239;p189"/>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0" name="Google Shape;240;p189"/>
          <p:cNvSpPr>
            <a:spLocks noGrp="1"/>
          </p:cNvSpPr>
          <p:nvPr>
            <p:ph type="pic" idx="2"/>
          </p:nvPr>
        </p:nvSpPr>
        <p:spPr>
          <a:xfrm>
            <a:off x="609599" y="1529909"/>
            <a:ext cx="5439509" cy="4419363"/>
          </a:xfrm>
          <a:prstGeom prst="rect">
            <a:avLst/>
          </a:prstGeom>
          <a:noFill/>
          <a:ln>
            <a:noFill/>
          </a:ln>
        </p:spPr>
      </p:sp>
      <p:sp>
        <p:nvSpPr>
          <p:cNvPr id="241" name="Google Shape;241;p189"/>
          <p:cNvSpPr>
            <a:spLocks noGrp="1"/>
          </p:cNvSpPr>
          <p:nvPr>
            <p:ph type="pic" idx="3"/>
          </p:nvPr>
        </p:nvSpPr>
        <p:spPr>
          <a:xfrm>
            <a:off x="6131169" y="1529909"/>
            <a:ext cx="5439509" cy="4419363"/>
          </a:xfrm>
          <a:prstGeom prst="rect">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Our Appraoch">
  <p:cSld name="Our Appraoch">
    <p:spTree>
      <p:nvGrpSpPr>
        <p:cNvPr id="1" name="Shape 242"/>
        <p:cNvGrpSpPr/>
        <p:nvPr/>
      </p:nvGrpSpPr>
      <p:grpSpPr>
        <a:xfrm>
          <a:off x="0" y="0"/>
          <a:ext cx="0" cy="0"/>
          <a:chOff x="0" y="0"/>
          <a:chExt cx="0" cy="0"/>
        </a:xfrm>
      </p:grpSpPr>
      <p:sp>
        <p:nvSpPr>
          <p:cNvPr id="243" name="Google Shape;243;p19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4" name="Google Shape;244;p19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5" name="Google Shape;245;p190"/>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6" name="Google Shape;246;p190"/>
          <p:cNvSpPr/>
          <p:nvPr/>
        </p:nvSpPr>
        <p:spPr>
          <a:xfrm>
            <a:off x="1" y="708746"/>
            <a:ext cx="4942284" cy="821288"/>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47" name="Google Shape;247;p190"/>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8" name="Google Shape;248;p190"/>
          <p:cNvSpPr>
            <a:spLocks noGrp="1"/>
          </p:cNvSpPr>
          <p:nvPr>
            <p:ph type="pic" idx="2"/>
          </p:nvPr>
        </p:nvSpPr>
        <p:spPr>
          <a:xfrm>
            <a:off x="609599" y="1529909"/>
            <a:ext cx="10961079" cy="2475155"/>
          </a:xfrm>
          <a:prstGeom prst="rect">
            <a:avLst/>
          </a:prstGeom>
          <a:noFill/>
          <a:ln>
            <a:noFill/>
          </a:ln>
        </p:spPr>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Project Tree Column">
  <p:cSld name="Project Tree Column">
    <p:spTree>
      <p:nvGrpSpPr>
        <p:cNvPr id="1" name="Shape 249"/>
        <p:cNvGrpSpPr/>
        <p:nvPr/>
      </p:nvGrpSpPr>
      <p:grpSpPr>
        <a:xfrm>
          <a:off x="0" y="0"/>
          <a:ext cx="0" cy="0"/>
          <a:chOff x="0" y="0"/>
          <a:chExt cx="0" cy="0"/>
        </a:xfrm>
      </p:grpSpPr>
      <p:sp>
        <p:nvSpPr>
          <p:cNvPr id="250" name="Google Shape;250;p19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1" name="Google Shape;251;p19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2" name="Google Shape;252;p191"/>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53" name="Google Shape;253;p191"/>
          <p:cNvSpPr/>
          <p:nvPr/>
        </p:nvSpPr>
        <p:spPr>
          <a:xfrm>
            <a:off x="1" y="708746"/>
            <a:ext cx="4942284"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54" name="Google Shape;254;p191"/>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5" name="Google Shape;255;p191"/>
          <p:cNvSpPr>
            <a:spLocks noGrp="1"/>
          </p:cNvSpPr>
          <p:nvPr>
            <p:ph type="pic" idx="2"/>
          </p:nvPr>
        </p:nvSpPr>
        <p:spPr>
          <a:xfrm>
            <a:off x="609441" y="1529909"/>
            <a:ext cx="3605855" cy="4419363"/>
          </a:xfrm>
          <a:prstGeom prst="rect">
            <a:avLst/>
          </a:prstGeom>
          <a:noFill/>
          <a:ln>
            <a:noFill/>
          </a:ln>
        </p:spPr>
      </p:sp>
      <p:sp>
        <p:nvSpPr>
          <p:cNvPr id="256" name="Google Shape;256;p191"/>
          <p:cNvSpPr>
            <a:spLocks noGrp="1"/>
          </p:cNvSpPr>
          <p:nvPr>
            <p:ph type="pic" idx="3"/>
          </p:nvPr>
        </p:nvSpPr>
        <p:spPr>
          <a:xfrm>
            <a:off x="4298073" y="1529909"/>
            <a:ext cx="3605855" cy="4419363"/>
          </a:xfrm>
          <a:prstGeom prst="rect">
            <a:avLst/>
          </a:prstGeom>
          <a:noFill/>
          <a:ln>
            <a:noFill/>
          </a:ln>
        </p:spPr>
      </p:sp>
      <p:sp>
        <p:nvSpPr>
          <p:cNvPr id="257" name="Google Shape;257;p191"/>
          <p:cNvSpPr>
            <a:spLocks noGrp="1"/>
          </p:cNvSpPr>
          <p:nvPr>
            <p:ph type="pic" idx="4"/>
          </p:nvPr>
        </p:nvSpPr>
        <p:spPr>
          <a:xfrm>
            <a:off x="7986705" y="1529909"/>
            <a:ext cx="3605855" cy="4419363"/>
          </a:xfrm>
          <a:prstGeom prst="rect">
            <a:avLst/>
          </a:prstGeom>
          <a:noFill/>
          <a:ln>
            <a:noFill/>
          </a:ln>
        </p:spPr>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8"/>
        <p:cNvGrpSpPr/>
        <p:nvPr/>
      </p:nvGrpSpPr>
      <p:grpSpPr>
        <a:xfrm>
          <a:off x="0" y="0"/>
          <a:ext cx="0" cy="0"/>
          <a:chOff x="0" y="0"/>
          <a:chExt cx="0" cy="0"/>
        </a:xfrm>
      </p:grpSpPr>
      <p:sp>
        <p:nvSpPr>
          <p:cNvPr id="259" name="Google Shape;259;p192"/>
          <p:cNvSpPr/>
          <p:nvPr/>
        </p:nvSpPr>
        <p:spPr>
          <a:xfrm flipH="1">
            <a:off x="4294212" y="0"/>
            <a:ext cx="7876318"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60" name="Google Shape;260;p192"/>
          <p:cNvSpPr/>
          <p:nvPr/>
        </p:nvSpPr>
        <p:spPr>
          <a:xfrm>
            <a:off x="-39608" y="-3"/>
            <a:ext cx="4333820" cy="4876818"/>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grpSp>
        <p:nvGrpSpPr>
          <p:cNvPr id="261" name="Google Shape;261;p192"/>
          <p:cNvGrpSpPr/>
          <p:nvPr/>
        </p:nvGrpSpPr>
        <p:grpSpPr>
          <a:xfrm>
            <a:off x="1" y="0"/>
            <a:ext cx="2601913" cy="2833688"/>
            <a:chOff x="0" y="0"/>
            <a:chExt cx="2601913" cy="2833688"/>
          </a:xfrm>
        </p:grpSpPr>
        <p:sp>
          <p:nvSpPr>
            <p:cNvPr id="262" name="Google Shape;262;p192"/>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3" name="Google Shape;263;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4" name="Google Shape;264;p192"/>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5" name="Google Shape;265;p192"/>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6" name="Google Shape;266;p192"/>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7" name="Google Shape;267;p192"/>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8" name="Google Shape;268;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9" name="Google Shape;269;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0" name="Google Shape;270;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1" name="Google Shape;271;p192"/>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2" name="Google Shape;272;p192"/>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3" name="Google Shape;273;p192"/>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4" name="Google Shape;274;p192"/>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5" name="Google Shape;275;p192"/>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6" name="Google Shape;276;p192"/>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7" name="Google Shape;277;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8" name="Google Shape;278;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9" name="Google Shape;279;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0" name="Google Shape;280;p192"/>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1" name="Google Shape;281;p192"/>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2" name="Google Shape;282;p192"/>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83" name="Google Shape;283;p192"/>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4" name="Google Shape;284;p192"/>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5" name="Google Shape;285;p192"/>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86" name="Google Shape;286;p192"/>
          <p:cNvSpPr txBox="1">
            <a:spLocks noGrp="1"/>
          </p:cNvSpPr>
          <p:nvPr>
            <p:ph type="title"/>
          </p:nvPr>
        </p:nvSpPr>
        <p:spPr>
          <a:xfrm>
            <a:off x="6094412" y="3789040"/>
            <a:ext cx="5491606" cy="1362075"/>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accent3"/>
              </a:buClr>
              <a:buSzPts val="5300"/>
              <a:buFont typeface="Open Sans"/>
              <a:buNone/>
              <a:defRPr sz="5300" b="1" cap="none">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7" name="Google Shape;287;p192"/>
          <p:cNvSpPr txBox="1">
            <a:spLocks noGrp="1"/>
          </p:cNvSpPr>
          <p:nvPr>
            <p:ph type="body" idx="1"/>
          </p:nvPr>
        </p:nvSpPr>
        <p:spPr>
          <a:xfrm>
            <a:off x="6094412" y="5319823"/>
            <a:ext cx="5521484" cy="828007"/>
          </a:xfrm>
          <a:prstGeom prst="rect">
            <a:avLst/>
          </a:prstGeom>
          <a:noFill/>
          <a:ln>
            <a:noFill/>
          </a:ln>
        </p:spPr>
        <p:txBody>
          <a:bodyPr spcFirstLastPara="1" wrap="square" lIns="121875" tIns="0" rIns="121875" bIns="0" anchor="t" anchorCtr="0">
            <a:normAutofit/>
          </a:bodyPr>
          <a:lstStyle>
            <a:lvl1pPr marL="457200" lvl="0" indent="-228600" algn="l">
              <a:spcBef>
                <a:spcPts val="320"/>
              </a:spcBef>
              <a:spcAft>
                <a:spcPts val="0"/>
              </a:spcAft>
              <a:buClr>
                <a:schemeClr val="accent3"/>
              </a:buClr>
              <a:buSzPts val="1600"/>
              <a:buNone/>
              <a:defRPr sz="1600">
                <a:solidFill>
                  <a:schemeClr val="accent3"/>
                </a:solidFill>
                <a:latin typeface="Open Sans"/>
                <a:ea typeface="Open Sans"/>
                <a:cs typeface="Open Sans"/>
                <a:sym typeface="Open Sans"/>
              </a:defRPr>
            </a:lvl1pPr>
            <a:lvl2pPr marL="914400" lvl="1" indent="-228600" algn="l">
              <a:spcBef>
                <a:spcPts val="480"/>
              </a:spcBef>
              <a:spcAft>
                <a:spcPts val="0"/>
              </a:spcAft>
              <a:buClr>
                <a:srgbClr val="888888"/>
              </a:buClr>
              <a:buSzPts val="2400"/>
              <a:buNone/>
              <a:defRPr sz="2400">
                <a:solidFill>
                  <a:srgbClr val="888888"/>
                </a:solidFill>
              </a:defRPr>
            </a:lvl2pPr>
            <a:lvl3pPr marL="1371600" lvl="2" indent="-228600" algn="l">
              <a:spcBef>
                <a:spcPts val="420"/>
              </a:spcBef>
              <a:spcAft>
                <a:spcPts val="0"/>
              </a:spcAft>
              <a:buClr>
                <a:srgbClr val="888888"/>
              </a:buClr>
              <a:buSzPts val="2100"/>
              <a:buNone/>
              <a:defRPr sz="2100">
                <a:solidFill>
                  <a:srgbClr val="888888"/>
                </a:solidFill>
              </a:defRPr>
            </a:lvl3pPr>
            <a:lvl4pPr marL="1828800" lvl="3" indent="-228600" algn="l">
              <a:spcBef>
                <a:spcPts val="380"/>
              </a:spcBef>
              <a:spcAft>
                <a:spcPts val="0"/>
              </a:spcAft>
              <a:buClr>
                <a:srgbClr val="888888"/>
              </a:buClr>
              <a:buSzPts val="1900"/>
              <a:buNone/>
              <a:defRPr sz="1900">
                <a:solidFill>
                  <a:srgbClr val="888888"/>
                </a:solidFill>
              </a:defRPr>
            </a:lvl4pPr>
            <a:lvl5pPr marL="2286000" lvl="4" indent="-228600" algn="l">
              <a:spcBef>
                <a:spcPts val="380"/>
              </a:spcBef>
              <a:spcAft>
                <a:spcPts val="0"/>
              </a:spcAft>
              <a:buClr>
                <a:srgbClr val="888888"/>
              </a:buClr>
              <a:buSzPts val="1900"/>
              <a:buNone/>
              <a:defRPr sz="1900">
                <a:solidFill>
                  <a:srgbClr val="888888"/>
                </a:solidFill>
              </a:defRPr>
            </a:lvl5pPr>
            <a:lvl6pPr marL="2743200" lvl="5" indent="-228600" algn="l">
              <a:spcBef>
                <a:spcPts val="380"/>
              </a:spcBef>
              <a:spcAft>
                <a:spcPts val="0"/>
              </a:spcAft>
              <a:buClr>
                <a:srgbClr val="888888"/>
              </a:buClr>
              <a:buSzPts val="1900"/>
              <a:buNone/>
              <a:defRPr sz="1900">
                <a:solidFill>
                  <a:srgbClr val="888888"/>
                </a:solidFill>
              </a:defRPr>
            </a:lvl6pPr>
            <a:lvl7pPr marL="3200400" lvl="6" indent="-228600" algn="l">
              <a:spcBef>
                <a:spcPts val="380"/>
              </a:spcBef>
              <a:spcAft>
                <a:spcPts val="0"/>
              </a:spcAft>
              <a:buClr>
                <a:srgbClr val="888888"/>
              </a:buClr>
              <a:buSzPts val="1900"/>
              <a:buNone/>
              <a:defRPr sz="1900">
                <a:solidFill>
                  <a:srgbClr val="888888"/>
                </a:solidFill>
              </a:defRPr>
            </a:lvl7pPr>
            <a:lvl8pPr marL="3657600" lvl="7" indent="-228600" algn="l">
              <a:spcBef>
                <a:spcPts val="380"/>
              </a:spcBef>
              <a:spcAft>
                <a:spcPts val="0"/>
              </a:spcAft>
              <a:buClr>
                <a:srgbClr val="888888"/>
              </a:buClr>
              <a:buSzPts val="1900"/>
              <a:buNone/>
              <a:defRPr sz="1900">
                <a:solidFill>
                  <a:srgbClr val="888888"/>
                </a:solidFill>
              </a:defRPr>
            </a:lvl8pPr>
            <a:lvl9pPr marL="4114800" lvl="8" indent="-228600" algn="l">
              <a:spcBef>
                <a:spcPts val="380"/>
              </a:spcBef>
              <a:spcAft>
                <a:spcPts val="0"/>
              </a:spcAft>
              <a:buClr>
                <a:srgbClr val="888888"/>
              </a:buClr>
              <a:buSzPts val="1900"/>
              <a:buNone/>
              <a:defRPr sz="1900">
                <a:solidFill>
                  <a:srgbClr val="888888"/>
                </a:solidFill>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Graph">
  <p:cSld name="Graph">
    <p:spTree>
      <p:nvGrpSpPr>
        <p:cNvPr id="1" name="Shape 288"/>
        <p:cNvGrpSpPr/>
        <p:nvPr/>
      </p:nvGrpSpPr>
      <p:grpSpPr>
        <a:xfrm>
          <a:off x="0" y="0"/>
          <a:ext cx="0" cy="0"/>
          <a:chOff x="0" y="0"/>
          <a:chExt cx="0" cy="0"/>
        </a:xfrm>
      </p:grpSpPr>
      <p:sp>
        <p:nvSpPr>
          <p:cNvPr id="289" name="Google Shape;289;p193"/>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dk1"/>
              </a:buClr>
              <a:buSzPts val="3600"/>
              <a:buFont typeface="Open Sans"/>
              <a:buNone/>
              <a:defRPr sz="3600">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0" name="Google Shape;290;p19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1" name="Google Shape;291;p19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2" name="Google Shape;292;p19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93"/>
        <p:cNvGrpSpPr/>
        <p:nvPr/>
      </p:nvGrpSpPr>
      <p:grpSpPr>
        <a:xfrm>
          <a:off x="0" y="0"/>
          <a:ext cx="0" cy="0"/>
          <a:chOff x="0" y="0"/>
          <a:chExt cx="0" cy="0"/>
        </a:xfrm>
      </p:grpSpPr>
      <p:sp>
        <p:nvSpPr>
          <p:cNvPr id="294" name="Google Shape;294;p194"/>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5" name="Google Shape;295;p194"/>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96" name="Google Shape;296;p194"/>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7" name="Google Shape;297;p194"/>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8" name="Google Shape;298;p194"/>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9"/>
        <p:cNvGrpSpPr/>
        <p:nvPr/>
      </p:nvGrpSpPr>
      <p:grpSpPr>
        <a:xfrm>
          <a:off x="0" y="0"/>
          <a:ext cx="0" cy="0"/>
          <a:chOff x="0" y="0"/>
          <a:chExt cx="0" cy="0"/>
        </a:xfrm>
      </p:grpSpPr>
      <p:sp>
        <p:nvSpPr>
          <p:cNvPr id="300" name="Google Shape;300;p195"/>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1" name="Google Shape;301;p195"/>
          <p:cNvSpPr txBox="1">
            <a:spLocks noGrp="1"/>
          </p:cNvSpPr>
          <p:nvPr>
            <p:ph type="body" idx="1"/>
          </p:nvPr>
        </p:nvSpPr>
        <p:spPr>
          <a:xfrm>
            <a:off x="609441"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2" name="Google Shape;302;p195"/>
          <p:cNvSpPr txBox="1">
            <a:spLocks noGrp="1"/>
          </p:cNvSpPr>
          <p:nvPr>
            <p:ph type="body" idx="2"/>
          </p:nvPr>
        </p:nvSpPr>
        <p:spPr>
          <a:xfrm>
            <a:off x="6195986"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3" name="Google Shape;303;p19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4" name="Google Shape;304;p19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5" name="Google Shape;305;p19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06"/>
        <p:cNvGrpSpPr/>
        <p:nvPr/>
      </p:nvGrpSpPr>
      <p:grpSpPr>
        <a:xfrm>
          <a:off x="0" y="0"/>
          <a:ext cx="0" cy="0"/>
          <a:chOff x="0" y="0"/>
          <a:chExt cx="0" cy="0"/>
        </a:xfrm>
      </p:grpSpPr>
      <p:sp>
        <p:nvSpPr>
          <p:cNvPr id="307" name="Google Shape;307;p196"/>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36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8" name="Google Shape;308;p196"/>
          <p:cNvSpPr txBox="1">
            <a:spLocks noGrp="1"/>
          </p:cNvSpPr>
          <p:nvPr>
            <p:ph type="body" idx="1"/>
          </p:nvPr>
        </p:nvSpPr>
        <p:spPr>
          <a:xfrm>
            <a:off x="609441" y="1535113"/>
            <a:ext cx="5385514"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09" name="Google Shape;309;p196"/>
          <p:cNvSpPr txBox="1">
            <a:spLocks noGrp="1"/>
          </p:cNvSpPr>
          <p:nvPr>
            <p:ph type="body" idx="2"/>
          </p:nvPr>
        </p:nvSpPr>
        <p:spPr>
          <a:xfrm>
            <a:off x="609441" y="2174875"/>
            <a:ext cx="5385514"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0" name="Google Shape;310;p196"/>
          <p:cNvSpPr txBox="1">
            <a:spLocks noGrp="1"/>
          </p:cNvSpPr>
          <p:nvPr>
            <p:ph type="body" idx="3"/>
          </p:nvPr>
        </p:nvSpPr>
        <p:spPr>
          <a:xfrm>
            <a:off x="6191756" y="1535113"/>
            <a:ext cx="5387630"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11" name="Google Shape;311;p196"/>
          <p:cNvSpPr txBox="1">
            <a:spLocks noGrp="1"/>
          </p:cNvSpPr>
          <p:nvPr>
            <p:ph type="body" idx="4"/>
          </p:nvPr>
        </p:nvSpPr>
        <p:spPr>
          <a:xfrm>
            <a:off x="6191756" y="2174875"/>
            <a:ext cx="5387630"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2" name="Google Shape;312;p19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3" name="Google Shape;313;p19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4" name="Google Shape;314;p19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15"/>
        <p:cNvGrpSpPr/>
        <p:nvPr/>
      </p:nvGrpSpPr>
      <p:grpSpPr>
        <a:xfrm>
          <a:off x="0" y="0"/>
          <a:ext cx="0" cy="0"/>
          <a:chOff x="0" y="0"/>
          <a:chExt cx="0" cy="0"/>
        </a:xfrm>
      </p:grpSpPr>
      <p:sp>
        <p:nvSpPr>
          <p:cNvPr id="316" name="Google Shape;316;p19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7" name="Google Shape;317;p19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8" name="Google Shape;318;p197"/>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19"/>
        <p:cNvGrpSpPr/>
        <p:nvPr/>
      </p:nvGrpSpPr>
      <p:grpSpPr>
        <a:xfrm>
          <a:off x="0" y="0"/>
          <a:ext cx="0" cy="0"/>
          <a:chOff x="0" y="0"/>
          <a:chExt cx="0" cy="0"/>
        </a:xfrm>
      </p:grpSpPr>
      <p:sp>
        <p:nvSpPr>
          <p:cNvPr id="320" name="Google Shape;320;p198"/>
          <p:cNvSpPr txBox="1">
            <a:spLocks noGrp="1"/>
          </p:cNvSpPr>
          <p:nvPr>
            <p:ph type="title"/>
          </p:nvPr>
        </p:nvSpPr>
        <p:spPr>
          <a:xfrm>
            <a:off x="609443" y="273049"/>
            <a:ext cx="4010039" cy="1162051"/>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198"/>
          <p:cNvSpPr txBox="1">
            <a:spLocks noGrp="1"/>
          </p:cNvSpPr>
          <p:nvPr>
            <p:ph type="body" idx="1"/>
          </p:nvPr>
        </p:nvSpPr>
        <p:spPr>
          <a:xfrm>
            <a:off x="4765492" y="273052"/>
            <a:ext cx="6813892" cy="5853113"/>
          </a:xfrm>
          <a:prstGeom prst="rect">
            <a:avLst/>
          </a:prstGeom>
          <a:noFill/>
          <a:ln>
            <a:noFill/>
          </a:ln>
        </p:spPr>
        <p:txBody>
          <a:bodyPr spcFirstLastPara="1" wrap="square" lIns="121875" tIns="60925" rIns="121875" bIns="60925" anchor="t" anchorCtr="0">
            <a:normAutofit/>
          </a:bodyPr>
          <a:lstStyle>
            <a:lvl1pPr marL="457200" lvl="0" indent="-501650" algn="l">
              <a:spcBef>
                <a:spcPts val="860"/>
              </a:spcBef>
              <a:spcAft>
                <a:spcPts val="0"/>
              </a:spcAft>
              <a:buClr>
                <a:schemeClr val="dk1"/>
              </a:buClr>
              <a:buSzPts val="4300"/>
              <a:buChar char="•"/>
              <a:defRPr sz="4300"/>
            </a:lvl1pPr>
            <a:lvl2pPr marL="914400" lvl="1" indent="-463550" algn="l">
              <a:spcBef>
                <a:spcPts val="740"/>
              </a:spcBef>
              <a:spcAft>
                <a:spcPts val="0"/>
              </a:spcAft>
              <a:buClr>
                <a:schemeClr val="dk1"/>
              </a:buClr>
              <a:buSzPts val="3700"/>
              <a:buChar char="–"/>
              <a:defRPr sz="3700"/>
            </a:lvl2pPr>
            <a:lvl3pPr marL="1371600" lvl="2" indent="-431800" algn="l">
              <a:spcBef>
                <a:spcPts val="640"/>
              </a:spcBef>
              <a:spcAft>
                <a:spcPts val="0"/>
              </a:spcAft>
              <a:buClr>
                <a:schemeClr val="dk1"/>
              </a:buClr>
              <a:buSzPts val="3200"/>
              <a:buChar char="•"/>
              <a:defRPr sz="3200"/>
            </a:lvl3pPr>
            <a:lvl4pPr marL="1828800" lvl="3" indent="-400050" algn="l">
              <a:spcBef>
                <a:spcPts val="540"/>
              </a:spcBef>
              <a:spcAft>
                <a:spcPts val="0"/>
              </a:spcAft>
              <a:buClr>
                <a:schemeClr val="dk1"/>
              </a:buClr>
              <a:buSzPts val="2700"/>
              <a:buChar char="–"/>
              <a:defRPr sz="2700"/>
            </a:lvl4pPr>
            <a:lvl5pPr marL="2286000" lvl="4" indent="-400050" algn="l">
              <a:spcBef>
                <a:spcPts val="540"/>
              </a:spcBef>
              <a:spcAft>
                <a:spcPts val="0"/>
              </a:spcAft>
              <a:buClr>
                <a:schemeClr val="dk1"/>
              </a:buClr>
              <a:buSzPts val="2700"/>
              <a:buChar char="»"/>
              <a:defRPr sz="2700"/>
            </a:lvl5pPr>
            <a:lvl6pPr marL="2743200" lvl="5" indent="-400050" algn="l">
              <a:spcBef>
                <a:spcPts val="540"/>
              </a:spcBef>
              <a:spcAft>
                <a:spcPts val="0"/>
              </a:spcAft>
              <a:buClr>
                <a:schemeClr val="dk1"/>
              </a:buClr>
              <a:buSzPts val="2700"/>
              <a:buChar char="•"/>
              <a:defRPr sz="2700"/>
            </a:lvl6pPr>
            <a:lvl7pPr marL="3200400" lvl="6" indent="-400050" algn="l">
              <a:spcBef>
                <a:spcPts val="540"/>
              </a:spcBef>
              <a:spcAft>
                <a:spcPts val="0"/>
              </a:spcAft>
              <a:buClr>
                <a:schemeClr val="dk1"/>
              </a:buClr>
              <a:buSzPts val="2700"/>
              <a:buChar char="•"/>
              <a:defRPr sz="2700"/>
            </a:lvl7pPr>
            <a:lvl8pPr marL="3657600" lvl="7" indent="-400050" algn="l">
              <a:spcBef>
                <a:spcPts val="540"/>
              </a:spcBef>
              <a:spcAft>
                <a:spcPts val="0"/>
              </a:spcAft>
              <a:buClr>
                <a:schemeClr val="dk1"/>
              </a:buClr>
              <a:buSzPts val="2700"/>
              <a:buChar char="•"/>
              <a:defRPr sz="2700"/>
            </a:lvl8pPr>
            <a:lvl9pPr marL="4114800" lvl="8" indent="-400050" algn="l">
              <a:spcBef>
                <a:spcPts val="540"/>
              </a:spcBef>
              <a:spcAft>
                <a:spcPts val="0"/>
              </a:spcAft>
              <a:buClr>
                <a:schemeClr val="dk1"/>
              </a:buClr>
              <a:buSzPts val="2700"/>
              <a:buChar char="•"/>
              <a:defRPr sz="2700"/>
            </a:lvl9pPr>
          </a:lstStyle>
          <a:p>
            <a:endParaRPr/>
          </a:p>
        </p:txBody>
      </p:sp>
      <p:sp>
        <p:nvSpPr>
          <p:cNvPr id="322" name="Google Shape;322;p198"/>
          <p:cNvSpPr txBox="1">
            <a:spLocks noGrp="1"/>
          </p:cNvSpPr>
          <p:nvPr>
            <p:ph type="body" idx="2"/>
          </p:nvPr>
        </p:nvSpPr>
        <p:spPr>
          <a:xfrm>
            <a:off x="609443" y="1435102"/>
            <a:ext cx="4010039" cy="46910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23" name="Google Shape;323;p19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4" name="Google Shape;324;p19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5" name="Google Shape;325;p198"/>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326"/>
        <p:cNvGrpSpPr/>
        <p:nvPr/>
      </p:nvGrpSpPr>
      <p:grpSpPr>
        <a:xfrm>
          <a:off x="0" y="0"/>
          <a:ext cx="0" cy="0"/>
          <a:chOff x="0" y="0"/>
          <a:chExt cx="0" cy="0"/>
        </a:xfrm>
      </p:grpSpPr>
      <p:sp>
        <p:nvSpPr>
          <p:cNvPr id="327" name="Google Shape;327;p199"/>
          <p:cNvSpPr txBox="1">
            <a:spLocks noGrp="1"/>
          </p:cNvSpPr>
          <p:nvPr>
            <p:ph type="title"/>
          </p:nvPr>
        </p:nvSpPr>
        <p:spPr>
          <a:xfrm>
            <a:off x="2389095" y="4800600"/>
            <a:ext cx="7313295" cy="566739"/>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8" name="Google Shape;328;p199"/>
          <p:cNvSpPr>
            <a:spLocks noGrp="1"/>
          </p:cNvSpPr>
          <p:nvPr>
            <p:ph type="pic" idx="2"/>
          </p:nvPr>
        </p:nvSpPr>
        <p:spPr>
          <a:xfrm>
            <a:off x="2389095" y="612775"/>
            <a:ext cx="7313295" cy="4114800"/>
          </a:xfrm>
          <a:prstGeom prst="rect">
            <a:avLst/>
          </a:prstGeom>
          <a:noFill/>
          <a:ln>
            <a:noFill/>
          </a:ln>
        </p:spPr>
      </p:sp>
      <p:sp>
        <p:nvSpPr>
          <p:cNvPr id="329" name="Google Shape;329;p199"/>
          <p:cNvSpPr txBox="1">
            <a:spLocks noGrp="1"/>
          </p:cNvSpPr>
          <p:nvPr>
            <p:ph type="body" idx="1"/>
          </p:nvPr>
        </p:nvSpPr>
        <p:spPr>
          <a:xfrm>
            <a:off x="2389095" y="5367338"/>
            <a:ext cx="7313295" cy="8048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30" name="Google Shape;330;p19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1" name="Google Shape;331;p19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2" name="Google Shape;332;p199"/>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333"/>
        <p:cNvGrpSpPr/>
        <p:nvPr/>
      </p:nvGrpSpPr>
      <p:grpSpPr>
        <a:xfrm>
          <a:off x="0" y="0"/>
          <a:ext cx="0" cy="0"/>
          <a:chOff x="0" y="0"/>
          <a:chExt cx="0" cy="0"/>
        </a:xfrm>
      </p:grpSpPr>
      <p:sp>
        <p:nvSpPr>
          <p:cNvPr id="334" name="Google Shape;334;p200"/>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5" name="Google Shape;335;p200"/>
          <p:cNvSpPr txBox="1">
            <a:spLocks noGrp="1"/>
          </p:cNvSpPr>
          <p:nvPr>
            <p:ph type="body" idx="1"/>
          </p:nvPr>
        </p:nvSpPr>
        <p:spPr>
          <a:xfrm rot="5400000">
            <a:off x="3600543" y="-1852677"/>
            <a:ext cx="4987739" cy="10969943"/>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36" name="Google Shape;336;p20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7" name="Google Shape;337;p20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8" name="Google Shape;338;p200"/>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339"/>
        <p:cNvGrpSpPr/>
        <p:nvPr/>
      </p:nvGrpSpPr>
      <p:grpSpPr>
        <a:xfrm>
          <a:off x="0" y="0"/>
          <a:ext cx="0" cy="0"/>
          <a:chOff x="0" y="0"/>
          <a:chExt cx="0" cy="0"/>
        </a:xfrm>
      </p:grpSpPr>
      <p:sp>
        <p:nvSpPr>
          <p:cNvPr id="340" name="Google Shape;340;p201"/>
          <p:cNvSpPr txBox="1">
            <a:spLocks noGrp="1"/>
          </p:cNvSpPr>
          <p:nvPr>
            <p:ph type="title"/>
          </p:nvPr>
        </p:nvSpPr>
        <p:spPr>
          <a:xfrm rot="5400000">
            <a:off x="7282379" y="1829159"/>
            <a:ext cx="5851525" cy="2742486"/>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1" name="Google Shape;341;p201"/>
          <p:cNvSpPr txBox="1">
            <a:spLocks noGrp="1"/>
          </p:cNvSpPr>
          <p:nvPr>
            <p:ph type="body" idx="1"/>
          </p:nvPr>
        </p:nvSpPr>
        <p:spPr>
          <a:xfrm rot="5400000">
            <a:off x="1695834" y="-811754"/>
            <a:ext cx="5851525" cy="8024310"/>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42" name="Google Shape;342;p20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3" name="Google Shape;343;p20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4" name="Google Shape;344;p201"/>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40_Full Blank">
  <p:cSld name="40_Full Blank">
    <p:spTree>
      <p:nvGrpSpPr>
        <p:cNvPr id="1" name="Shape 345"/>
        <p:cNvGrpSpPr/>
        <p:nvPr/>
      </p:nvGrpSpPr>
      <p:grpSpPr>
        <a:xfrm>
          <a:off x="0" y="0"/>
          <a:ext cx="0" cy="0"/>
          <a:chOff x="0" y="0"/>
          <a:chExt cx="0" cy="0"/>
        </a:xfrm>
      </p:grpSpPr>
      <p:sp>
        <p:nvSpPr>
          <p:cNvPr id="346" name="Google Shape;346;p202"/>
          <p:cNvSpPr/>
          <p:nvPr/>
        </p:nvSpPr>
        <p:spPr>
          <a:xfrm>
            <a:off x="0" y="-981"/>
            <a:ext cx="12188825" cy="6867857"/>
          </a:xfrm>
          <a:prstGeom prst="rect">
            <a:avLst/>
          </a:prstGeom>
          <a:solidFill>
            <a:srgbClr val="262626">
              <a:alpha val="96862"/>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47" name="Google Shape;347;p202"/>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nvGrpSpPr>
          <p:cNvPr id="348" name="Google Shape;348;p202"/>
          <p:cNvGrpSpPr/>
          <p:nvPr/>
        </p:nvGrpSpPr>
        <p:grpSpPr>
          <a:xfrm>
            <a:off x="531756" y="6037713"/>
            <a:ext cx="495031" cy="493336"/>
            <a:chOff x="5489575" y="1343025"/>
            <a:chExt cx="1724025" cy="1717676"/>
          </a:xfrm>
        </p:grpSpPr>
        <p:sp>
          <p:nvSpPr>
            <p:cNvPr id="349" name="Google Shape;349;p202"/>
            <p:cNvSpPr/>
            <p:nvPr/>
          </p:nvSpPr>
          <p:spPr>
            <a:xfrm>
              <a:off x="6137275" y="1343025"/>
              <a:ext cx="1076325" cy="1074738"/>
            </a:xfrm>
            <a:prstGeom prst="ellipse">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0" name="Google Shape;350;p202"/>
            <p:cNvSpPr/>
            <p:nvPr/>
          </p:nvSpPr>
          <p:spPr>
            <a:xfrm>
              <a:off x="5489575" y="2201863"/>
              <a:ext cx="754063" cy="754063"/>
            </a:xfrm>
            <a:custGeom>
              <a:avLst/>
              <a:gdLst/>
              <a:ahLst/>
              <a:cxnLst/>
              <a:rect l="l" t="t" r="r" b="b"/>
              <a:pathLst>
                <a:path w="199" h="199" extrusionOk="0">
                  <a:moveTo>
                    <a:pt x="100" y="0"/>
                  </a:moveTo>
                  <a:cubicBezTo>
                    <a:pt x="45" y="0"/>
                    <a:pt x="0" y="45"/>
                    <a:pt x="0" y="100"/>
                  </a:cubicBezTo>
                  <a:cubicBezTo>
                    <a:pt x="0" y="154"/>
                    <a:pt x="45" y="199"/>
                    <a:pt x="100" y="199"/>
                  </a:cubicBezTo>
                  <a:cubicBezTo>
                    <a:pt x="154" y="199"/>
                    <a:pt x="199" y="154"/>
                    <a:pt x="199" y="100"/>
                  </a:cubicBezTo>
                  <a:cubicBezTo>
                    <a:pt x="199" y="45"/>
                    <a:pt x="154" y="0"/>
                    <a:pt x="100" y="0"/>
                  </a:cubicBezTo>
                  <a:close/>
                  <a:moveTo>
                    <a:pt x="100" y="171"/>
                  </a:moveTo>
                  <a:cubicBezTo>
                    <a:pt x="60" y="171"/>
                    <a:pt x="29" y="139"/>
                    <a:pt x="29" y="100"/>
                  </a:cubicBezTo>
                  <a:cubicBezTo>
                    <a:pt x="29" y="60"/>
                    <a:pt x="60" y="28"/>
                    <a:pt x="100" y="28"/>
                  </a:cubicBezTo>
                  <a:cubicBezTo>
                    <a:pt x="139" y="28"/>
                    <a:pt x="171" y="60"/>
                    <a:pt x="171" y="100"/>
                  </a:cubicBezTo>
                  <a:cubicBezTo>
                    <a:pt x="171" y="139"/>
                    <a:pt x="139" y="171"/>
                    <a:pt x="100" y="171"/>
                  </a:cubicBezTo>
                  <a:close/>
                  <a:moveTo>
                    <a:pt x="100" y="171"/>
                  </a:moveTo>
                  <a:cubicBezTo>
                    <a:pt x="100" y="171"/>
                    <a:pt x="100" y="171"/>
                    <a:pt x="100" y="171"/>
                  </a:cubicBezTo>
                </a:path>
              </a:pathLst>
            </a:custGeom>
            <a:solidFill>
              <a:srgbClr val="D8D8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1" name="Google Shape;351;p202"/>
            <p:cNvSpPr/>
            <p:nvPr/>
          </p:nvSpPr>
          <p:spPr>
            <a:xfrm>
              <a:off x="6459538" y="2633663"/>
              <a:ext cx="431800" cy="427038"/>
            </a:xfrm>
            <a:custGeom>
              <a:avLst/>
              <a:gdLst/>
              <a:ahLst/>
              <a:cxnLst/>
              <a:rect l="l" t="t" r="r" b="b"/>
              <a:pathLst>
                <a:path w="114" h="113" extrusionOk="0">
                  <a:moveTo>
                    <a:pt x="57" y="0"/>
                  </a:moveTo>
                  <a:cubicBezTo>
                    <a:pt x="25" y="0"/>
                    <a:pt x="0" y="25"/>
                    <a:pt x="0" y="57"/>
                  </a:cubicBezTo>
                  <a:cubicBezTo>
                    <a:pt x="0" y="88"/>
                    <a:pt x="25" y="113"/>
                    <a:pt x="57" y="113"/>
                  </a:cubicBezTo>
                  <a:cubicBezTo>
                    <a:pt x="88" y="113"/>
                    <a:pt x="114" y="88"/>
                    <a:pt x="114" y="57"/>
                  </a:cubicBezTo>
                  <a:cubicBezTo>
                    <a:pt x="114" y="25"/>
                    <a:pt x="88" y="0"/>
                    <a:pt x="57" y="0"/>
                  </a:cubicBezTo>
                  <a:close/>
                  <a:moveTo>
                    <a:pt x="57" y="85"/>
                  </a:moveTo>
                  <a:cubicBezTo>
                    <a:pt x="41" y="85"/>
                    <a:pt x="28" y="72"/>
                    <a:pt x="28" y="57"/>
                  </a:cubicBezTo>
                  <a:cubicBezTo>
                    <a:pt x="28" y="41"/>
                    <a:pt x="41" y="28"/>
                    <a:pt x="57" y="28"/>
                  </a:cubicBezTo>
                  <a:cubicBezTo>
                    <a:pt x="73" y="28"/>
                    <a:pt x="85" y="41"/>
                    <a:pt x="85" y="57"/>
                  </a:cubicBezTo>
                  <a:cubicBezTo>
                    <a:pt x="85" y="72"/>
                    <a:pt x="73" y="85"/>
                    <a:pt x="57" y="85"/>
                  </a:cubicBezTo>
                  <a:close/>
                  <a:moveTo>
                    <a:pt x="57" y="85"/>
                  </a:moveTo>
                  <a:cubicBezTo>
                    <a:pt x="57" y="85"/>
                    <a:pt x="57" y="85"/>
                    <a:pt x="57" y="85"/>
                  </a:cubicBezTo>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grpSp>
      <p:sp>
        <p:nvSpPr>
          <p:cNvPr id="352" name="Google Shape;352;p202"/>
          <p:cNvSpPr>
            <a:spLocks noGrp="1"/>
          </p:cNvSpPr>
          <p:nvPr>
            <p:ph type="pic" idx="2"/>
          </p:nvPr>
        </p:nvSpPr>
        <p:spPr>
          <a:xfrm>
            <a:off x="4148224" y="1443883"/>
            <a:ext cx="1398803" cy="1564773"/>
          </a:xfrm>
          <a:prstGeom prst="rect">
            <a:avLst/>
          </a:prstGeom>
          <a:noFill/>
          <a:ln>
            <a:noFill/>
          </a:ln>
        </p:spPr>
      </p:sp>
      <p:sp>
        <p:nvSpPr>
          <p:cNvPr id="353" name="Google Shape;353;p202"/>
          <p:cNvSpPr>
            <a:spLocks noGrp="1"/>
          </p:cNvSpPr>
          <p:nvPr>
            <p:ph type="pic" idx="3"/>
          </p:nvPr>
        </p:nvSpPr>
        <p:spPr>
          <a:xfrm>
            <a:off x="941890" y="3346175"/>
            <a:ext cx="752211" cy="841303"/>
          </a:xfrm>
          <a:prstGeom prst="rect">
            <a:avLst/>
          </a:prstGeom>
          <a:noFill/>
          <a:ln>
            <a:noFill/>
          </a:ln>
        </p:spPr>
      </p:sp>
      <p:sp>
        <p:nvSpPr>
          <p:cNvPr id="354" name="Google Shape;354;p202"/>
          <p:cNvSpPr>
            <a:spLocks noGrp="1"/>
          </p:cNvSpPr>
          <p:nvPr>
            <p:ph type="pic" idx="4"/>
          </p:nvPr>
        </p:nvSpPr>
        <p:spPr>
          <a:xfrm>
            <a:off x="2116623" y="2548677"/>
            <a:ext cx="2843864" cy="3181350"/>
          </a:xfrm>
          <a:prstGeom prst="rect">
            <a:avLst/>
          </a:prstGeom>
          <a:noFill/>
          <a:ln>
            <a:noFill/>
          </a:ln>
        </p:spPr>
      </p:sp>
      <p:grpSp>
        <p:nvGrpSpPr>
          <p:cNvPr id="355" name="Google Shape;355;p202"/>
          <p:cNvGrpSpPr/>
          <p:nvPr/>
        </p:nvGrpSpPr>
        <p:grpSpPr>
          <a:xfrm>
            <a:off x="0" y="6658753"/>
            <a:ext cx="12188825" cy="208124"/>
            <a:chOff x="0" y="6606540"/>
            <a:chExt cx="11430000" cy="251459"/>
          </a:xfrm>
        </p:grpSpPr>
        <p:sp>
          <p:nvSpPr>
            <p:cNvPr id="356" name="Google Shape;356;p202"/>
            <p:cNvSpPr/>
            <p:nvPr/>
          </p:nvSpPr>
          <p:spPr>
            <a:xfrm>
              <a:off x="0" y="6606540"/>
              <a:ext cx="2286000" cy="251459"/>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7" name="Google Shape;357;p202"/>
            <p:cNvSpPr/>
            <p:nvPr/>
          </p:nvSpPr>
          <p:spPr>
            <a:xfrm>
              <a:off x="2286000" y="6606540"/>
              <a:ext cx="2286000" cy="251459"/>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8" name="Google Shape;358;p202"/>
            <p:cNvSpPr/>
            <p:nvPr/>
          </p:nvSpPr>
          <p:spPr>
            <a:xfrm>
              <a:off x="4572000" y="6606540"/>
              <a:ext cx="2286000" cy="2514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9" name="Google Shape;359;p202"/>
            <p:cNvSpPr/>
            <p:nvPr/>
          </p:nvSpPr>
          <p:spPr>
            <a:xfrm>
              <a:off x="6858000" y="6606540"/>
              <a:ext cx="2286000" cy="251459"/>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60" name="Google Shape;360;p202"/>
            <p:cNvSpPr/>
            <p:nvPr/>
          </p:nvSpPr>
          <p:spPr>
            <a:xfrm>
              <a:off x="9144000" y="6606540"/>
              <a:ext cx="2286000" cy="251459"/>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39_Full Blank">
  <p:cSld name="39_Full Blank">
    <p:spTree>
      <p:nvGrpSpPr>
        <p:cNvPr id="1" name="Shape 361"/>
        <p:cNvGrpSpPr/>
        <p:nvPr/>
      </p:nvGrpSpPr>
      <p:grpSpPr>
        <a:xfrm>
          <a:off x="0" y="0"/>
          <a:ext cx="0" cy="0"/>
          <a:chOff x="0" y="0"/>
          <a:chExt cx="0" cy="0"/>
        </a:xfrm>
      </p:grpSpPr>
      <p:sp>
        <p:nvSpPr>
          <p:cNvPr id="362" name="Google Shape;362;p203"/>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710825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245349110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78282569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324134753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9266656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31914160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22504774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4523093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6/9/2026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66395774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359946853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23096757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86378C3B-E184-A1ED-97D3-9127CD494699}"/>
              </a:ext>
            </a:extLst>
          </p:cNvPr>
          <p:cNvSpPr>
            <a:spLocks noGrp="1"/>
          </p:cNvSpPr>
          <p:nvPr>
            <p:ph type="pic" sz="quarter" idx="10"/>
          </p:nvPr>
        </p:nvSpPr>
        <p:spPr>
          <a:xfrm>
            <a:off x="6306710" y="1325486"/>
            <a:ext cx="5002372" cy="4247185"/>
          </a:xfrm>
          <a:custGeom>
            <a:avLst/>
            <a:gdLst>
              <a:gd name="connsiteX0" fmla="*/ 2017799 w 5003675"/>
              <a:gd name="connsiteY0" fmla="*/ 3 h 4247185"/>
              <a:gd name="connsiteX1" fmla="*/ 2666935 w 5003675"/>
              <a:gd name="connsiteY1" fmla="*/ 270746 h 4247185"/>
              <a:gd name="connsiteX2" fmla="*/ 5003675 w 5003675"/>
              <a:gd name="connsiteY2" fmla="*/ 2618943 h 4247185"/>
              <a:gd name="connsiteX3" fmla="*/ 3636329 w 5003675"/>
              <a:gd name="connsiteY3" fmla="*/ 3979618 h 4247185"/>
              <a:gd name="connsiteX4" fmla="*/ 2336740 w 5003675"/>
              <a:gd name="connsiteY4" fmla="*/ 3976439 h 4247185"/>
              <a:gd name="connsiteX5" fmla="*/ 0 w 5003675"/>
              <a:gd name="connsiteY5" fmla="*/ 1628243 h 4247185"/>
              <a:gd name="connsiteX6" fmla="*/ 1367347 w 5003675"/>
              <a:gd name="connsiteY6" fmla="*/ 267568 h 4247185"/>
              <a:gd name="connsiteX7" fmla="*/ 2017799 w 5003675"/>
              <a:gd name="connsiteY7" fmla="*/ 3 h 4247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003675" h="4247185">
                <a:moveTo>
                  <a:pt x="2017799" y="3"/>
                </a:moveTo>
                <a:cubicBezTo>
                  <a:pt x="2252978" y="578"/>
                  <a:pt x="2487938" y="90871"/>
                  <a:pt x="2666935" y="270746"/>
                </a:cubicBezTo>
                <a:lnTo>
                  <a:pt x="5003675" y="2618943"/>
                </a:lnTo>
                <a:lnTo>
                  <a:pt x="3636329" y="3979618"/>
                </a:lnTo>
                <a:cubicBezTo>
                  <a:pt x="3276579" y="4337612"/>
                  <a:pt x="2694734" y="4336189"/>
                  <a:pt x="2336740" y="3976439"/>
                </a:cubicBezTo>
                <a:lnTo>
                  <a:pt x="0" y="1628243"/>
                </a:lnTo>
                <a:lnTo>
                  <a:pt x="1367347" y="267568"/>
                </a:lnTo>
                <a:cubicBezTo>
                  <a:pt x="1547222" y="88571"/>
                  <a:pt x="1782620" y="-572"/>
                  <a:pt x="2017799" y="3"/>
                </a:cubicBezTo>
                <a:close/>
              </a:path>
            </a:pathLst>
          </a:custGeom>
        </p:spPr>
        <p:txBody>
          <a:bodyPr wrap="square">
            <a:noAutofit/>
          </a:bodyPr>
          <a:lstStyle/>
          <a:p>
            <a:endParaRPr lang="en-PK"/>
          </a:p>
        </p:txBody>
      </p:sp>
    </p:spTree>
    <p:extLst>
      <p:ext uri="{BB962C8B-B14F-4D97-AF65-F5344CB8AC3E}">
        <p14:creationId xmlns:p14="http://schemas.microsoft.com/office/powerpoint/2010/main" val="145423824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CE35D361-ABEE-D79C-865F-AA6BA02832C6}"/>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414881939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6C5DDD57-31F3-A936-88B6-B56E3475F2DD}"/>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11" name="Picture Placeholder 10">
            <a:extLst>
              <a:ext uri="{FF2B5EF4-FFF2-40B4-BE49-F238E27FC236}">
                <a16:creationId xmlns:a16="http://schemas.microsoft.com/office/drawing/2014/main" id="{45E843CF-E274-2A06-E086-3AB252A4C96D}"/>
              </a:ext>
            </a:extLst>
          </p:cNvPr>
          <p:cNvSpPr>
            <a:spLocks noGrp="1"/>
          </p:cNvSpPr>
          <p:nvPr>
            <p:ph type="pic" sz="quarter" idx="11"/>
          </p:nvPr>
        </p:nvSpPr>
        <p:spPr>
          <a:xfrm>
            <a:off x="7017008" y="680012"/>
            <a:ext cx="4191362" cy="5497976"/>
          </a:xfrm>
          <a:custGeom>
            <a:avLst/>
            <a:gdLst>
              <a:gd name="connsiteX0" fmla="*/ 2096227 w 4192454"/>
              <a:gd name="connsiteY0" fmla="*/ 0 h 5497976"/>
              <a:gd name="connsiteX1" fmla="*/ 4192454 w 4192454"/>
              <a:gd name="connsiteY1" fmla="*/ 0 h 5497976"/>
              <a:gd name="connsiteX2" fmla="*/ 4192454 w 4192454"/>
              <a:gd name="connsiteY2" fmla="*/ 3401749 h 5497976"/>
              <a:gd name="connsiteX3" fmla="*/ 2096227 w 4192454"/>
              <a:gd name="connsiteY3" fmla="*/ 5497976 h 5497976"/>
              <a:gd name="connsiteX4" fmla="*/ 0 w 4192454"/>
              <a:gd name="connsiteY4" fmla="*/ 5497976 h 5497976"/>
              <a:gd name="connsiteX5" fmla="*/ 0 w 4192454"/>
              <a:gd name="connsiteY5" fmla="*/ 2096227 h 5497976"/>
              <a:gd name="connsiteX6" fmla="*/ 2096227 w 4192454"/>
              <a:gd name="connsiteY6" fmla="*/ 0 h 54979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92454" h="5497976">
                <a:moveTo>
                  <a:pt x="2096227" y="0"/>
                </a:moveTo>
                <a:lnTo>
                  <a:pt x="4192454" y="0"/>
                </a:lnTo>
                <a:lnTo>
                  <a:pt x="4192454" y="3401749"/>
                </a:lnTo>
                <a:cubicBezTo>
                  <a:pt x="4192454" y="4559463"/>
                  <a:pt x="3253941" y="5497976"/>
                  <a:pt x="2096227" y="5497976"/>
                </a:cubicBezTo>
                <a:lnTo>
                  <a:pt x="0" y="5497976"/>
                </a:lnTo>
                <a:lnTo>
                  <a:pt x="0" y="2096227"/>
                </a:lnTo>
                <a:cubicBezTo>
                  <a:pt x="0" y="938513"/>
                  <a:pt x="938513" y="0"/>
                  <a:pt x="2096227" y="0"/>
                </a:cubicBezTo>
                <a:close/>
              </a:path>
            </a:pathLst>
          </a:custGeom>
        </p:spPr>
        <p:txBody>
          <a:bodyPr wrap="square">
            <a:noAutofit/>
          </a:bodyPr>
          <a:lstStyle/>
          <a:p>
            <a:endParaRPr lang="en-PK"/>
          </a:p>
        </p:txBody>
      </p:sp>
    </p:spTree>
    <p:extLst>
      <p:ext uri="{BB962C8B-B14F-4D97-AF65-F5344CB8AC3E}">
        <p14:creationId xmlns:p14="http://schemas.microsoft.com/office/powerpoint/2010/main" val="80536416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7EF7B7BF-954B-E717-9848-38C7072F5E5F}"/>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12" name="Picture Placeholder 11">
            <a:extLst>
              <a:ext uri="{FF2B5EF4-FFF2-40B4-BE49-F238E27FC236}">
                <a16:creationId xmlns:a16="http://schemas.microsoft.com/office/drawing/2014/main" id="{2693CE21-91E7-2D69-9690-1A156A79573C}"/>
              </a:ext>
            </a:extLst>
          </p:cNvPr>
          <p:cNvSpPr>
            <a:spLocks noGrp="1"/>
          </p:cNvSpPr>
          <p:nvPr>
            <p:ph type="pic" sz="quarter" idx="11"/>
          </p:nvPr>
        </p:nvSpPr>
        <p:spPr>
          <a:xfrm>
            <a:off x="839569" y="3871154"/>
            <a:ext cx="4992554" cy="2676124"/>
          </a:xfrm>
          <a:custGeom>
            <a:avLst/>
            <a:gdLst>
              <a:gd name="connsiteX0" fmla="*/ 446030 w 4993854"/>
              <a:gd name="connsiteY0" fmla="*/ 0 h 2676124"/>
              <a:gd name="connsiteX1" fmla="*/ 4993854 w 4993854"/>
              <a:gd name="connsiteY1" fmla="*/ 0 h 2676124"/>
              <a:gd name="connsiteX2" fmla="*/ 4993854 w 4993854"/>
              <a:gd name="connsiteY2" fmla="*/ 2230094 h 2676124"/>
              <a:gd name="connsiteX3" fmla="*/ 4547824 w 4993854"/>
              <a:gd name="connsiteY3" fmla="*/ 2676124 h 2676124"/>
              <a:gd name="connsiteX4" fmla="*/ 0 w 4993854"/>
              <a:gd name="connsiteY4" fmla="*/ 2676124 h 2676124"/>
              <a:gd name="connsiteX5" fmla="*/ 0 w 4993854"/>
              <a:gd name="connsiteY5" fmla="*/ 446030 h 2676124"/>
              <a:gd name="connsiteX6" fmla="*/ 446030 w 4993854"/>
              <a:gd name="connsiteY6" fmla="*/ 0 h 2676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3854" h="2676124">
                <a:moveTo>
                  <a:pt x="446030" y="0"/>
                </a:moveTo>
                <a:lnTo>
                  <a:pt x="4993854" y="0"/>
                </a:lnTo>
                <a:lnTo>
                  <a:pt x="4993854" y="2230094"/>
                </a:lnTo>
                <a:cubicBezTo>
                  <a:pt x="4993854" y="2476430"/>
                  <a:pt x="4794160" y="2676124"/>
                  <a:pt x="4547824" y="2676124"/>
                </a:cubicBezTo>
                <a:lnTo>
                  <a:pt x="0" y="2676124"/>
                </a:lnTo>
                <a:lnTo>
                  <a:pt x="0" y="446030"/>
                </a:lnTo>
                <a:cubicBezTo>
                  <a:pt x="0" y="199694"/>
                  <a:pt x="199694" y="0"/>
                  <a:pt x="446030" y="0"/>
                </a:cubicBezTo>
                <a:close/>
              </a:path>
            </a:pathLst>
          </a:custGeom>
        </p:spPr>
        <p:txBody>
          <a:bodyPr wrap="square">
            <a:noAutofit/>
          </a:bodyPr>
          <a:lstStyle/>
          <a:p>
            <a:endParaRPr lang="en-PK"/>
          </a:p>
        </p:txBody>
      </p:sp>
    </p:spTree>
    <p:extLst>
      <p:ext uri="{BB962C8B-B14F-4D97-AF65-F5344CB8AC3E}">
        <p14:creationId xmlns:p14="http://schemas.microsoft.com/office/powerpoint/2010/main" val="278981660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10" name="Text Placeholder 7">
            <a:extLst>
              <a:ext uri="{FF2B5EF4-FFF2-40B4-BE49-F238E27FC236}">
                <a16:creationId xmlns:a16="http://schemas.microsoft.com/office/drawing/2014/main" id="{43F07389-8932-42FB-F708-932E2263F576}"/>
              </a:ext>
            </a:extLst>
          </p:cNvPr>
          <p:cNvSpPr>
            <a:spLocks noGrp="1"/>
          </p:cNvSpPr>
          <p:nvPr>
            <p:ph type="body" sz="quarter" idx="10"/>
          </p:nvPr>
        </p:nvSpPr>
        <p:spPr>
          <a:xfrm>
            <a:off x="839570" y="2307014"/>
            <a:ext cx="3407233" cy="1121986"/>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58852347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82ADEE87-6030-E1DA-86A9-0872B31F167E}"/>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967952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5" name="Text Placeholder 7">
            <a:extLst>
              <a:ext uri="{FF2B5EF4-FFF2-40B4-BE49-F238E27FC236}">
                <a16:creationId xmlns:a16="http://schemas.microsoft.com/office/drawing/2014/main" id="{5EA10585-713E-0C3F-37FB-777EB8FFEF81}"/>
              </a:ext>
            </a:extLst>
          </p:cNvPr>
          <p:cNvSpPr>
            <a:spLocks noGrp="1"/>
          </p:cNvSpPr>
          <p:nvPr>
            <p:ph type="body" sz="quarter" idx="10"/>
          </p:nvPr>
        </p:nvSpPr>
        <p:spPr>
          <a:xfrm>
            <a:off x="839569" y="971551"/>
            <a:ext cx="5640565"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539593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6C680AFC-5A5D-E566-4767-30630FF921DC}"/>
              </a:ext>
            </a:extLst>
          </p:cNvPr>
          <p:cNvSpPr>
            <a:spLocks noGrp="1"/>
          </p:cNvSpPr>
          <p:nvPr>
            <p:ph type="body" sz="quarter" idx="10"/>
          </p:nvPr>
        </p:nvSpPr>
        <p:spPr>
          <a:xfrm>
            <a:off x="839569" y="971551"/>
            <a:ext cx="7225884"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354775757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52D4ED0-A469-1D30-D0B9-075007FDB1D1}"/>
              </a:ext>
            </a:extLst>
          </p:cNvPr>
          <p:cNvSpPr>
            <a:spLocks noGrp="1"/>
          </p:cNvSpPr>
          <p:nvPr>
            <p:ph type="body" sz="quarter" idx="10"/>
          </p:nvPr>
        </p:nvSpPr>
        <p:spPr>
          <a:xfrm>
            <a:off x="839569" y="1443990"/>
            <a:ext cx="3684954" cy="1077218"/>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9752458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A9D3FF98-2D57-B6D5-34A1-E29FC9D40A22}"/>
              </a:ext>
            </a:extLst>
          </p:cNvPr>
          <p:cNvSpPr>
            <a:spLocks noGrp="1"/>
          </p:cNvSpPr>
          <p:nvPr>
            <p:ph type="body" sz="quarter" idx="10"/>
          </p:nvPr>
        </p:nvSpPr>
        <p:spPr>
          <a:xfrm>
            <a:off x="839569" y="971551"/>
            <a:ext cx="5605271"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88804380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C53A74ED-76FC-8CC0-D7E9-B3BEDEC06882}"/>
              </a:ext>
            </a:extLst>
          </p:cNvPr>
          <p:cNvSpPr>
            <a:spLocks noGrp="1"/>
          </p:cNvSpPr>
          <p:nvPr>
            <p:ph type="body" sz="quarter" idx="10"/>
          </p:nvPr>
        </p:nvSpPr>
        <p:spPr>
          <a:xfrm>
            <a:off x="839569" y="971551"/>
            <a:ext cx="8255762"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54335494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9C9C5D43-2BAE-AA68-28A0-B95983F1434F}"/>
              </a:ext>
            </a:extLst>
          </p:cNvPr>
          <p:cNvSpPr>
            <a:spLocks noGrp="1"/>
          </p:cNvSpPr>
          <p:nvPr>
            <p:ph type="pic" sz="quarter" idx="11"/>
          </p:nvPr>
        </p:nvSpPr>
        <p:spPr>
          <a:xfrm>
            <a:off x="1378858"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7" name="Picture Placeholder 8">
            <a:extLst>
              <a:ext uri="{FF2B5EF4-FFF2-40B4-BE49-F238E27FC236}">
                <a16:creationId xmlns:a16="http://schemas.microsoft.com/office/drawing/2014/main" id="{5C439F7A-5536-B6C0-F563-E47C03FC5E9F}"/>
              </a:ext>
            </a:extLst>
          </p:cNvPr>
          <p:cNvSpPr>
            <a:spLocks noGrp="1"/>
          </p:cNvSpPr>
          <p:nvPr>
            <p:ph type="pic" sz="quarter" idx="12"/>
          </p:nvPr>
        </p:nvSpPr>
        <p:spPr>
          <a:xfrm>
            <a:off x="4093637"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8" name="Picture Placeholder 8">
            <a:extLst>
              <a:ext uri="{FF2B5EF4-FFF2-40B4-BE49-F238E27FC236}">
                <a16:creationId xmlns:a16="http://schemas.microsoft.com/office/drawing/2014/main" id="{CA5EEFA0-64F6-654A-EE27-E4ED44358947}"/>
              </a:ext>
            </a:extLst>
          </p:cNvPr>
          <p:cNvSpPr>
            <a:spLocks noGrp="1"/>
          </p:cNvSpPr>
          <p:nvPr>
            <p:ph type="pic" sz="quarter" idx="13"/>
          </p:nvPr>
        </p:nvSpPr>
        <p:spPr>
          <a:xfrm>
            <a:off x="6808424"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10" name="Picture Placeholder 8">
            <a:extLst>
              <a:ext uri="{FF2B5EF4-FFF2-40B4-BE49-F238E27FC236}">
                <a16:creationId xmlns:a16="http://schemas.microsoft.com/office/drawing/2014/main" id="{B336F180-1189-E865-EC9D-3A737DFE33B9}"/>
              </a:ext>
            </a:extLst>
          </p:cNvPr>
          <p:cNvSpPr>
            <a:spLocks noGrp="1"/>
          </p:cNvSpPr>
          <p:nvPr>
            <p:ph type="pic" sz="quarter" idx="14"/>
          </p:nvPr>
        </p:nvSpPr>
        <p:spPr>
          <a:xfrm>
            <a:off x="9523208"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6" name="Text Placeholder 7">
            <a:extLst>
              <a:ext uri="{FF2B5EF4-FFF2-40B4-BE49-F238E27FC236}">
                <a16:creationId xmlns:a16="http://schemas.microsoft.com/office/drawing/2014/main" id="{A1681684-B50D-931D-5AC8-80568BFA9AC7}"/>
              </a:ext>
            </a:extLst>
          </p:cNvPr>
          <p:cNvSpPr>
            <a:spLocks noGrp="1"/>
          </p:cNvSpPr>
          <p:nvPr>
            <p:ph type="body" sz="quarter" idx="10"/>
          </p:nvPr>
        </p:nvSpPr>
        <p:spPr>
          <a:xfrm>
            <a:off x="839569" y="971551"/>
            <a:ext cx="5941428"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9165101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67BF7C55-2A56-B649-6B81-0CD6A253F1F3}"/>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770D99CB-7D8E-D735-B5D0-393275D617F8}"/>
              </a:ext>
            </a:extLst>
          </p:cNvPr>
          <p:cNvSpPr>
            <a:spLocks noGrp="1"/>
          </p:cNvSpPr>
          <p:nvPr>
            <p:ph type="pic" sz="quarter" idx="11"/>
          </p:nvPr>
        </p:nvSpPr>
        <p:spPr>
          <a:xfrm>
            <a:off x="8175517" y="0"/>
            <a:ext cx="4013310" cy="6858000"/>
          </a:xfrm>
          <a:custGeom>
            <a:avLst/>
            <a:gdLst>
              <a:gd name="connsiteX0" fmla="*/ 0 w 4014355"/>
              <a:gd name="connsiteY0" fmla="*/ 0 h 6858000"/>
              <a:gd name="connsiteX1" fmla="*/ 4014355 w 4014355"/>
              <a:gd name="connsiteY1" fmla="*/ 0 h 6858000"/>
              <a:gd name="connsiteX2" fmla="*/ 4014355 w 4014355"/>
              <a:gd name="connsiteY2" fmla="*/ 6858000 h 6858000"/>
              <a:gd name="connsiteX3" fmla="*/ 0 w 40143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014355" h="6858000">
                <a:moveTo>
                  <a:pt x="0" y="0"/>
                </a:moveTo>
                <a:lnTo>
                  <a:pt x="4014355" y="0"/>
                </a:lnTo>
                <a:lnTo>
                  <a:pt x="4014355" y="6858000"/>
                </a:lnTo>
                <a:lnTo>
                  <a:pt x="0" y="6858000"/>
                </a:lnTo>
                <a:close/>
              </a:path>
            </a:pathLst>
          </a:custGeom>
        </p:spPr>
        <p:txBody>
          <a:bodyPr wrap="square">
            <a:noAutofit/>
          </a:bodyPr>
          <a:lstStyle/>
          <a:p>
            <a:endParaRPr lang="en-PK"/>
          </a:p>
        </p:txBody>
      </p:sp>
    </p:spTree>
    <p:extLst>
      <p:ext uri="{BB962C8B-B14F-4D97-AF65-F5344CB8AC3E}">
        <p14:creationId xmlns:p14="http://schemas.microsoft.com/office/powerpoint/2010/main" val="298211716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BD038D30-D0CE-FB58-3CB7-714B70054F10}"/>
              </a:ext>
            </a:extLst>
          </p:cNvPr>
          <p:cNvSpPr>
            <a:spLocks noGrp="1"/>
          </p:cNvSpPr>
          <p:nvPr>
            <p:ph type="body" sz="quarter" idx="10"/>
          </p:nvPr>
        </p:nvSpPr>
        <p:spPr>
          <a:xfrm>
            <a:off x="839569" y="971551"/>
            <a:ext cx="5803340"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399958852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FFD9CB8F-45B4-E333-AB67-85836ED65CEF}"/>
              </a:ext>
            </a:extLst>
          </p:cNvPr>
          <p:cNvSpPr>
            <a:spLocks noGrp="1"/>
          </p:cNvSpPr>
          <p:nvPr>
            <p:ph type="body" sz="quarter" idx="10"/>
          </p:nvPr>
        </p:nvSpPr>
        <p:spPr>
          <a:xfrm>
            <a:off x="839570" y="971551"/>
            <a:ext cx="5691609"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9492387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0D4F87C9-AFD5-D11D-A745-9B8F1A936BC0}"/>
              </a:ext>
            </a:extLst>
          </p:cNvPr>
          <p:cNvSpPr>
            <a:spLocks noGrp="1"/>
          </p:cNvSpPr>
          <p:nvPr>
            <p:ph type="body" sz="quarter" idx="10"/>
          </p:nvPr>
        </p:nvSpPr>
        <p:spPr>
          <a:xfrm>
            <a:off x="839569" y="2199501"/>
            <a:ext cx="4234029" cy="553998"/>
          </a:xfrm>
        </p:spPr>
        <p:txBody>
          <a:bodyPr lIns="0" tIns="0" rIns="0" bIns="0">
            <a:sp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CF7E5E00-74B3-AADD-0627-BA27887FE810}"/>
              </a:ext>
            </a:extLst>
          </p:cNvPr>
          <p:cNvSpPr>
            <a:spLocks noGrp="1"/>
          </p:cNvSpPr>
          <p:nvPr>
            <p:ph type="pic" sz="quarter" idx="11"/>
          </p:nvPr>
        </p:nvSpPr>
        <p:spPr>
          <a:xfrm>
            <a:off x="5903962" y="538775"/>
            <a:ext cx="2239697" cy="1783080"/>
          </a:xfrm>
          <a:custGeom>
            <a:avLst/>
            <a:gdLst>
              <a:gd name="connsiteX0" fmla="*/ 125600 w 2240280"/>
              <a:gd name="connsiteY0" fmla="*/ 0 h 1783080"/>
              <a:gd name="connsiteX1" fmla="*/ 2114680 w 2240280"/>
              <a:gd name="connsiteY1" fmla="*/ 0 h 1783080"/>
              <a:gd name="connsiteX2" fmla="*/ 2240280 w 2240280"/>
              <a:gd name="connsiteY2" fmla="*/ 125600 h 1783080"/>
              <a:gd name="connsiteX3" fmla="*/ 2240280 w 2240280"/>
              <a:gd name="connsiteY3" fmla="*/ 1657480 h 1783080"/>
              <a:gd name="connsiteX4" fmla="*/ 2114680 w 2240280"/>
              <a:gd name="connsiteY4" fmla="*/ 1783080 h 1783080"/>
              <a:gd name="connsiteX5" fmla="*/ 125600 w 2240280"/>
              <a:gd name="connsiteY5" fmla="*/ 1783080 h 1783080"/>
              <a:gd name="connsiteX6" fmla="*/ 0 w 2240280"/>
              <a:gd name="connsiteY6" fmla="*/ 1657480 h 1783080"/>
              <a:gd name="connsiteX7" fmla="*/ 0 w 2240280"/>
              <a:gd name="connsiteY7" fmla="*/ 125600 h 1783080"/>
              <a:gd name="connsiteX8" fmla="*/ 125600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25600" y="0"/>
                </a:moveTo>
                <a:lnTo>
                  <a:pt x="2114680" y="0"/>
                </a:lnTo>
                <a:cubicBezTo>
                  <a:pt x="2184047" y="0"/>
                  <a:pt x="2240280" y="56233"/>
                  <a:pt x="2240280" y="125600"/>
                </a:cubicBezTo>
                <a:lnTo>
                  <a:pt x="2240280" y="1657480"/>
                </a:lnTo>
                <a:cubicBezTo>
                  <a:pt x="2240280" y="1726847"/>
                  <a:pt x="2184047" y="1783080"/>
                  <a:pt x="2114680" y="1783080"/>
                </a:cubicBezTo>
                <a:lnTo>
                  <a:pt x="125600" y="1783080"/>
                </a:lnTo>
                <a:cubicBezTo>
                  <a:pt x="56233" y="1783080"/>
                  <a:pt x="0" y="1726847"/>
                  <a:pt x="0" y="1657480"/>
                </a:cubicBezTo>
                <a:lnTo>
                  <a:pt x="0" y="125600"/>
                </a:lnTo>
                <a:cubicBezTo>
                  <a:pt x="0" y="56233"/>
                  <a:pt x="56233" y="0"/>
                  <a:pt x="125600" y="0"/>
                </a:cubicBezTo>
                <a:close/>
              </a:path>
            </a:pathLst>
          </a:custGeom>
        </p:spPr>
        <p:txBody>
          <a:bodyPr wrap="square">
            <a:noAutofit/>
          </a:bodyPr>
          <a:lstStyle/>
          <a:p>
            <a:endParaRPr lang="en-US"/>
          </a:p>
        </p:txBody>
      </p:sp>
      <p:sp>
        <p:nvSpPr>
          <p:cNvPr id="9" name="Picture Placeholder 8">
            <a:extLst>
              <a:ext uri="{FF2B5EF4-FFF2-40B4-BE49-F238E27FC236}">
                <a16:creationId xmlns:a16="http://schemas.microsoft.com/office/drawing/2014/main" id="{888FFE2A-D715-1690-3C75-E65A19C6266F}"/>
              </a:ext>
            </a:extLst>
          </p:cNvPr>
          <p:cNvSpPr>
            <a:spLocks noGrp="1"/>
          </p:cNvSpPr>
          <p:nvPr>
            <p:ph type="pic" sz="quarter" idx="12"/>
          </p:nvPr>
        </p:nvSpPr>
        <p:spPr>
          <a:xfrm>
            <a:off x="5903962" y="2537460"/>
            <a:ext cx="2239697" cy="1783080"/>
          </a:xfrm>
          <a:custGeom>
            <a:avLst/>
            <a:gdLst>
              <a:gd name="connsiteX0" fmla="*/ 118539 w 2240280"/>
              <a:gd name="connsiteY0" fmla="*/ 0 h 1783080"/>
              <a:gd name="connsiteX1" fmla="*/ 2121741 w 2240280"/>
              <a:gd name="connsiteY1" fmla="*/ 0 h 1783080"/>
              <a:gd name="connsiteX2" fmla="*/ 2240280 w 2240280"/>
              <a:gd name="connsiteY2" fmla="*/ 118539 h 1783080"/>
              <a:gd name="connsiteX3" fmla="*/ 2240280 w 2240280"/>
              <a:gd name="connsiteY3" fmla="*/ 1664541 h 1783080"/>
              <a:gd name="connsiteX4" fmla="*/ 2121741 w 2240280"/>
              <a:gd name="connsiteY4" fmla="*/ 1783080 h 1783080"/>
              <a:gd name="connsiteX5" fmla="*/ 118539 w 2240280"/>
              <a:gd name="connsiteY5" fmla="*/ 1783080 h 1783080"/>
              <a:gd name="connsiteX6" fmla="*/ 0 w 2240280"/>
              <a:gd name="connsiteY6" fmla="*/ 1664541 h 1783080"/>
              <a:gd name="connsiteX7" fmla="*/ 0 w 2240280"/>
              <a:gd name="connsiteY7" fmla="*/ 118539 h 1783080"/>
              <a:gd name="connsiteX8" fmla="*/ 118539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18539" y="0"/>
                </a:moveTo>
                <a:lnTo>
                  <a:pt x="2121741" y="0"/>
                </a:lnTo>
                <a:cubicBezTo>
                  <a:pt x="2187208" y="0"/>
                  <a:pt x="2240280" y="53072"/>
                  <a:pt x="2240280" y="118539"/>
                </a:cubicBezTo>
                <a:lnTo>
                  <a:pt x="2240280" y="1664541"/>
                </a:lnTo>
                <a:cubicBezTo>
                  <a:pt x="2240280" y="1730008"/>
                  <a:pt x="2187208" y="1783080"/>
                  <a:pt x="2121741" y="1783080"/>
                </a:cubicBezTo>
                <a:lnTo>
                  <a:pt x="118539" y="1783080"/>
                </a:lnTo>
                <a:cubicBezTo>
                  <a:pt x="53072" y="1783080"/>
                  <a:pt x="0" y="1730008"/>
                  <a:pt x="0" y="1664541"/>
                </a:cubicBezTo>
                <a:lnTo>
                  <a:pt x="0" y="118539"/>
                </a:lnTo>
                <a:cubicBezTo>
                  <a:pt x="0" y="53072"/>
                  <a:pt x="53072" y="0"/>
                  <a:pt x="118539" y="0"/>
                </a:cubicBezTo>
                <a:close/>
              </a:path>
            </a:pathLst>
          </a:custGeom>
        </p:spPr>
        <p:txBody>
          <a:bodyPr wrap="square">
            <a:noAutofit/>
          </a:bodyPr>
          <a:lstStyle/>
          <a:p>
            <a:endParaRPr lang="en-US"/>
          </a:p>
        </p:txBody>
      </p:sp>
      <p:sp>
        <p:nvSpPr>
          <p:cNvPr id="11" name="Picture Placeholder 10">
            <a:extLst>
              <a:ext uri="{FF2B5EF4-FFF2-40B4-BE49-F238E27FC236}">
                <a16:creationId xmlns:a16="http://schemas.microsoft.com/office/drawing/2014/main" id="{69AEC7D6-C7F6-C6DD-7A93-7F15BDB694C2}"/>
              </a:ext>
            </a:extLst>
          </p:cNvPr>
          <p:cNvSpPr>
            <a:spLocks noGrp="1"/>
          </p:cNvSpPr>
          <p:nvPr>
            <p:ph type="pic" sz="quarter" idx="13"/>
          </p:nvPr>
        </p:nvSpPr>
        <p:spPr>
          <a:xfrm>
            <a:off x="5903962" y="4536145"/>
            <a:ext cx="2239697" cy="1783080"/>
          </a:xfrm>
          <a:custGeom>
            <a:avLst/>
            <a:gdLst>
              <a:gd name="connsiteX0" fmla="*/ 124459 w 2240280"/>
              <a:gd name="connsiteY0" fmla="*/ 0 h 1783080"/>
              <a:gd name="connsiteX1" fmla="*/ 2115821 w 2240280"/>
              <a:gd name="connsiteY1" fmla="*/ 0 h 1783080"/>
              <a:gd name="connsiteX2" fmla="*/ 2240280 w 2240280"/>
              <a:gd name="connsiteY2" fmla="*/ 124459 h 1783080"/>
              <a:gd name="connsiteX3" fmla="*/ 2240280 w 2240280"/>
              <a:gd name="connsiteY3" fmla="*/ 1658621 h 1783080"/>
              <a:gd name="connsiteX4" fmla="*/ 2115821 w 2240280"/>
              <a:gd name="connsiteY4" fmla="*/ 1783080 h 1783080"/>
              <a:gd name="connsiteX5" fmla="*/ 124459 w 2240280"/>
              <a:gd name="connsiteY5" fmla="*/ 1783080 h 1783080"/>
              <a:gd name="connsiteX6" fmla="*/ 0 w 2240280"/>
              <a:gd name="connsiteY6" fmla="*/ 1658621 h 1783080"/>
              <a:gd name="connsiteX7" fmla="*/ 0 w 2240280"/>
              <a:gd name="connsiteY7" fmla="*/ 124459 h 1783080"/>
              <a:gd name="connsiteX8" fmla="*/ 124459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24459" y="0"/>
                </a:moveTo>
                <a:lnTo>
                  <a:pt x="2115821" y="0"/>
                </a:lnTo>
                <a:cubicBezTo>
                  <a:pt x="2184558" y="0"/>
                  <a:pt x="2240280" y="55722"/>
                  <a:pt x="2240280" y="124459"/>
                </a:cubicBezTo>
                <a:lnTo>
                  <a:pt x="2240280" y="1658621"/>
                </a:lnTo>
                <a:cubicBezTo>
                  <a:pt x="2240280" y="1727358"/>
                  <a:pt x="2184558" y="1783080"/>
                  <a:pt x="2115821" y="1783080"/>
                </a:cubicBezTo>
                <a:lnTo>
                  <a:pt x="124459" y="1783080"/>
                </a:lnTo>
                <a:cubicBezTo>
                  <a:pt x="55722" y="1783080"/>
                  <a:pt x="0" y="1727358"/>
                  <a:pt x="0" y="1658621"/>
                </a:cubicBezTo>
                <a:lnTo>
                  <a:pt x="0" y="124459"/>
                </a:lnTo>
                <a:cubicBezTo>
                  <a:pt x="0" y="55722"/>
                  <a:pt x="55722" y="0"/>
                  <a:pt x="124459" y="0"/>
                </a:cubicBezTo>
                <a:close/>
              </a:path>
            </a:pathLst>
          </a:custGeom>
        </p:spPr>
        <p:txBody>
          <a:bodyPr wrap="square">
            <a:noAutofit/>
          </a:bodyPr>
          <a:lstStyle/>
          <a:p>
            <a:endParaRPr lang="en-US"/>
          </a:p>
        </p:txBody>
      </p:sp>
    </p:spTree>
    <p:extLst>
      <p:ext uri="{BB962C8B-B14F-4D97-AF65-F5344CB8AC3E}">
        <p14:creationId xmlns:p14="http://schemas.microsoft.com/office/powerpoint/2010/main" val="289507767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5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CEBD1DE8-A38D-041F-7BE7-63EB75067B36}"/>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0894CE71-D989-A01B-2541-02035A315D52}"/>
              </a:ext>
            </a:extLst>
          </p:cNvPr>
          <p:cNvSpPr>
            <a:spLocks noGrp="1"/>
          </p:cNvSpPr>
          <p:nvPr>
            <p:ph type="pic" sz="quarter" idx="11"/>
          </p:nvPr>
        </p:nvSpPr>
        <p:spPr>
          <a:xfrm>
            <a:off x="7191136" y="1"/>
            <a:ext cx="4997689" cy="6858000"/>
          </a:xfrm>
          <a:custGeom>
            <a:avLst/>
            <a:gdLst>
              <a:gd name="connsiteX0" fmla="*/ 2276199 w 4998991"/>
              <a:gd name="connsiteY0" fmla="*/ 0 h 6858000"/>
              <a:gd name="connsiteX1" fmla="*/ 4998991 w 4998991"/>
              <a:gd name="connsiteY1" fmla="*/ 0 h 6858000"/>
              <a:gd name="connsiteX2" fmla="*/ 4998991 w 4998991"/>
              <a:gd name="connsiteY2" fmla="*/ 6858000 h 6858000"/>
              <a:gd name="connsiteX3" fmla="*/ 3385646 w 4998991"/>
              <a:gd name="connsiteY3" fmla="*/ 6858000 h 6858000"/>
              <a:gd name="connsiteX4" fmla="*/ 568771 w 4998991"/>
              <a:gd name="connsiteY4" fmla="*/ 5231676 h 6858000"/>
              <a:gd name="connsiteX5" fmla="*/ 152541 w 4998991"/>
              <a:gd name="connsiteY5" fmla="*/ 367828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8991" h="6858000">
                <a:moveTo>
                  <a:pt x="2276199" y="0"/>
                </a:moveTo>
                <a:lnTo>
                  <a:pt x="4998991" y="0"/>
                </a:lnTo>
                <a:lnTo>
                  <a:pt x="4998991" y="6858000"/>
                </a:lnTo>
                <a:lnTo>
                  <a:pt x="3385646" y="6858000"/>
                </a:lnTo>
                <a:lnTo>
                  <a:pt x="568771" y="5231676"/>
                </a:lnTo>
                <a:cubicBezTo>
                  <a:pt x="24875" y="4917657"/>
                  <a:pt x="-161478" y="4222181"/>
                  <a:pt x="152541" y="3678285"/>
                </a:cubicBezTo>
                <a:close/>
              </a:path>
            </a:pathLst>
          </a:custGeom>
        </p:spPr>
        <p:txBody>
          <a:bodyPr wrap="square">
            <a:noAutofit/>
          </a:bodyPr>
          <a:lstStyle/>
          <a:p>
            <a:endParaRPr lang="en-PK"/>
          </a:p>
        </p:txBody>
      </p:sp>
    </p:spTree>
    <p:extLst>
      <p:ext uri="{BB962C8B-B14F-4D97-AF65-F5344CB8AC3E}">
        <p14:creationId xmlns:p14="http://schemas.microsoft.com/office/powerpoint/2010/main" val="3572369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6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10C56D3C-4260-8E27-5665-613701086D72}"/>
              </a:ext>
            </a:extLst>
          </p:cNvPr>
          <p:cNvSpPr>
            <a:spLocks noGrp="1"/>
          </p:cNvSpPr>
          <p:nvPr>
            <p:ph type="body" sz="quarter" idx="10"/>
          </p:nvPr>
        </p:nvSpPr>
        <p:spPr>
          <a:xfrm>
            <a:off x="839569" y="1793638"/>
            <a:ext cx="3522950" cy="1107996"/>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30662466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7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DB8B3CA3-442F-6635-C547-4290D042B76C}"/>
              </a:ext>
            </a:extLst>
          </p:cNvPr>
          <p:cNvSpPr>
            <a:spLocks noGrp="1"/>
          </p:cNvSpPr>
          <p:nvPr>
            <p:ph type="body" sz="quarter" idx="10"/>
          </p:nvPr>
        </p:nvSpPr>
        <p:spPr>
          <a:xfrm>
            <a:off x="839569" y="971551"/>
            <a:ext cx="6300150"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5900449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8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37687893-67B4-A936-3437-9722BD427319}"/>
              </a:ext>
            </a:extLst>
          </p:cNvPr>
          <p:cNvSpPr>
            <a:spLocks noGrp="1"/>
          </p:cNvSpPr>
          <p:nvPr>
            <p:ph type="body" sz="quarter" idx="10"/>
          </p:nvPr>
        </p:nvSpPr>
        <p:spPr>
          <a:xfrm>
            <a:off x="839569" y="971551"/>
            <a:ext cx="5715386"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8602288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9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53227017-0470-41EB-12C4-6E8CCAF5BCF1}"/>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2B77C54E-8E8F-1DF8-C6DB-2862B452F363}"/>
              </a:ext>
            </a:extLst>
          </p:cNvPr>
          <p:cNvSpPr>
            <a:spLocks noGrp="1"/>
          </p:cNvSpPr>
          <p:nvPr>
            <p:ph type="pic" sz="quarter" idx="11"/>
          </p:nvPr>
        </p:nvSpPr>
        <p:spPr>
          <a:xfrm>
            <a:off x="6751447" y="1911755"/>
            <a:ext cx="4597810" cy="3854275"/>
          </a:xfrm>
          <a:custGeom>
            <a:avLst/>
            <a:gdLst>
              <a:gd name="connsiteX0" fmla="*/ 642392 w 4599008"/>
              <a:gd name="connsiteY0" fmla="*/ 0 h 3854275"/>
              <a:gd name="connsiteX1" fmla="*/ 4599008 w 4599008"/>
              <a:gd name="connsiteY1" fmla="*/ 0 h 3854275"/>
              <a:gd name="connsiteX2" fmla="*/ 4599008 w 4599008"/>
              <a:gd name="connsiteY2" fmla="*/ 3211883 h 3854275"/>
              <a:gd name="connsiteX3" fmla="*/ 3956616 w 4599008"/>
              <a:gd name="connsiteY3" fmla="*/ 3854275 h 3854275"/>
              <a:gd name="connsiteX4" fmla="*/ 0 w 4599008"/>
              <a:gd name="connsiteY4" fmla="*/ 3854275 h 3854275"/>
              <a:gd name="connsiteX5" fmla="*/ 0 w 4599008"/>
              <a:gd name="connsiteY5" fmla="*/ 642392 h 3854275"/>
              <a:gd name="connsiteX6" fmla="*/ 642392 w 4599008"/>
              <a:gd name="connsiteY6" fmla="*/ 0 h 3854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99008" h="3854275">
                <a:moveTo>
                  <a:pt x="642392" y="0"/>
                </a:moveTo>
                <a:lnTo>
                  <a:pt x="4599008" y="0"/>
                </a:lnTo>
                <a:lnTo>
                  <a:pt x="4599008" y="3211883"/>
                </a:lnTo>
                <a:cubicBezTo>
                  <a:pt x="4599008" y="3566666"/>
                  <a:pt x="4311399" y="3854275"/>
                  <a:pt x="3956616" y="3854275"/>
                </a:cubicBezTo>
                <a:lnTo>
                  <a:pt x="0" y="3854275"/>
                </a:lnTo>
                <a:lnTo>
                  <a:pt x="0" y="642392"/>
                </a:lnTo>
                <a:cubicBezTo>
                  <a:pt x="0" y="287609"/>
                  <a:pt x="287609" y="0"/>
                  <a:pt x="642392" y="0"/>
                </a:cubicBezTo>
                <a:close/>
              </a:path>
            </a:pathLst>
          </a:custGeom>
        </p:spPr>
        <p:txBody>
          <a:bodyPr wrap="square">
            <a:noAutofit/>
          </a:bodyPr>
          <a:lstStyle/>
          <a:p>
            <a:endParaRPr lang="en-PK"/>
          </a:p>
        </p:txBody>
      </p:sp>
    </p:spTree>
    <p:extLst>
      <p:ext uri="{BB962C8B-B14F-4D97-AF65-F5344CB8AC3E}">
        <p14:creationId xmlns:p14="http://schemas.microsoft.com/office/powerpoint/2010/main" val="48169209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D1176A7-B091-469C-82C8-89C693043C40}"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939B1FA-81F2-4940-9AF3-5EAFB5D6669B}" type="slidenum">
              <a:rPr lang="en-US" smtClean="0"/>
              <a:pPr/>
              <a:t>‹#›</a:t>
            </a:fld>
            <a:endParaRPr lang="en-US"/>
          </a:p>
        </p:txBody>
      </p:sp>
    </p:spTree>
    <p:extLst>
      <p:ext uri="{BB962C8B-B14F-4D97-AF65-F5344CB8AC3E}">
        <p14:creationId xmlns:p14="http://schemas.microsoft.com/office/powerpoint/2010/main" val="30970653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13" Type="http://schemas.openxmlformats.org/officeDocument/2006/relationships/slideLayout" Target="../slideLayouts/slideLayout23.xml"/><Relationship Id="rId18" Type="http://schemas.openxmlformats.org/officeDocument/2006/relationships/slideLayout" Target="../slideLayouts/slideLayout2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slideLayout" Target="../slideLayouts/slideLayout22.xml"/><Relationship Id="rId17" Type="http://schemas.openxmlformats.org/officeDocument/2006/relationships/slideLayout" Target="../slideLayouts/slideLayout27.xml"/><Relationship Id="rId2" Type="http://schemas.openxmlformats.org/officeDocument/2006/relationships/slideLayout" Target="../slideLayouts/slideLayout12.xml"/><Relationship Id="rId16" Type="http://schemas.openxmlformats.org/officeDocument/2006/relationships/slideLayout" Target="../slideLayouts/slideLayout26.xml"/><Relationship Id="rId20" Type="http://schemas.openxmlformats.org/officeDocument/2006/relationships/theme" Target="../theme/theme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5" Type="http://schemas.openxmlformats.org/officeDocument/2006/relationships/slideLayout" Target="../slideLayouts/slideLayout25.xml"/><Relationship Id="rId10" Type="http://schemas.openxmlformats.org/officeDocument/2006/relationships/slideLayout" Target="../slideLayouts/slideLayout20.xml"/><Relationship Id="rId19" Type="http://schemas.openxmlformats.org/officeDocument/2006/relationships/slideLayout" Target="../slideLayouts/slideLayout29.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4" Type="http://schemas.openxmlformats.org/officeDocument/2006/relationships/slideLayout" Target="../slideLayouts/slideLayout24.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image" Target="../media/image1.png"/><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theme" Target="../theme/theme3.xml"/><Relationship Id="rId2" Type="http://schemas.openxmlformats.org/officeDocument/2006/relationships/slideLayout" Target="../slideLayouts/slideLayout31.xml"/><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0" Type="http://schemas.openxmlformats.org/officeDocument/2006/relationships/slideLayout" Target="../slideLayouts/slideLayout39.xml"/><Relationship Id="rId4" Type="http://schemas.openxmlformats.org/officeDocument/2006/relationships/slideLayout" Target="../slideLayouts/slideLayout33.xml"/><Relationship Id="rId9" Type="http://schemas.openxmlformats.org/officeDocument/2006/relationships/slideLayout" Target="../slideLayouts/slideLayout38.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8.xml"/><Relationship Id="rId13" Type="http://schemas.openxmlformats.org/officeDocument/2006/relationships/slideLayout" Target="../slideLayouts/slideLayout53.xml"/><Relationship Id="rId18" Type="http://schemas.openxmlformats.org/officeDocument/2006/relationships/slideLayout" Target="../slideLayouts/slideLayout58.xml"/><Relationship Id="rId3" Type="http://schemas.openxmlformats.org/officeDocument/2006/relationships/slideLayout" Target="../slideLayouts/slideLayout43.xml"/><Relationship Id="rId21" Type="http://schemas.openxmlformats.org/officeDocument/2006/relationships/slideLayout" Target="../slideLayouts/slideLayout61.xml"/><Relationship Id="rId7" Type="http://schemas.openxmlformats.org/officeDocument/2006/relationships/slideLayout" Target="../slideLayouts/slideLayout47.xml"/><Relationship Id="rId12" Type="http://schemas.openxmlformats.org/officeDocument/2006/relationships/slideLayout" Target="../slideLayouts/slideLayout52.xml"/><Relationship Id="rId17" Type="http://schemas.openxmlformats.org/officeDocument/2006/relationships/slideLayout" Target="../slideLayouts/slideLayout57.xml"/><Relationship Id="rId2" Type="http://schemas.openxmlformats.org/officeDocument/2006/relationships/slideLayout" Target="../slideLayouts/slideLayout42.xml"/><Relationship Id="rId16" Type="http://schemas.openxmlformats.org/officeDocument/2006/relationships/slideLayout" Target="../slideLayouts/slideLayout56.xml"/><Relationship Id="rId20" Type="http://schemas.openxmlformats.org/officeDocument/2006/relationships/slideLayout" Target="../slideLayouts/slideLayout60.xml"/><Relationship Id="rId1" Type="http://schemas.openxmlformats.org/officeDocument/2006/relationships/slideLayout" Target="../slideLayouts/slideLayout41.xml"/><Relationship Id="rId6" Type="http://schemas.openxmlformats.org/officeDocument/2006/relationships/slideLayout" Target="../slideLayouts/slideLayout46.xml"/><Relationship Id="rId11" Type="http://schemas.openxmlformats.org/officeDocument/2006/relationships/slideLayout" Target="../slideLayouts/slideLayout51.xml"/><Relationship Id="rId5" Type="http://schemas.openxmlformats.org/officeDocument/2006/relationships/slideLayout" Target="../slideLayouts/slideLayout45.xml"/><Relationship Id="rId15" Type="http://schemas.openxmlformats.org/officeDocument/2006/relationships/slideLayout" Target="../slideLayouts/slideLayout55.xml"/><Relationship Id="rId23" Type="http://schemas.openxmlformats.org/officeDocument/2006/relationships/theme" Target="../theme/theme4.xml"/><Relationship Id="rId10" Type="http://schemas.openxmlformats.org/officeDocument/2006/relationships/slideLayout" Target="../slideLayouts/slideLayout50.xml"/><Relationship Id="rId19" Type="http://schemas.openxmlformats.org/officeDocument/2006/relationships/slideLayout" Target="../slideLayouts/slideLayout59.xml"/><Relationship Id="rId4" Type="http://schemas.openxmlformats.org/officeDocument/2006/relationships/slideLayout" Target="../slideLayouts/slideLayout44.xml"/><Relationship Id="rId9" Type="http://schemas.openxmlformats.org/officeDocument/2006/relationships/slideLayout" Target="../slideLayouts/slideLayout49.xml"/><Relationship Id="rId14" Type="http://schemas.openxmlformats.org/officeDocument/2006/relationships/slideLayout" Target="../slideLayouts/slideLayout54.xml"/><Relationship Id="rId22" Type="http://schemas.openxmlformats.org/officeDocument/2006/relationships/slideLayout" Target="../slideLayouts/slideLayout6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5"/>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rmAutofit/>
          </a:bodyPr>
          <a:lstStyle>
            <a:lvl1pPr marR="0" lvl="0" algn="l" rtl="0">
              <a:spcBef>
                <a:spcPts val="0"/>
              </a:spcBef>
              <a:spcAft>
                <a:spcPts val="0"/>
              </a:spcAft>
              <a:buClr>
                <a:schemeClr val="accent1"/>
              </a:buClr>
              <a:buSzPts val="3600"/>
              <a:buFont typeface="Quattrocento Sans"/>
              <a:buNone/>
              <a:defRPr sz="3600" b="1" i="0" u="none" strike="noStrike" cap="none">
                <a:solidFill>
                  <a:schemeClr val="accent1"/>
                </a:solidFill>
                <a:latin typeface="Quattrocento Sans"/>
                <a:ea typeface="Quattrocento Sans"/>
                <a:cs typeface="Quattrocento Sans"/>
                <a:sym typeface="Quattrocento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45"/>
          <p:cNvSpPr txBox="1">
            <a:spLocks noGrp="1"/>
          </p:cNvSpPr>
          <p:nvPr>
            <p:ph type="body" idx="1"/>
          </p:nvPr>
        </p:nvSpPr>
        <p:spPr>
          <a:xfrm>
            <a:off x="609441" y="1138425"/>
            <a:ext cx="10969943" cy="4987739"/>
          </a:xfrm>
          <a:prstGeom prst="rect">
            <a:avLst/>
          </a:prstGeom>
          <a:noFill/>
          <a:ln>
            <a:noFill/>
          </a:ln>
        </p:spPr>
        <p:txBody>
          <a:bodyPr spcFirstLastPara="1" wrap="square" lIns="0" tIns="60925" rIns="0"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Quattrocento Sans"/>
                <a:ea typeface="Quattrocento Sans"/>
                <a:cs typeface="Quattrocento Sans"/>
                <a:sym typeface="Quattrocento Sans"/>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Quattrocento Sans"/>
                <a:ea typeface="Quattrocento Sans"/>
                <a:cs typeface="Quattrocento Sans"/>
                <a:sym typeface="Quattrocento Sans"/>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Quattrocento Sans"/>
                <a:ea typeface="Quattrocento Sans"/>
                <a:cs typeface="Quattrocento Sans"/>
                <a:sym typeface="Quattrocento Sans"/>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2" name="Google Shape;12;p145"/>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marR="0" lvl="0" algn="l"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3" name="Google Shape;13;p145"/>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marR="0" lvl="0" algn="ctr"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4" name="Google Shape;14;p145"/>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marR="0" lvl="0"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1pPr>
            <a:lvl2pPr marL="0" marR="0" lvl="1"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2pPr>
            <a:lvl3pPr marL="0" marR="0" lvl="2"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3pPr>
            <a:lvl4pPr marL="0" marR="0" lvl="3"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4pPr>
            <a:lvl5pPr marL="0" marR="0" lvl="4"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5pPr>
            <a:lvl6pPr marL="0" marR="0" lvl="5"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6pPr>
            <a:lvl7pPr marL="0" marR="0" lvl="6"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7pPr>
            <a:lvl8pPr marL="0" marR="0" lvl="7"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8pPr>
            <a:lvl9pPr marL="0" marR="0" lvl="8"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4" r:id="rId5"/>
    <p:sldLayoutId id="2147483657" r:id="rId6"/>
    <p:sldLayoutId id="2147483658" r:id="rId7"/>
    <p:sldLayoutId id="2147483659" r:id="rId8"/>
    <p:sldLayoutId id="2147483660" r:id="rId9"/>
    <p:sldLayoutId id="2147483707"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Shape 107"/>
        <p:cNvGrpSpPr/>
        <p:nvPr/>
      </p:nvGrpSpPr>
      <p:grpSpPr>
        <a:xfrm>
          <a:off x="0" y="0"/>
          <a:ext cx="0" cy="0"/>
          <a:chOff x="0" y="0"/>
          <a:chExt cx="0" cy="0"/>
        </a:xfrm>
      </p:grpSpPr>
      <p:sp>
        <p:nvSpPr>
          <p:cNvPr id="108" name="Google Shape;108;p153"/>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marR="0" lvl="0" algn="l" rtl="0">
              <a:spcBef>
                <a:spcPts val="0"/>
              </a:spcBef>
              <a:spcAft>
                <a:spcPts val="0"/>
              </a:spcAft>
              <a:buClr>
                <a:schemeClr val="dk1"/>
              </a:buClr>
              <a:buSzPts val="3600"/>
              <a:buFont typeface="Calibri"/>
              <a:buNone/>
              <a:defRPr sz="36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9" name="Google Shape;109;p153"/>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Calibri"/>
                <a:ea typeface="Calibri"/>
                <a:cs typeface="Calibri"/>
                <a:sym typeface="Calibri"/>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9pPr>
          </a:lstStyle>
          <a:p>
            <a:endParaRPr/>
          </a:p>
        </p:txBody>
      </p:sp>
      <p:sp>
        <p:nvSpPr>
          <p:cNvPr id="110" name="Google Shape;110;p15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marR="0" lvl="0" algn="l"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1" name="Google Shape;111;p15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marR="0" lvl="0" algn="ctr"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2" name="Google Shape;112;p15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marR="0" lvl="0" indent="0" algn="r" rtl="0">
              <a:spcBef>
                <a:spcPts val="0"/>
              </a:spcBef>
              <a:buNone/>
              <a:defRPr sz="1600">
                <a:solidFill>
                  <a:srgbClr val="888888"/>
                </a:solidFill>
                <a:latin typeface="Calibri"/>
                <a:ea typeface="Calibri"/>
                <a:cs typeface="Calibri"/>
                <a:sym typeface="Calibri"/>
              </a:defRPr>
            </a:lvl1pPr>
            <a:lvl2pPr marL="0" marR="0" lvl="1" indent="0" algn="r" rtl="0">
              <a:spcBef>
                <a:spcPts val="0"/>
              </a:spcBef>
              <a:buNone/>
              <a:defRPr sz="1600">
                <a:solidFill>
                  <a:srgbClr val="888888"/>
                </a:solidFill>
                <a:latin typeface="Calibri"/>
                <a:ea typeface="Calibri"/>
                <a:cs typeface="Calibri"/>
                <a:sym typeface="Calibri"/>
              </a:defRPr>
            </a:lvl2pPr>
            <a:lvl3pPr marL="0" marR="0" lvl="2" indent="0" algn="r" rtl="0">
              <a:spcBef>
                <a:spcPts val="0"/>
              </a:spcBef>
              <a:buNone/>
              <a:defRPr sz="1600">
                <a:solidFill>
                  <a:srgbClr val="888888"/>
                </a:solidFill>
                <a:latin typeface="Calibri"/>
                <a:ea typeface="Calibri"/>
                <a:cs typeface="Calibri"/>
                <a:sym typeface="Calibri"/>
              </a:defRPr>
            </a:lvl3pPr>
            <a:lvl4pPr marL="0" marR="0" lvl="3" indent="0" algn="r" rtl="0">
              <a:spcBef>
                <a:spcPts val="0"/>
              </a:spcBef>
              <a:buNone/>
              <a:defRPr sz="1600">
                <a:solidFill>
                  <a:srgbClr val="888888"/>
                </a:solidFill>
                <a:latin typeface="Calibri"/>
                <a:ea typeface="Calibri"/>
                <a:cs typeface="Calibri"/>
                <a:sym typeface="Calibri"/>
              </a:defRPr>
            </a:lvl4pPr>
            <a:lvl5pPr marL="0" marR="0" lvl="4" indent="0" algn="r" rtl="0">
              <a:spcBef>
                <a:spcPts val="0"/>
              </a:spcBef>
              <a:buNone/>
              <a:defRPr sz="1600">
                <a:solidFill>
                  <a:srgbClr val="888888"/>
                </a:solidFill>
                <a:latin typeface="Calibri"/>
                <a:ea typeface="Calibri"/>
                <a:cs typeface="Calibri"/>
                <a:sym typeface="Calibri"/>
              </a:defRPr>
            </a:lvl5pPr>
            <a:lvl6pPr marL="0" marR="0" lvl="5" indent="0" algn="r" rtl="0">
              <a:spcBef>
                <a:spcPts val="0"/>
              </a:spcBef>
              <a:buNone/>
              <a:defRPr sz="1600">
                <a:solidFill>
                  <a:srgbClr val="888888"/>
                </a:solidFill>
                <a:latin typeface="Calibri"/>
                <a:ea typeface="Calibri"/>
                <a:cs typeface="Calibri"/>
                <a:sym typeface="Calibri"/>
              </a:defRPr>
            </a:lvl6pPr>
            <a:lvl7pPr marL="0" marR="0" lvl="6" indent="0" algn="r" rtl="0">
              <a:spcBef>
                <a:spcPts val="0"/>
              </a:spcBef>
              <a:buNone/>
              <a:defRPr sz="1600">
                <a:solidFill>
                  <a:srgbClr val="888888"/>
                </a:solidFill>
                <a:latin typeface="Calibri"/>
                <a:ea typeface="Calibri"/>
                <a:cs typeface="Calibri"/>
                <a:sym typeface="Calibri"/>
              </a:defRPr>
            </a:lvl7pPr>
            <a:lvl8pPr marL="0" marR="0" lvl="7" indent="0" algn="r" rtl="0">
              <a:spcBef>
                <a:spcPts val="0"/>
              </a:spcBef>
              <a:buNone/>
              <a:defRPr sz="1600">
                <a:solidFill>
                  <a:srgbClr val="888888"/>
                </a:solidFill>
                <a:latin typeface="Calibri"/>
                <a:ea typeface="Calibri"/>
                <a:cs typeface="Calibri"/>
                <a:sym typeface="Calibri"/>
              </a:defRPr>
            </a:lvl8pPr>
            <a:lvl9pPr marL="0" marR="0" lvl="8" indent="0" algn="r" rtl="0">
              <a:spcBef>
                <a:spcPts val="0"/>
              </a:spcBef>
              <a:buNone/>
              <a:defRPr sz="16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 id="2147483683"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6/9/2026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0113064"/>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37E282-A3FD-8FDF-6938-39CB1940284A}"/>
              </a:ext>
            </a:extLst>
          </p:cNvPr>
          <p:cNvSpPr>
            <a:spLocks noGrp="1"/>
          </p:cNvSpPr>
          <p:nvPr>
            <p:ph type="title"/>
          </p:nvPr>
        </p:nvSpPr>
        <p:spPr>
          <a:xfrm>
            <a:off x="837982" y="365126"/>
            <a:ext cx="10512862" cy="1325563"/>
          </a:xfrm>
          <a:prstGeom prst="rect">
            <a:avLst/>
          </a:prstGeom>
        </p:spPr>
        <p:txBody>
          <a:bodyPr vert="horz" lIns="91440" tIns="45720" rIns="91440" bIns="45720" rtlCol="0" anchor="ctr">
            <a:normAutofit/>
          </a:bodyPr>
          <a:lstStyle/>
          <a:p>
            <a:r>
              <a:rPr lang="en-US"/>
              <a:t>Click to edit Master title style</a:t>
            </a:r>
            <a:endParaRPr lang="en-PK"/>
          </a:p>
        </p:txBody>
      </p:sp>
      <p:sp>
        <p:nvSpPr>
          <p:cNvPr id="3" name="Text Placeholder 2">
            <a:extLst>
              <a:ext uri="{FF2B5EF4-FFF2-40B4-BE49-F238E27FC236}">
                <a16:creationId xmlns:a16="http://schemas.microsoft.com/office/drawing/2014/main" id="{D04E0A95-6555-5CE0-2B04-590BB8885859}"/>
              </a:ext>
            </a:extLst>
          </p:cNvPr>
          <p:cNvSpPr>
            <a:spLocks noGrp="1"/>
          </p:cNvSpPr>
          <p:nvPr>
            <p:ph type="body" idx="1"/>
          </p:nvPr>
        </p:nvSpPr>
        <p:spPr>
          <a:xfrm>
            <a:off x="837982" y="1825625"/>
            <a:ext cx="10512862"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Date Placeholder 3">
            <a:extLst>
              <a:ext uri="{FF2B5EF4-FFF2-40B4-BE49-F238E27FC236}">
                <a16:creationId xmlns:a16="http://schemas.microsoft.com/office/drawing/2014/main" id="{2FCD3B31-96C7-188A-7A1F-74625996BDF5}"/>
              </a:ext>
            </a:extLst>
          </p:cNvPr>
          <p:cNvSpPr>
            <a:spLocks noGrp="1"/>
          </p:cNvSpPr>
          <p:nvPr>
            <p:ph type="dt" sz="half" idx="2"/>
          </p:nvPr>
        </p:nvSpPr>
        <p:spPr>
          <a:xfrm>
            <a:off x="837982" y="6356351"/>
            <a:ext cx="2742486"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1B0145F-FA58-4242-A5B4-590FCCB69A0F}" type="datetimeFigureOut">
              <a:rPr lang="en-PK" smtClean="0"/>
              <a:t>06/09/2026</a:t>
            </a:fld>
            <a:endParaRPr lang="en-PK"/>
          </a:p>
        </p:txBody>
      </p:sp>
      <p:sp>
        <p:nvSpPr>
          <p:cNvPr id="5" name="Footer Placeholder 4">
            <a:extLst>
              <a:ext uri="{FF2B5EF4-FFF2-40B4-BE49-F238E27FC236}">
                <a16:creationId xmlns:a16="http://schemas.microsoft.com/office/drawing/2014/main" id="{62B98D10-484E-D76E-8BED-E65AE3160418}"/>
              </a:ext>
            </a:extLst>
          </p:cNvPr>
          <p:cNvSpPr>
            <a:spLocks noGrp="1"/>
          </p:cNvSpPr>
          <p:nvPr>
            <p:ph type="ftr" sz="quarter" idx="3"/>
          </p:nvPr>
        </p:nvSpPr>
        <p:spPr>
          <a:xfrm>
            <a:off x="4037549" y="6356351"/>
            <a:ext cx="4113728"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PK"/>
          </a:p>
        </p:txBody>
      </p:sp>
      <p:sp>
        <p:nvSpPr>
          <p:cNvPr id="6" name="Slide Number Placeholder 5">
            <a:extLst>
              <a:ext uri="{FF2B5EF4-FFF2-40B4-BE49-F238E27FC236}">
                <a16:creationId xmlns:a16="http://schemas.microsoft.com/office/drawing/2014/main" id="{46E80257-D808-F7F3-9DDC-7F1794A6BA5B}"/>
              </a:ext>
            </a:extLst>
          </p:cNvPr>
          <p:cNvSpPr>
            <a:spLocks noGrp="1"/>
          </p:cNvSpPr>
          <p:nvPr>
            <p:ph type="sldNum" sz="quarter" idx="4"/>
          </p:nvPr>
        </p:nvSpPr>
        <p:spPr>
          <a:xfrm>
            <a:off x="8608357" y="6356351"/>
            <a:ext cx="2742486"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DDFB9D-E974-4984-B692-DF7D1E2E45AF}" type="slidenum">
              <a:rPr lang="en-PK" smtClean="0"/>
              <a:t>‹#›</a:t>
            </a:fld>
            <a:endParaRPr lang="en-PK"/>
          </a:p>
        </p:txBody>
      </p:sp>
    </p:spTree>
    <p:extLst>
      <p:ext uri="{BB962C8B-B14F-4D97-AF65-F5344CB8AC3E}">
        <p14:creationId xmlns:p14="http://schemas.microsoft.com/office/powerpoint/2010/main" val="531121325"/>
      </p:ext>
    </p:extLst>
  </p:cSld>
  <p:clrMap bg1="lt1" tx1="dk1" bg2="lt2" tx2="dk2" accent1="accent1" accent2="accent2" accent3="accent3" accent4="accent4" accent5="accent5" accent6="accent6" hlink="hlink" folHlink="folHlink"/>
  <p:sldLayoutIdLst>
    <p:sldLayoutId id="2147483742" r:id="rId1"/>
    <p:sldLayoutId id="2147483743" r:id="rId2"/>
    <p:sldLayoutId id="2147483744" r:id="rId3"/>
    <p:sldLayoutId id="2147483745" r:id="rId4"/>
    <p:sldLayoutId id="2147483746" r:id="rId5"/>
    <p:sldLayoutId id="2147483747" r:id="rId6"/>
    <p:sldLayoutId id="2147483748" r:id="rId7"/>
    <p:sldLayoutId id="2147483749" r:id="rId8"/>
    <p:sldLayoutId id="2147483750" r:id="rId9"/>
    <p:sldLayoutId id="2147483751" r:id="rId10"/>
    <p:sldLayoutId id="2147483752" r:id="rId11"/>
    <p:sldLayoutId id="2147483753" r:id="rId12"/>
    <p:sldLayoutId id="2147483754" r:id="rId13"/>
    <p:sldLayoutId id="2147483755" r:id="rId14"/>
    <p:sldLayoutId id="2147483756" r:id="rId15"/>
    <p:sldLayoutId id="2147483757" r:id="rId16"/>
    <p:sldLayoutId id="2147483758" r:id="rId17"/>
    <p:sldLayoutId id="2147483759" r:id="rId18"/>
    <p:sldLayoutId id="2147483760" r:id="rId19"/>
    <p:sldLayoutId id="2147483761" r:id="rId20"/>
    <p:sldLayoutId id="2147483762" r:id="rId21"/>
    <p:sldLayoutId id="2147483763" r:id="rId22"/>
  </p:sldLayoutIdLst>
  <p:txStyles>
    <p:titleStyle>
      <a:lvl1pPr algn="l" defTabSz="914126" rtl="0" eaLnBrk="1" latinLnBrk="0" hangingPunct="1">
        <a:lnSpc>
          <a:spcPct val="90000"/>
        </a:lnSpc>
        <a:spcBef>
          <a:spcPct val="0"/>
        </a:spcBef>
        <a:buNone/>
        <a:defRPr sz="4399" kern="1200">
          <a:solidFill>
            <a:schemeClr val="tx1"/>
          </a:solidFill>
          <a:latin typeface="+mj-lt"/>
          <a:ea typeface="+mj-ea"/>
          <a:cs typeface="+mj-cs"/>
        </a:defRPr>
      </a:lvl1pPr>
    </p:titleStyle>
    <p:body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PK"/>
      </a:defPPr>
      <a:lvl1pPr marL="0" algn="l" defTabSz="914126" rtl="0" eaLnBrk="1" latinLnBrk="0" hangingPunct="1">
        <a:defRPr sz="1799" kern="1200">
          <a:solidFill>
            <a:schemeClr val="tx1"/>
          </a:solidFill>
          <a:latin typeface="+mn-lt"/>
          <a:ea typeface="+mn-ea"/>
          <a:cs typeface="+mn-cs"/>
        </a:defRPr>
      </a:lvl1pPr>
      <a:lvl2pPr marL="457063" algn="l" defTabSz="914126" rtl="0" eaLnBrk="1" latinLnBrk="0" hangingPunct="1">
        <a:defRPr sz="1799" kern="1200">
          <a:solidFill>
            <a:schemeClr val="tx1"/>
          </a:solidFill>
          <a:latin typeface="+mn-lt"/>
          <a:ea typeface="+mn-ea"/>
          <a:cs typeface="+mn-cs"/>
        </a:defRPr>
      </a:lvl2pPr>
      <a:lvl3pPr marL="914126" algn="l" defTabSz="914126" rtl="0" eaLnBrk="1" latinLnBrk="0" hangingPunct="1">
        <a:defRPr sz="1799" kern="1200">
          <a:solidFill>
            <a:schemeClr val="tx1"/>
          </a:solidFill>
          <a:latin typeface="+mn-lt"/>
          <a:ea typeface="+mn-ea"/>
          <a:cs typeface="+mn-cs"/>
        </a:defRPr>
      </a:lvl3pPr>
      <a:lvl4pPr marL="1371189" algn="l" defTabSz="914126" rtl="0" eaLnBrk="1" latinLnBrk="0" hangingPunct="1">
        <a:defRPr sz="1799" kern="1200">
          <a:solidFill>
            <a:schemeClr val="tx1"/>
          </a:solidFill>
          <a:latin typeface="+mn-lt"/>
          <a:ea typeface="+mn-ea"/>
          <a:cs typeface="+mn-cs"/>
        </a:defRPr>
      </a:lvl4pPr>
      <a:lvl5pPr marL="1828251" algn="l" defTabSz="914126" rtl="0" eaLnBrk="1" latinLnBrk="0" hangingPunct="1">
        <a:defRPr sz="1799" kern="1200">
          <a:solidFill>
            <a:schemeClr val="tx1"/>
          </a:solidFill>
          <a:latin typeface="+mn-lt"/>
          <a:ea typeface="+mn-ea"/>
          <a:cs typeface="+mn-cs"/>
        </a:defRPr>
      </a:lvl5pPr>
      <a:lvl6pPr marL="2285314" algn="l" defTabSz="914126" rtl="0" eaLnBrk="1" latinLnBrk="0" hangingPunct="1">
        <a:defRPr sz="1799" kern="1200">
          <a:solidFill>
            <a:schemeClr val="tx1"/>
          </a:solidFill>
          <a:latin typeface="+mn-lt"/>
          <a:ea typeface="+mn-ea"/>
          <a:cs typeface="+mn-cs"/>
        </a:defRPr>
      </a:lvl6pPr>
      <a:lvl7pPr marL="2742377" algn="l" defTabSz="914126" rtl="0" eaLnBrk="1" latinLnBrk="0" hangingPunct="1">
        <a:defRPr sz="1799" kern="1200">
          <a:solidFill>
            <a:schemeClr val="tx1"/>
          </a:solidFill>
          <a:latin typeface="+mn-lt"/>
          <a:ea typeface="+mn-ea"/>
          <a:cs typeface="+mn-cs"/>
        </a:defRPr>
      </a:lvl7pPr>
      <a:lvl8pPr marL="3199440" algn="l" defTabSz="914126" rtl="0" eaLnBrk="1" latinLnBrk="0" hangingPunct="1">
        <a:defRPr sz="1799" kern="1200">
          <a:solidFill>
            <a:schemeClr val="tx1"/>
          </a:solidFill>
          <a:latin typeface="+mn-lt"/>
          <a:ea typeface="+mn-ea"/>
          <a:cs typeface="+mn-cs"/>
        </a:defRPr>
      </a:lvl8pPr>
      <a:lvl9pPr marL="3656503" algn="l" defTabSz="914126" rtl="0" eaLnBrk="1" latinLnBrk="0"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6.jpg"/><Relationship Id="rId7"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9.jpg"/><Relationship Id="rId5" Type="http://schemas.openxmlformats.org/officeDocument/2006/relationships/image" Target="../media/image8.jpg"/><Relationship Id="rId4" Type="http://schemas.openxmlformats.org/officeDocument/2006/relationships/image" Target="../media/image7.jp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2.xml.rels><?xml version="1.0" encoding="UTF-8" standalone="yes"?>
<Relationships xmlns="http://schemas.openxmlformats.org/package/2006/relationships"><Relationship Id="rId3" Type="http://schemas.openxmlformats.org/officeDocument/2006/relationships/hyperlink" Target="https://www.npmjs.com/package/@openui5/types" TargetMode="External"/><Relationship Id="rId2" Type="http://schemas.openxmlformats.org/officeDocument/2006/relationships/hyperlink" Target="http://definitelytyped.org/" TargetMode="External"/><Relationship Id="rId1" Type="http://schemas.openxmlformats.org/officeDocument/2006/relationships/slideLayout" Target="../slideLayouts/slideLayout62.xml"/><Relationship Id="rId5" Type="http://schemas.openxmlformats.org/officeDocument/2006/relationships/image" Target="../media/image11.png"/><Relationship Id="rId4" Type="http://schemas.openxmlformats.org/officeDocument/2006/relationships/hyperlink" Target="https://github.com/SAP-samples/ui5-cap-event-app/blob/js-with-typescript-support/README.md" TargetMode="Externa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1.png"/><Relationship Id="rId1" Type="http://schemas.openxmlformats.org/officeDocument/2006/relationships/slideLayout" Target="../slideLayouts/slideLayout62.xml"/><Relationship Id="rId5"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1.png"/><Relationship Id="rId1" Type="http://schemas.openxmlformats.org/officeDocument/2006/relationships/slideLayout" Target="../slideLayouts/slideLayout62.xml"/><Relationship Id="rId5" Type="http://schemas.openxmlformats.org/officeDocument/2006/relationships/image" Target="../media/image19.png"/><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2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2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1.jpg"/><Relationship Id="rId1" Type="http://schemas.openxmlformats.org/officeDocument/2006/relationships/slideLayout" Target="../slideLayouts/slideLayout23.xml"/></Relationships>
</file>

<file path=ppt/slides/_rels/slide23.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23.xml"/><Relationship Id="rId5" Type="http://schemas.openxmlformats.org/officeDocument/2006/relationships/image" Target="../media/image4.png"/><Relationship Id="rId4" Type="http://schemas.openxmlformats.org/officeDocument/2006/relationships/hyperlink" Target="http://www.dribbble.com/" TargetMode="External"/></Relationships>
</file>

<file path=ppt/slides/_rels/slide24.xml.rels><?xml version="1.0" encoding="UTF-8" standalone="yes"?>
<Relationships xmlns="http://schemas.openxmlformats.org/package/2006/relationships"><Relationship Id="rId8" Type="http://schemas.openxmlformats.org/officeDocument/2006/relationships/image" Target="../media/image27.jpeg"/><Relationship Id="rId3" Type="http://schemas.openxmlformats.org/officeDocument/2006/relationships/image" Target="../media/image22.jpeg"/><Relationship Id="rId7" Type="http://schemas.openxmlformats.org/officeDocument/2006/relationships/image" Target="../media/image26.tiff"/><Relationship Id="rId2" Type="http://schemas.openxmlformats.org/officeDocument/2006/relationships/notesSlide" Target="../notesSlides/notesSlide5.xml"/><Relationship Id="rId1" Type="http://schemas.openxmlformats.org/officeDocument/2006/relationships/slideLayout" Target="../slideLayouts/slideLayout40.xml"/><Relationship Id="rId6" Type="http://schemas.openxmlformats.org/officeDocument/2006/relationships/image" Target="../media/image25.tiff"/><Relationship Id="rId5" Type="http://schemas.openxmlformats.org/officeDocument/2006/relationships/image" Target="../media/image24.tiff"/><Relationship Id="rId4" Type="http://schemas.openxmlformats.org/officeDocument/2006/relationships/image" Target="../media/image23.tiff"/><Relationship Id="rId9"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1"/>
          <p:cNvSpPr txBox="1">
            <a:spLocks noGrp="1"/>
          </p:cNvSpPr>
          <p:nvPr>
            <p:ph type="ctrTitle"/>
          </p:nvPr>
        </p:nvSpPr>
        <p:spPr>
          <a:xfrm>
            <a:off x="910460" y="1569141"/>
            <a:ext cx="9194620" cy="1979512"/>
          </a:xfrm>
          <a:prstGeom prst="rect">
            <a:avLst/>
          </a:prstGeom>
          <a:noFill/>
          <a:ln>
            <a:noFill/>
          </a:ln>
        </p:spPr>
        <p:txBody>
          <a:bodyPr spcFirstLastPara="1" wrap="square" lIns="0" tIns="60925" rIns="0" bIns="60925" anchor="ctr" anchorCtr="0">
            <a:noAutofit/>
          </a:bodyPr>
          <a:lstStyle/>
          <a:p>
            <a:pPr lvl="0" algn="ctr">
              <a:buClr>
                <a:srgbClr val="194060"/>
              </a:buClr>
            </a:pPr>
            <a:r>
              <a:rPr lang="en-US" dirty="0">
                <a:solidFill>
                  <a:srgbClr val="00B050"/>
                </a:solidFill>
                <a:latin typeface="Arial Black" panose="020B0A04020102020204" pitchFamily="34" charset="0"/>
              </a:rPr>
              <a:t>SAP BTP CAPM</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“TypeScript”</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for Developers</a:t>
            </a:r>
            <a:endParaRPr dirty="0">
              <a:solidFill>
                <a:srgbClr val="00B050"/>
              </a:solidFill>
            </a:endParaRPr>
          </a:p>
        </p:txBody>
      </p:sp>
      <p:pic>
        <p:nvPicPr>
          <p:cNvPr id="497" name="Google Shape;497;p1"/>
          <p:cNvPicPr preferRelativeResize="0"/>
          <p:nvPr/>
        </p:nvPicPr>
        <p:blipFill rotWithShape="1">
          <a:blip r:embed="rId3">
            <a:alphaModFix/>
          </a:blip>
          <a:srcRect/>
          <a:stretch/>
        </p:blipFill>
        <p:spPr>
          <a:xfrm>
            <a:off x="9262764" y="1268760"/>
            <a:ext cx="1733995" cy="1656184"/>
          </a:xfrm>
          <a:prstGeom prst="rect">
            <a:avLst/>
          </a:prstGeom>
          <a:noFill/>
          <a:ln>
            <a:noFill/>
          </a:ln>
        </p:spPr>
      </p:pic>
      <p:pic>
        <p:nvPicPr>
          <p:cNvPr id="498" name="Google Shape;498;p1"/>
          <p:cNvPicPr preferRelativeResize="0"/>
          <p:nvPr/>
        </p:nvPicPr>
        <p:blipFill rotWithShape="1">
          <a:blip r:embed="rId3">
            <a:alphaModFix/>
          </a:blip>
          <a:srcRect/>
          <a:stretch/>
        </p:blipFill>
        <p:spPr>
          <a:xfrm>
            <a:off x="133977" y="5551900"/>
            <a:ext cx="776483" cy="741639"/>
          </a:xfrm>
          <a:prstGeom prst="rect">
            <a:avLst/>
          </a:prstGeom>
          <a:noFill/>
          <a:ln>
            <a:noFill/>
          </a:ln>
        </p:spPr>
      </p:pic>
      <p:sp>
        <p:nvSpPr>
          <p:cNvPr id="500" name="Google Shape;500;p1"/>
          <p:cNvSpPr txBox="1"/>
          <p:nvPr/>
        </p:nvSpPr>
        <p:spPr>
          <a:xfrm>
            <a:off x="2698834" y="599964"/>
            <a:ext cx="6048672" cy="584775"/>
          </a:xfrm>
          <a:prstGeom prst="rect">
            <a:avLst/>
          </a:prstGeom>
          <a:gradFill>
            <a:gsLst>
              <a:gs pos="0">
                <a:srgbClr val="F3FCFF"/>
              </a:gs>
              <a:gs pos="35000">
                <a:srgbClr val="F6FCFF"/>
              </a:gs>
              <a:gs pos="100000">
                <a:srgbClr val="FBFFFF"/>
              </a:gs>
            </a:gsLst>
            <a:lin ang="16200000" scaled="0"/>
          </a:gra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0" i="0" u="none" strike="noStrike" cap="none" dirty="0">
                <a:solidFill>
                  <a:srgbClr val="579130"/>
                </a:solidFill>
                <a:latin typeface="Corben"/>
                <a:ea typeface="Corben"/>
                <a:cs typeface="Corben"/>
                <a:sym typeface="Corben"/>
              </a:rPr>
              <a:t>DAY-1 	</a:t>
            </a:r>
            <a:endParaRPr sz="3200" dirty="0">
              <a:solidFill>
                <a:srgbClr val="579130"/>
              </a:solidFill>
              <a:latin typeface="Corben"/>
              <a:ea typeface="Corben"/>
              <a:cs typeface="Corben"/>
              <a:sym typeface="Corben"/>
            </a:endParaRPr>
          </a:p>
        </p:txBody>
      </p:sp>
      <p:sp>
        <p:nvSpPr>
          <p:cNvPr id="2" name="TextBox 1"/>
          <p:cNvSpPr txBox="1"/>
          <p:nvPr/>
        </p:nvSpPr>
        <p:spPr>
          <a:xfrm>
            <a:off x="4589890" y="3524363"/>
            <a:ext cx="1835759" cy="338554"/>
          </a:xfrm>
          <a:prstGeom prst="rect">
            <a:avLst/>
          </a:prstGeom>
          <a:noFill/>
        </p:spPr>
        <p:txBody>
          <a:bodyPr wrap="none" rtlCol="0">
            <a:spAutoFit/>
          </a:bodyPr>
          <a:lstStyle/>
          <a:p>
            <a:r>
              <a:rPr lang="en-US" sz="1600" b="1" dirty="0">
                <a:solidFill>
                  <a:srgbClr val="283E69"/>
                </a:solidFill>
              </a:rPr>
              <a:t>Anubhav Oberoy</a:t>
            </a:r>
          </a:p>
        </p:txBody>
      </p:sp>
      <p:sp>
        <p:nvSpPr>
          <p:cNvPr id="9" name="Subtitle 736">
            <a:extLst>
              <a:ext uri="{FF2B5EF4-FFF2-40B4-BE49-F238E27FC236}">
                <a16:creationId xmlns:a16="http://schemas.microsoft.com/office/drawing/2014/main" id="{700EA347-9CC8-4879-9255-16687B0BED48}"/>
              </a:ext>
            </a:extLst>
          </p:cNvPr>
          <p:cNvSpPr txBox="1">
            <a:spLocks/>
          </p:cNvSpPr>
          <p:nvPr/>
        </p:nvSpPr>
        <p:spPr>
          <a:xfrm>
            <a:off x="2698834" y="4484357"/>
            <a:ext cx="5086633"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pPr>
              <a:buClrTx/>
            </a:pPr>
            <a:r>
              <a:rPr lang="en-IN" spc="100" dirty="0">
                <a:solidFill>
                  <a:srgbClr val="283E69"/>
                </a:solidFill>
                <a:latin typeface="Cooper Black" panose="0208090404030B020404" pitchFamily="18" charset="0"/>
              </a:rPr>
              <a:t>www.AnubhavTrainings.com</a:t>
            </a:r>
          </a:p>
        </p:txBody>
      </p:sp>
      <p:sp>
        <p:nvSpPr>
          <p:cNvPr id="11" name="TextBox 10">
            <a:extLst>
              <a:ext uri="{FF2B5EF4-FFF2-40B4-BE49-F238E27FC236}">
                <a16:creationId xmlns:a16="http://schemas.microsoft.com/office/drawing/2014/main" id="{66565992-7E12-89E4-D7DB-B3B44A1FB17D}"/>
              </a:ext>
            </a:extLst>
          </p:cNvPr>
          <p:cNvSpPr txBox="1"/>
          <p:nvPr/>
        </p:nvSpPr>
        <p:spPr>
          <a:xfrm>
            <a:off x="3388935" y="4846349"/>
            <a:ext cx="3963274" cy="338554"/>
          </a:xfrm>
          <a:prstGeom prst="rect">
            <a:avLst/>
          </a:prstGeom>
          <a:noFill/>
        </p:spPr>
        <p:txBody>
          <a:bodyPr wrap="square" rtlCol="0">
            <a:spAutoFit/>
          </a:bodyPr>
          <a:lstStyle/>
          <a:p>
            <a:pPr defTabSz="1218987">
              <a:buClrTx/>
              <a:buFontTx/>
              <a:buNone/>
            </a:pPr>
            <a:r>
              <a:rPr lang="en-US" sz="1600" b="1" kern="1200" dirty="0">
                <a:solidFill>
                  <a:srgbClr val="FFC000"/>
                </a:solidFill>
                <a:latin typeface="Segoe UI"/>
                <a:ea typeface="+mn-ea"/>
                <a:cs typeface="+mn-cs"/>
              </a:rPr>
              <a:t>Follow excellence with sheer passion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arn(inVertical)">
                                      <p:cBhvr>
                                        <p:cTn id="7" dur="500"/>
                                        <p:tgtEl>
                                          <p:spTgt spid="9"/>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500"/>
                                        </p:tgtEl>
                                        <p:attrNameLst>
                                          <p:attrName>style.visibility</p:attrName>
                                        </p:attrNameLst>
                                      </p:cBhvr>
                                      <p:to>
                                        <p:strVal val="visible"/>
                                      </p:to>
                                    </p:set>
                                    <p:animEffect transition="in" filter="barn(inVertical)">
                                      <p:cBhvr>
                                        <p:cTn id="15" dur="500"/>
                                        <p:tgtEl>
                                          <p:spTgt spid="500"/>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grpId="0" nodeType="clickEffect">
                                  <p:stCondLst>
                                    <p:cond delay="0"/>
                                  </p:stCondLst>
                                  <p:childTnLst>
                                    <p:set>
                                      <p:cBhvr>
                                        <p:cTn id="19" dur="1" fill="hold">
                                          <p:stCondLst>
                                            <p:cond delay="0"/>
                                          </p:stCondLst>
                                        </p:cTn>
                                        <p:tgtEl>
                                          <p:spTgt spid="496"/>
                                        </p:tgtEl>
                                        <p:attrNameLst>
                                          <p:attrName>style.visibility</p:attrName>
                                        </p:attrNameLst>
                                      </p:cBhvr>
                                      <p:to>
                                        <p:strVal val="visible"/>
                                      </p:to>
                                    </p:set>
                                    <p:animEffect transition="in" filter="barn(inVertical)">
                                      <p:cBhvr>
                                        <p:cTn id="20" dur="500"/>
                                        <p:tgtEl>
                                          <p:spTgt spid="496"/>
                                        </p:tgtEl>
                                      </p:cBhvr>
                                    </p:animEffect>
                                  </p:childTnLst>
                                </p:cTn>
                              </p:par>
                              <p:par>
                                <p:cTn id="21" presetID="16" presetClass="entr" presetSubtype="21"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barn(inVertical)">
                                      <p:cBhvr>
                                        <p:cTn id="2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6" grpId="0"/>
      <p:bldP spid="500" grpId="0" animBg="1"/>
      <p:bldP spid="2" grpId="0"/>
      <p:bldP spid="9" grpId="0"/>
      <p:bldP spid="11"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3806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2"/>
          <p:cNvSpPr/>
          <p:nvPr/>
        </p:nvSpPr>
        <p:spPr>
          <a:xfrm>
            <a:off x="-21424" y="4797151"/>
            <a:ext cx="3729207" cy="2055451"/>
          </a:xfrm>
          <a:custGeom>
            <a:avLst/>
            <a:gdLst/>
            <a:ahLst/>
            <a:cxnLst/>
            <a:rect l="l" t="t" r="r" b="b"/>
            <a:pathLst>
              <a:path w="3278485" h="1905635" extrusionOk="0">
                <a:moveTo>
                  <a:pt x="1348581" y="0"/>
                </a:moveTo>
                <a:cubicBezTo>
                  <a:pt x="2348490" y="0"/>
                  <a:pt x="3170908" y="759925"/>
                  <a:pt x="3269805" y="1733741"/>
                </a:cubicBezTo>
                <a:lnTo>
                  <a:pt x="3278485" y="1905635"/>
                </a:lnTo>
                <a:lnTo>
                  <a:pt x="0" y="1905635"/>
                </a:lnTo>
                <a:lnTo>
                  <a:pt x="0" y="550202"/>
                </a:lnTo>
                <a:lnTo>
                  <a:pt x="120162" y="440991"/>
                </a:lnTo>
                <a:cubicBezTo>
                  <a:pt x="453987" y="165495"/>
                  <a:pt x="881957" y="0"/>
                  <a:pt x="1348581" y="0"/>
                </a:cubicBez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07" name="Google Shape;507;p2"/>
          <p:cNvSpPr/>
          <p:nvPr/>
        </p:nvSpPr>
        <p:spPr>
          <a:xfrm>
            <a:off x="-21424" y="4952366"/>
            <a:ext cx="3278485" cy="1905635"/>
          </a:xfrm>
          <a:custGeom>
            <a:avLst/>
            <a:gdLst/>
            <a:ahLst/>
            <a:cxnLst/>
            <a:rect l="l" t="t" r="r" b="b"/>
            <a:pathLst>
              <a:path w="3278485" h="1905635" extrusionOk="0">
                <a:moveTo>
                  <a:pt x="1348581" y="0"/>
                </a:moveTo>
                <a:cubicBezTo>
                  <a:pt x="2348490" y="0"/>
                  <a:pt x="3170908" y="759925"/>
                  <a:pt x="3269805" y="1733741"/>
                </a:cubicBezTo>
                <a:lnTo>
                  <a:pt x="3278485" y="1905635"/>
                </a:lnTo>
                <a:lnTo>
                  <a:pt x="0" y="1905635"/>
                </a:lnTo>
                <a:lnTo>
                  <a:pt x="0" y="550202"/>
                </a:lnTo>
                <a:lnTo>
                  <a:pt x="120162" y="440991"/>
                </a:lnTo>
                <a:cubicBezTo>
                  <a:pt x="453987" y="165495"/>
                  <a:pt x="881957" y="0"/>
                  <a:pt x="1348581" y="0"/>
                </a:cubicBez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08" name="Google Shape;508;p2"/>
          <p:cNvSpPr txBox="1">
            <a:spLocks noGrp="1"/>
          </p:cNvSpPr>
          <p:nvPr>
            <p:ph type="title"/>
          </p:nvPr>
        </p:nvSpPr>
        <p:spPr>
          <a:xfrm>
            <a:off x="682738" y="190775"/>
            <a:ext cx="4432285" cy="732234"/>
          </a:xfrm>
          <a:prstGeom prst="rect">
            <a:avLst/>
          </a:prstGeom>
          <a:noFill/>
          <a:ln>
            <a:noFill/>
          </a:ln>
        </p:spPr>
        <p:txBody>
          <a:bodyPr spcFirstLastPara="1" wrap="square" lIns="0" tIns="60925" rIns="0" bIns="60925" anchor="b" anchorCtr="0">
            <a:noAutofit/>
          </a:bodyPr>
          <a:lstStyle/>
          <a:p>
            <a:pPr marL="0" lvl="0" indent="0" algn="l" rtl="0">
              <a:spcBef>
                <a:spcPts val="0"/>
              </a:spcBef>
              <a:spcAft>
                <a:spcPts val="0"/>
              </a:spcAft>
              <a:buClr>
                <a:schemeClr val="lt1"/>
              </a:buClr>
              <a:buSzPts val="3600"/>
              <a:buFont typeface="Corben"/>
              <a:buNone/>
            </a:pPr>
            <a:r>
              <a:rPr lang="en-US" sz="3600" dirty="0">
                <a:latin typeface="Corben"/>
                <a:ea typeface="Corben"/>
                <a:cs typeface="Corben"/>
                <a:sym typeface="Corben"/>
              </a:rPr>
              <a:t>Agenda</a:t>
            </a:r>
            <a:r>
              <a:rPr lang="en-US" dirty="0"/>
              <a:t> </a:t>
            </a:r>
            <a:endParaRPr dirty="0"/>
          </a:p>
        </p:txBody>
      </p:sp>
      <p:grpSp>
        <p:nvGrpSpPr>
          <p:cNvPr id="509" name="Google Shape;509;p2"/>
          <p:cNvGrpSpPr/>
          <p:nvPr/>
        </p:nvGrpSpPr>
        <p:grpSpPr>
          <a:xfrm>
            <a:off x="3835664" y="440668"/>
            <a:ext cx="6124544" cy="859686"/>
            <a:chOff x="3657616" y="440668"/>
            <a:chExt cx="6124544" cy="859686"/>
          </a:xfrm>
        </p:grpSpPr>
        <p:sp>
          <p:nvSpPr>
            <p:cNvPr id="510" name="Google Shape;51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11" name="Google Shape;511;p2"/>
            <p:cNvSpPr txBox="1"/>
            <p:nvPr/>
          </p:nvSpPr>
          <p:spPr>
            <a:xfrm>
              <a:off x="4601587" y="636144"/>
              <a:ext cx="5180573"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dirty="0">
                  <a:ln>
                    <a:noFill/>
                  </a:ln>
                  <a:solidFill>
                    <a:srgbClr val="1B294E"/>
                  </a:solidFill>
                  <a:effectLst/>
                  <a:uLnTx/>
                  <a:uFillTx/>
                  <a:latin typeface="Corben"/>
                  <a:ea typeface="Corben"/>
                  <a:cs typeface="Corben"/>
                  <a:sym typeface="Corben"/>
                </a:rPr>
                <a:t>Who is this course for</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12" name="Google Shape;512;p2"/>
            <p:cNvGrpSpPr/>
            <p:nvPr/>
          </p:nvGrpSpPr>
          <p:grpSpPr>
            <a:xfrm>
              <a:off x="3657616" y="440668"/>
              <a:ext cx="852620" cy="852620"/>
              <a:chOff x="3657616" y="440668"/>
              <a:chExt cx="852620" cy="852620"/>
            </a:xfrm>
          </p:grpSpPr>
          <p:grpSp>
            <p:nvGrpSpPr>
              <p:cNvPr id="513" name="Google Shape;513;p2"/>
              <p:cNvGrpSpPr/>
              <p:nvPr/>
            </p:nvGrpSpPr>
            <p:grpSpPr>
              <a:xfrm>
                <a:off x="3657616" y="440668"/>
                <a:ext cx="852620" cy="852620"/>
                <a:chOff x="3657616" y="440668"/>
                <a:chExt cx="1008112" cy="1008112"/>
              </a:xfrm>
            </p:grpSpPr>
            <p:sp>
              <p:nvSpPr>
                <p:cNvPr id="514" name="Google Shape;51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15" name="Google Shape;515;p2"/>
                <p:cNvGrpSpPr/>
                <p:nvPr/>
              </p:nvGrpSpPr>
              <p:grpSpPr>
                <a:xfrm>
                  <a:off x="3765628" y="548680"/>
                  <a:ext cx="792088" cy="792088"/>
                  <a:chOff x="4197016" y="548680"/>
                  <a:chExt cx="792088" cy="792088"/>
                </a:xfrm>
              </p:grpSpPr>
              <p:sp>
                <p:nvSpPr>
                  <p:cNvPr id="516" name="Google Shape;51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17" name="Google Shape;51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18" name="Google Shape;51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01</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19" name="Google Shape;519;p2"/>
          <p:cNvGrpSpPr/>
          <p:nvPr/>
        </p:nvGrpSpPr>
        <p:grpSpPr>
          <a:xfrm>
            <a:off x="4716549" y="2138925"/>
            <a:ext cx="6931310" cy="859686"/>
            <a:chOff x="3657616" y="440668"/>
            <a:chExt cx="6931310" cy="859686"/>
          </a:xfrm>
        </p:grpSpPr>
        <p:sp>
          <p:nvSpPr>
            <p:cNvPr id="520" name="Google Shape;52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21" name="Google Shape;521;p2"/>
            <p:cNvSpPr txBox="1"/>
            <p:nvPr/>
          </p:nvSpPr>
          <p:spPr>
            <a:xfrm>
              <a:off x="4601587" y="636144"/>
              <a:ext cx="5987339" cy="46162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Introduction to Type script</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22" name="Google Shape;522;p2"/>
            <p:cNvGrpSpPr/>
            <p:nvPr/>
          </p:nvGrpSpPr>
          <p:grpSpPr>
            <a:xfrm>
              <a:off x="3657616" y="440668"/>
              <a:ext cx="852620" cy="852620"/>
              <a:chOff x="3657616" y="440668"/>
              <a:chExt cx="852620" cy="852620"/>
            </a:xfrm>
          </p:grpSpPr>
          <p:grpSp>
            <p:nvGrpSpPr>
              <p:cNvPr id="523" name="Google Shape;523;p2"/>
              <p:cNvGrpSpPr/>
              <p:nvPr/>
            </p:nvGrpSpPr>
            <p:grpSpPr>
              <a:xfrm>
                <a:off x="3657616" y="440668"/>
                <a:ext cx="852620" cy="852620"/>
                <a:chOff x="3657616" y="440668"/>
                <a:chExt cx="1008112" cy="1008112"/>
              </a:xfrm>
            </p:grpSpPr>
            <p:sp>
              <p:nvSpPr>
                <p:cNvPr id="524" name="Google Shape;52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25" name="Google Shape;525;p2"/>
                <p:cNvGrpSpPr/>
                <p:nvPr/>
              </p:nvGrpSpPr>
              <p:grpSpPr>
                <a:xfrm>
                  <a:off x="3765628" y="548680"/>
                  <a:ext cx="792088" cy="792088"/>
                  <a:chOff x="4197016" y="548680"/>
                  <a:chExt cx="792088" cy="792088"/>
                </a:xfrm>
              </p:grpSpPr>
              <p:sp>
                <p:nvSpPr>
                  <p:cNvPr id="526" name="Google Shape;52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27" name="Google Shape;52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28" name="Google Shape;52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02</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29" name="Google Shape;529;p2"/>
          <p:cNvGrpSpPr/>
          <p:nvPr/>
        </p:nvGrpSpPr>
        <p:grpSpPr>
          <a:xfrm>
            <a:off x="5023671" y="3788587"/>
            <a:ext cx="6475255" cy="900677"/>
            <a:chOff x="3657616" y="399677"/>
            <a:chExt cx="5629459" cy="900677"/>
          </a:xfrm>
        </p:grpSpPr>
        <p:sp>
          <p:nvSpPr>
            <p:cNvPr id="530" name="Google Shape;53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31" name="Google Shape;531;p2"/>
            <p:cNvSpPr txBox="1"/>
            <p:nvPr/>
          </p:nvSpPr>
          <p:spPr>
            <a:xfrm>
              <a:off x="4479785" y="399677"/>
              <a:ext cx="4807290" cy="49847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2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1B294E"/>
                </a:solidFill>
                <a:effectLst/>
                <a:uLnTx/>
                <a:uFillTx/>
                <a:latin typeface="Corben"/>
                <a:ea typeface="Corben"/>
                <a:cs typeface="Corben"/>
                <a:sym typeface="Corben"/>
              </a:endParaRPr>
            </a:p>
          </p:txBody>
        </p:sp>
        <p:grpSp>
          <p:nvGrpSpPr>
            <p:cNvPr id="532" name="Google Shape;532;p2"/>
            <p:cNvGrpSpPr/>
            <p:nvPr/>
          </p:nvGrpSpPr>
          <p:grpSpPr>
            <a:xfrm>
              <a:off x="3657616" y="440668"/>
              <a:ext cx="852620" cy="852620"/>
              <a:chOff x="3657616" y="440668"/>
              <a:chExt cx="852620" cy="852620"/>
            </a:xfrm>
          </p:grpSpPr>
          <p:grpSp>
            <p:nvGrpSpPr>
              <p:cNvPr id="533" name="Google Shape;533;p2"/>
              <p:cNvGrpSpPr/>
              <p:nvPr/>
            </p:nvGrpSpPr>
            <p:grpSpPr>
              <a:xfrm>
                <a:off x="3657616" y="440668"/>
                <a:ext cx="852620" cy="852620"/>
                <a:chOff x="3657616" y="440668"/>
                <a:chExt cx="1008112" cy="1008112"/>
              </a:xfrm>
            </p:grpSpPr>
            <p:sp>
              <p:nvSpPr>
                <p:cNvPr id="534" name="Google Shape;53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35" name="Google Shape;535;p2"/>
                <p:cNvGrpSpPr/>
                <p:nvPr/>
              </p:nvGrpSpPr>
              <p:grpSpPr>
                <a:xfrm>
                  <a:off x="3765628" y="548680"/>
                  <a:ext cx="792088" cy="792088"/>
                  <a:chOff x="4197016" y="548680"/>
                  <a:chExt cx="792088" cy="792088"/>
                </a:xfrm>
              </p:grpSpPr>
              <p:sp>
                <p:nvSpPr>
                  <p:cNvPr id="536" name="Google Shape;53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37" name="Google Shape;53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38" name="Google Shape;53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03</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39" name="Google Shape;539;p2"/>
          <p:cNvGrpSpPr/>
          <p:nvPr/>
        </p:nvGrpSpPr>
        <p:grpSpPr>
          <a:xfrm>
            <a:off x="4831467" y="5520231"/>
            <a:ext cx="6939132" cy="859686"/>
            <a:chOff x="3657616" y="440668"/>
            <a:chExt cx="6939132" cy="859686"/>
          </a:xfrm>
        </p:grpSpPr>
        <p:sp>
          <p:nvSpPr>
            <p:cNvPr id="540" name="Google Shape;54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41" name="Google Shape;541;p2"/>
            <p:cNvSpPr txBox="1"/>
            <p:nvPr/>
          </p:nvSpPr>
          <p:spPr>
            <a:xfrm>
              <a:off x="4601588" y="636144"/>
              <a:ext cx="5995160"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Advance type </a:t>
              </a:r>
              <a:r>
                <a:rPr kumimoji="0" lang="en-US" sz="2400" b="0" i="0" u="none" strike="noStrike" kern="0" cap="none" spc="0" normalizeH="0" baseline="0" noProof="0">
                  <a:ln>
                    <a:noFill/>
                  </a:ln>
                  <a:solidFill>
                    <a:srgbClr val="1B294E"/>
                  </a:solidFill>
                  <a:effectLst/>
                  <a:uLnTx/>
                  <a:uFillTx/>
                  <a:latin typeface="Corben"/>
                  <a:ea typeface="Corben"/>
                  <a:cs typeface="Corben"/>
                  <a:sym typeface="Corben"/>
                </a:rPr>
                <a:t>script concepts</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42" name="Google Shape;542;p2"/>
            <p:cNvGrpSpPr/>
            <p:nvPr/>
          </p:nvGrpSpPr>
          <p:grpSpPr>
            <a:xfrm>
              <a:off x="3657616" y="440668"/>
              <a:ext cx="852620" cy="852620"/>
              <a:chOff x="3657616" y="440668"/>
              <a:chExt cx="852620" cy="852620"/>
            </a:xfrm>
          </p:grpSpPr>
          <p:grpSp>
            <p:nvGrpSpPr>
              <p:cNvPr id="543" name="Google Shape;543;p2"/>
              <p:cNvGrpSpPr/>
              <p:nvPr/>
            </p:nvGrpSpPr>
            <p:grpSpPr>
              <a:xfrm>
                <a:off x="3657616" y="440668"/>
                <a:ext cx="852620" cy="852620"/>
                <a:chOff x="3657616" y="440668"/>
                <a:chExt cx="1008112" cy="1008112"/>
              </a:xfrm>
            </p:grpSpPr>
            <p:sp>
              <p:nvSpPr>
                <p:cNvPr id="544" name="Google Shape;54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45" name="Google Shape;545;p2"/>
                <p:cNvGrpSpPr/>
                <p:nvPr/>
              </p:nvGrpSpPr>
              <p:grpSpPr>
                <a:xfrm>
                  <a:off x="3765628" y="548680"/>
                  <a:ext cx="792088" cy="792088"/>
                  <a:chOff x="4197016" y="548680"/>
                  <a:chExt cx="792088" cy="792088"/>
                </a:xfrm>
              </p:grpSpPr>
              <p:sp>
                <p:nvSpPr>
                  <p:cNvPr id="546" name="Google Shape;54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47" name="Google Shape;54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48" name="Google Shape;54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04</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pic>
        <p:nvPicPr>
          <p:cNvPr id="550" name="Google Shape;550;p2"/>
          <p:cNvPicPr preferRelativeResize="0"/>
          <p:nvPr/>
        </p:nvPicPr>
        <p:blipFill rotWithShape="1">
          <a:blip r:embed="rId3">
            <a:alphaModFix/>
          </a:blip>
          <a:srcRect/>
          <a:stretch/>
        </p:blipFill>
        <p:spPr>
          <a:xfrm>
            <a:off x="-37569" y="6255475"/>
            <a:ext cx="662338" cy="632616"/>
          </a:xfrm>
          <a:prstGeom prst="rect">
            <a:avLst/>
          </a:prstGeom>
          <a:noFill/>
          <a:ln>
            <a:noFill/>
          </a:ln>
        </p:spPr>
      </p:pic>
      <p:sp>
        <p:nvSpPr>
          <p:cNvPr id="552"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75C042"/>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75C042"/>
              </a:solidFill>
              <a:effectLst/>
              <a:uLnTx/>
              <a:uFillTx/>
              <a:latin typeface="Cambria" panose="02040503050406030204" pitchFamily="18" charset="0"/>
              <a:ea typeface="Cambria" panose="02040503050406030204" pitchFamily="18" charset="0"/>
              <a:cs typeface="Corben"/>
              <a:sym typeface="Corben"/>
            </a:endParaRPr>
          </a:p>
        </p:txBody>
      </p:sp>
      <p:sp>
        <p:nvSpPr>
          <p:cNvPr id="553" name="Google Shape;553;p2"/>
          <p:cNvSpPr txBox="1"/>
          <p:nvPr/>
        </p:nvSpPr>
        <p:spPr>
          <a:xfrm>
            <a:off x="5978935" y="4041964"/>
            <a:ext cx="6208303" cy="46162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Interfaces, Types, Classes</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pic>
        <p:nvPicPr>
          <p:cNvPr id="50"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7306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08"/>
                                        </p:tgtEl>
                                        <p:attrNameLst>
                                          <p:attrName>style.visibility</p:attrName>
                                        </p:attrNameLst>
                                      </p:cBhvr>
                                      <p:to>
                                        <p:strVal val="visible"/>
                                      </p:to>
                                    </p:set>
                                    <p:animEffect transition="in" filter="barn(inVertical)">
                                      <p:cBhvr>
                                        <p:cTn id="7" dur="500"/>
                                        <p:tgtEl>
                                          <p:spTgt spid="508"/>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509"/>
                                        </p:tgtEl>
                                        <p:attrNameLst>
                                          <p:attrName>style.visibility</p:attrName>
                                        </p:attrNameLst>
                                      </p:cBhvr>
                                      <p:to>
                                        <p:strVal val="visible"/>
                                      </p:to>
                                    </p:set>
                                    <p:animEffect transition="in" filter="barn(inVertical)">
                                      <p:cBhvr>
                                        <p:cTn id="12" dur="500"/>
                                        <p:tgtEl>
                                          <p:spTgt spid="509"/>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519"/>
                                        </p:tgtEl>
                                        <p:attrNameLst>
                                          <p:attrName>style.visibility</p:attrName>
                                        </p:attrNameLst>
                                      </p:cBhvr>
                                      <p:to>
                                        <p:strVal val="visible"/>
                                      </p:to>
                                    </p:set>
                                    <p:animEffect transition="in" filter="barn(inVertical)">
                                      <p:cBhvr>
                                        <p:cTn id="17" dur="500"/>
                                        <p:tgtEl>
                                          <p:spTgt spid="519"/>
                                        </p:tgtEl>
                                      </p:cBhvr>
                                    </p:animEffect>
                                  </p:childTnLst>
                                </p:cTn>
                              </p:par>
                            </p:childTnLst>
                          </p:cTn>
                        </p:par>
                      </p:childTnLst>
                    </p:cTn>
                  </p:par>
                  <p:par>
                    <p:cTn id="18" fill="hold">
                      <p:stCondLst>
                        <p:cond delay="indefinite"/>
                      </p:stCondLst>
                      <p:childTnLst>
                        <p:par>
                          <p:cTn id="19" fill="hold">
                            <p:stCondLst>
                              <p:cond delay="0"/>
                            </p:stCondLst>
                            <p:childTnLst>
                              <p:par>
                                <p:cTn id="20" presetID="16" presetClass="entr" presetSubtype="21" fill="hold" grpId="0" nodeType="clickEffect">
                                  <p:stCondLst>
                                    <p:cond delay="0"/>
                                  </p:stCondLst>
                                  <p:childTnLst>
                                    <p:set>
                                      <p:cBhvr>
                                        <p:cTn id="21" dur="1" fill="hold">
                                          <p:stCondLst>
                                            <p:cond delay="0"/>
                                          </p:stCondLst>
                                        </p:cTn>
                                        <p:tgtEl>
                                          <p:spTgt spid="553"/>
                                        </p:tgtEl>
                                        <p:attrNameLst>
                                          <p:attrName>style.visibility</p:attrName>
                                        </p:attrNameLst>
                                      </p:cBhvr>
                                      <p:to>
                                        <p:strVal val="visible"/>
                                      </p:to>
                                    </p:set>
                                    <p:animEffect transition="in" filter="barn(inVertical)">
                                      <p:cBhvr>
                                        <p:cTn id="22" dur="500"/>
                                        <p:tgtEl>
                                          <p:spTgt spid="553"/>
                                        </p:tgtEl>
                                      </p:cBhvr>
                                    </p:animEffect>
                                  </p:childTnLst>
                                </p:cTn>
                              </p:par>
                              <p:par>
                                <p:cTn id="23" presetID="16" presetClass="entr" presetSubtype="21" fill="hold" nodeType="withEffect">
                                  <p:stCondLst>
                                    <p:cond delay="0"/>
                                  </p:stCondLst>
                                  <p:childTnLst>
                                    <p:set>
                                      <p:cBhvr>
                                        <p:cTn id="24" dur="1" fill="hold">
                                          <p:stCondLst>
                                            <p:cond delay="0"/>
                                          </p:stCondLst>
                                        </p:cTn>
                                        <p:tgtEl>
                                          <p:spTgt spid="529"/>
                                        </p:tgtEl>
                                        <p:attrNameLst>
                                          <p:attrName>style.visibility</p:attrName>
                                        </p:attrNameLst>
                                      </p:cBhvr>
                                      <p:to>
                                        <p:strVal val="visible"/>
                                      </p:to>
                                    </p:set>
                                    <p:animEffect transition="in" filter="barn(inVertical)">
                                      <p:cBhvr>
                                        <p:cTn id="25" dur="500"/>
                                        <p:tgtEl>
                                          <p:spTgt spid="529"/>
                                        </p:tgtEl>
                                      </p:cBhvr>
                                    </p:animEffect>
                                  </p:childTnLst>
                                </p:cTn>
                              </p:par>
                            </p:childTnLst>
                          </p:cTn>
                        </p:par>
                      </p:childTnLst>
                    </p:cTn>
                  </p:par>
                  <p:par>
                    <p:cTn id="26" fill="hold">
                      <p:stCondLst>
                        <p:cond delay="indefinite"/>
                      </p:stCondLst>
                      <p:childTnLst>
                        <p:par>
                          <p:cTn id="27" fill="hold">
                            <p:stCondLst>
                              <p:cond delay="0"/>
                            </p:stCondLst>
                            <p:childTnLst>
                              <p:par>
                                <p:cTn id="28" presetID="16" presetClass="entr" presetSubtype="21" fill="hold" nodeType="clickEffect">
                                  <p:stCondLst>
                                    <p:cond delay="0"/>
                                  </p:stCondLst>
                                  <p:childTnLst>
                                    <p:set>
                                      <p:cBhvr>
                                        <p:cTn id="29" dur="1" fill="hold">
                                          <p:stCondLst>
                                            <p:cond delay="0"/>
                                          </p:stCondLst>
                                        </p:cTn>
                                        <p:tgtEl>
                                          <p:spTgt spid="539"/>
                                        </p:tgtEl>
                                        <p:attrNameLst>
                                          <p:attrName>style.visibility</p:attrName>
                                        </p:attrNameLst>
                                      </p:cBhvr>
                                      <p:to>
                                        <p:strVal val="visible"/>
                                      </p:to>
                                    </p:set>
                                    <p:animEffect transition="in" filter="barn(inVertical)">
                                      <p:cBhvr>
                                        <p:cTn id="30" dur="500"/>
                                        <p:tgtEl>
                                          <p:spTgt spid="5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8" grpId="0"/>
      <p:bldP spid="55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Placeholder 35">
            <a:extLst>
              <a:ext uri="{FF2B5EF4-FFF2-40B4-BE49-F238E27FC236}">
                <a16:creationId xmlns:a16="http://schemas.microsoft.com/office/drawing/2014/main" id="{984BD025-E8D6-4986-ACB4-348E6D14FD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06180" y="607234"/>
            <a:ext cx="727947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p:spPr>
      </p:pic>
      <p:sp>
        <p:nvSpPr>
          <p:cNvPr id="4" name="Rectangle: Rounded Corners 968">
            <a:extLst>
              <a:ext uri="{FF2B5EF4-FFF2-40B4-BE49-F238E27FC236}">
                <a16:creationId xmlns:a16="http://schemas.microsoft.com/office/drawing/2014/main" id="{9A03188F-313C-4343-89F8-26EF3ADF19BC}"/>
              </a:ext>
            </a:extLst>
          </p:cNvPr>
          <p:cNvSpPr/>
          <p:nvPr/>
        </p:nvSpPr>
        <p:spPr>
          <a:xfrm>
            <a:off x="5466844" y="3474497"/>
            <a:ext cx="4553934" cy="2776268"/>
          </a:xfrm>
          <a:prstGeom prst="roundRect">
            <a:avLst>
              <a:gd name="adj" fmla="val 8835"/>
            </a:avLst>
          </a:prstGeom>
          <a:solidFill>
            <a:srgbClr val="00B050"/>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5" name="TextBox 4">
            <a:extLst>
              <a:ext uri="{FF2B5EF4-FFF2-40B4-BE49-F238E27FC236}">
                <a16:creationId xmlns:a16="http://schemas.microsoft.com/office/drawing/2014/main" id="{AF63EEB3-F05E-4EFB-A873-46F319EDA936}"/>
              </a:ext>
            </a:extLst>
          </p:cNvPr>
          <p:cNvSpPr txBox="1"/>
          <p:nvPr/>
        </p:nvSpPr>
        <p:spPr>
          <a:xfrm>
            <a:off x="5983196" y="3883286"/>
            <a:ext cx="3529104" cy="615553"/>
          </a:xfrm>
          <a:prstGeom prst="rect">
            <a:avLst/>
          </a:prstGeom>
          <a:noFill/>
        </p:spPr>
        <p:txBody>
          <a:bodyPr wrap="square" lIns="0" tIns="0" rIns="0" bIns="0"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IN" sz="4000" b="1" i="0" u="none" strike="noStrike" kern="1200" cap="none" spc="0" normalizeH="0" baseline="0" noProof="0" dirty="0">
                <a:ln>
                  <a:noFill/>
                </a:ln>
                <a:solidFill>
                  <a:prstClr val="white"/>
                </a:solidFill>
                <a:effectLst/>
                <a:uLnTx/>
                <a:uFillTx/>
                <a:latin typeface="Segoe UI"/>
                <a:ea typeface="+mn-ea"/>
                <a:cs typeface="+mn-cs"/>
              </a:rPr>
              <a:t>Introduction</a:t>
            </a:r>
            <a:endParaRPr kumimoji="0" lang="en-IN" sz="4000" b="1" i="0" u="none" strike="noStrike" kern="1200" cap="none" spc="0" normalizeH="0" baseline="0" noProof="0" dirty="0">
              <a:ln>
                <a:noFill/>
              </a:ln>
              <a:solidFill>
                <a:prstClr val="white"/>
              </a:solidFill>
              <a:effectLst/>
              <a:uLnTx/>
              <a:uFillTx/>
              <a:latin typeface="Segoe UI Light" panose="020B0502040204020203" pitchFamily="34" charset="0"/>
              <a:ea typeface="+mn-ea"/>
              <a:cs typeface="Segoe UI Light" panose="020B0502040204020203" pitchFamily="34" charset="0"/>
            </a:endParaRPr>
          </a:p>
        </p:txBody>
      </p:sp>
      <p:sp>
        <p:nvSpPr>
          <p:cNvPr id="6" name="TextBox 5">
            <a:extLst>
              <a:ext uri="{FF2B5EF4-FFF2-40B4-BE49-F238E27FC236}">
                <a16:creationId xmlns:a16="http://schemas.microsoft.com/office/drawing/2014/main" id="{1A0F3EB3-F5B2-4451-8944-2519F6807F15}"/>
              </a:ext>
            </a:extLst>
          </p:cNvPr>
          <p:cNvSpPr txBox="1"/>
          <p:nvPr/>
        </p:nvSpPr>
        <p:spPr>
          <a:xfrm>
            <a:off x="5940975" y="4498839"/>
            <a:ext cx="3529104" cy="984885"/>
          </a:xfrm>
          <a:prstGeom prst="rect">
            <a:avLst/>
          </a:prstGeom>
          <a:noFill/>
        </p:spPr>
        <p:txBody>
          <a:bodyPr wrap="square" lIns="0" tIns="0" rIns="0" bIns="0" rtlCol="0" anchor="t">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black">
                    <a:lumMod val="75000"/>
                    <a:lumOff val="25000"/>
                  </a:prstClr>
                </a:solidFill>
                <a:effectLst/>
                <a:uLnTx/>
                <a:uFillTx/>
                <a:latin typeface="Segoe UI" panose="020B0502040204020203" pitchFamily="34" charset="0"/>
                <a:ea typeface="Calibri Light" charset="0"/>
                <a:cs typeface="Segoe UI" panose="020B0502040204020203" pitchFamily="34" charset="0"/>
              </a:rPr>
              <a:t>Welcome to the BTP CAP Type Script training,</a:t>
            </a:r>
            <a:r>
              <a:rPr kumimoji="0" lang="en-US" sz="1600" b="0" i="0" u="none" strike="noStrike" kern="0" cap="none" spc="0" normalizeH="0" noProof="0" dirty="0">
                <a:ln>
                  <a:noFill/>
                </a:ln>
                <a:solidFill>
                  <a:prstClr val="black">
                    <a:lumMod val="75000"/>
                    <a:lumOff val="25000"/>
                  </a:prstClr>
                </a:solidFill>
                <a:effectLst/>
                <a:uLnTx/>
                <a:uFillTx/>
                <a:latin typeface="Segoe UI" panose="020B0502040204020203" pitchFamily="34" charset="0"/>
                <a:ea typeface="Calibri Light" charset="0"/>
                <a:cs typeface="Segoe UI" panose="020B0502040204020203" pitchFamily="34" charset="0"/>
              </a:rPr>
              <a:t> The training is designed specifically for Fiori &amp; CAP developers to migrate projects to Type Script</a:t>
            </a:r>
            <a:endParaRPr kumimoji="0" lang="en-US" sz="1600" b="0" i="0" u="none" strike="noStrike" kern="1200" cap="none" spc="0" normalizeH="0" baseline="0" noProof="0" dirty="0">
              <a:ln>
                <a:noFill/>
              </a:ln>
              <a:solidFill>
                <a:prstClr val="black">
                  <a:lumMod val="75000"/>
                  <a:lumOff val="25000"/>
                </a:prstClr>
              </a:solidFill>
              <a:effectLst/>
              <a:uLnTx/>
              <a:uFillTx/>
              <a:latin typeface="Segoe UI" panose="020B0502040204020203" pitchFamily="34" charset="0"/>
              <a:ea typeface="Calibri Light" charset="0"/>
              <a:cs typeface="Segoe UI" panose="020B0502040204020203" pitchFamily="34" charset="0"/>
            </a:endParaRPr>
          </a:p>
        </p:txBody>
      </p:sp>
      <p:grpSp>
        <p:nvGrpSpPr>
          <p:cNvPr id="7" name="Group 6">
            <a:extLst>
              <a:ext uri="{FF2B5EF4-FFF2-40B4-BE49-F238E27FC236}">
                <a16:creationId xmlns:a16="http://schemas.microsoft.com/office/drawing/2014/main" id="{1C86F990-08A5-4110-8C03-B0D18CCCACC8}"/>
              </a:ext>
            </a:extLst>
          </p:cNvPr>
          <p:cNvGrpSpPr/>
          <p:nvPr/>
        </p:nvGrpSpPr>
        <p:grpSpPr>
          <a:xfrm>
            <a:off x="5940975" y="5825370"/>
            <a:ext cx="617354" cy="109990"/>
            <a:chOff x="6006451" y="5603130"/>
            <a:chExt cx="617354" cy="109990"/>
          </a:xfrm>
        </p:grpSpPr>
        <p:sp>
          <p:nvSpPr>
            <p:cNvPr id="8" name="Rectangle 5">
              <a:extLst>
                <a:ext uri="{FF2B5EF4-FFF2-40B4-BE49-F238E27FC236}">
                  <a16:creationId xmlns:a16="http://schemas.microsoft.com/office/drawing/2014/main" id="{CCB87286-5103-4700-AC2B-DF04BD9D7EFC}"/>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srgbClr val="AAC1A2"/>
                </a:solidFill>
                <a:effectLst/>
                <a:uLnTx/>
                <a:uFillTx/>
                <a:latin typeface="Segoe UI"/>
                <a:ea typeface="+mn-ea"/>
                <a:cs typeface="+mn-cs"/>
              </a:endParaRPr>
            </a:p>
          </p:txBody>
        </p:sp>
        <p:sp>
          <p:nvSpPr>
            <p:cNvPr id="9" name="Rectangle 5">
              <a:extLst>
                <a:ext uri="{FF2B5EF4-FFF2-40B4-BE49-F238E27FC236}">
                  <a16:creationId xmlns:a16="http://schemas.microsoft.com/office/drawing/2014/main" id="{2D0F020C-961B-4DC7-A96C-D3933097D995}"/>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srgbClr val="AAC1A2"/>
                </a:solidFill>
                <a:effectLst/>
                <a:uLnTx/>
                <a:uFillTx/>
                <a:latin typeface="Segoe UI"/>
                <a:ea typeface="+mn-ea"/>
                <a:cs typeface="+mn-cs"/>
              </a:endParaRPr>
            </a:p>
          </p:txBody>
        </p:sp>
        <p:sp>
          <p:nvSpPr>
            <p:cNvPr id="10" name="Rectangle 5">
              <a:extLst>
                <a:ext uri="{FF2B5EF4-FFF2-40B4-BE49-F238E27FC236}">
                  <a16:creationId xmlns:a16="http://schemas.microsoft.com/office/drawing/2014/main" id="{11A82165-5A27-4E8B-9852-5AB8EDC0DFE0}"/>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srgbClr val="AAC1A2"/>
                </a:solidFill>
                <a:effectLst/>
                <a:uLnTx/>
                <a:uFillTx/>
                <a:latin typeface="Segoe UI"/>
                <a:ea typeface="+mn-ea"/>
                <a:cs typeface="+mn-cs"/>
              </a:endParaRPr>
            </a:p>
          </p:txBody>
        </p:sp>
      </p:grpSp>
      <p:sp>
        <p:nvSpPr>
          <p:cNvPr id="11" name="Minus 10"/>
          <p:cNvSpPr/>
          <p:nvPr/>
        </p:nvSpPr>
        <p:spPr>
          <a:xfrm>
            <a:off x="5898754" y="6314025"/>
            <a:ext cx="3571325" cy="72008"/>
          </a:xfrm>
          <a:prstGeom prst="mathMinus">
            <a:avLst/>
          </a:prstGeom>
          <a:solidFill>
            <a:srgbClr val="75C042"/>
          </a:solidFill>
          <a:ln>
            <a:solidFill>
              <a:srgbClr val="75C04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Segoe UI"/>
              <a:ea typeface="+mn-ea"/>
              <a:cs typeface="+mn-cs"/>
            </a:endParaRPr>
          </a:p>
        </p:txBody>
      </p:sp>
      <p:sp>
        <p:nvSpPr>
          <p:cNvPr id="12" name="Google Shape;845;p16"/>
          <p:cNvSpPr/>
          <p:nvPr/>
        </p:nvSpPr>
        <p:spPr>
          <a:xfrm>
            <a:off x="-2" y="0"/>
            <a:ext cx="3790157" cy="982572"/>
          </a:xfrm>
          <a:custGeom>
            <a:avLst/>
            <a:gdLst/>
            <a:ahLst/>
            <a:cxnLst/>
            <a:rect l="l" t="t" r="r" b="b"/>
            <a:pathLst>
              <a:path w="1993020" h="1803466" extrusionOk="0">
                <a:moveTo>
                  <a:pt x="0" y="0"/>
                </a:moveTo>
                <a:lnTo>
                  <a:pt x="1993020" y="0"/>
                </a:lnTo>
                <a:lnTo>
                  <a:pt x="1229306" y="1803466"/>
                </a:lnTo>
                <a:lnTo>
                  <a:pt x="0" y="1803466"/>
                </a:lnTo>
                <a:lnTo>
                  <a:pt x="0" y="0"/>
                </a:lnTo>
                <a:close/>
              </a:path>
            </a:pathLst>
          </a:custGeom>
          <a:solidFill>
            <a:srgbClr val="75C042"/>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75C042"/>
              </a:solidFill>
              <a:effectLst/>
              <a:uLnTx/>
              <a:uFillTx/>
              <a:latin typeface="Calibri"/>
              <a:ea typeface="Calibri"/>
              <a:cs typeface="Calibri"/>
              <a:sym typeface="Calibri"/>
            </a:endParaRPr>
          </a:p>
        </p:txBody>
      </p:sp>
      <p:sp>
        <p:nvSpPr>
          <p:cNvPr id="13" name="Minus 12"/>
          <p:cNvSpPr/>
          <p:nvPr/>
        </p:nvSpPr>
        <p:spPr>
          <a:xfrm>
            <a:off x="-386308" y="1048251"/>
            <a:ext cx="3096344" cy="72008"/>
          </a:xfrm>
          <a:prstGeom prst="mathMinus">
            <a:avLst/>
          </a:prstGeom>
          <a:solidFill>
            <a:srgbClr val="75C042"/>
          </a:solidFill>
          <a:ln>
            <a:solidFill>
              <a:srgbClr val="75C04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Segoe UI"/>
              <a:ea typeface="+mn-ea"/>
              <a:cs typeface="+mn-cs"/>
            </a:endParaRPr>
          </a:p>
        </p:txBody>
      </p:sp>
      <p:sp>
        <p:nvSpPr>
          <p:cNvPr id="14" name="Google Shape;552;p2"/>
          <p:cNvSpPr txBox="1"/>
          <p:nvPr/>
        </p:nvSpPr>
        <p:spPr>
          <a:xfrm>
            <a:off x="9361065" y="6471307"/>
            <a:ext cx="293815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8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endParaRPr>
          </a:p>
        </p:txBody>
      </p:sp>
      <p:sp>
        <p:nvSpPr>
          <p:cNvPr id="16" name="TextBox 15">
            <a:extLst>
              <a:ext uri="{FF2B5EF4-FFF2-40B4-BE49-F238E27FC236}">
                <a16:creationId xmlns:a16="http://schemas.microsoft.com/office/drawing/2014/main" id="{F654CA03-8569-49F8-9893-34C384845174}"/>
              </a:ext>
            </a:extLst>
          </p:cNvPr>
          <p:cNvSpPr txBox="1"/>
          <p:nvPr/>
        </p:nvSpPr>
        <p:spPr>
          <a:xfrm>
            <a:off x="233203" y="3637063"/>
            <a:ext cx="3526565" cy="2154436"/>
          </a:xfrm>
          <a:prstGeom prst="rect">
            <a:avLst/>
          </a:prstGeom>
          <a:noFill/>
        </p:spPr>
        <p:txBody>
          <a:bodyPr wrap="square" lIns="0" tIns="0" rIns="0" bIns="0" rtlCol="0" anchor="t">
            <a:spAutoFit/>
          </a:bodyPr>
          <a:lstStyle/>
          <a:p>
            <a:r>
              <a:rPr lang="en-US" dirty="0">
                <a:solidFill>
                  <a:srgbClr val="283E69"/>
                </a:solidFill>
                <a:latin typeface="Segoe UI" panose="020B0502040204020203" pitchFamily="34" charset="0"/>
                <a:ea typeface="Calibri Light" charset="0"/>
                <a:cs typeface="Segoe UI" panose="020B0502040204020203" pitchFamily="34" charset="0"/>
              </a:rPr>
              <a:t>This course is designed exclusively for SAP BTP developers who are already proficient in JavaScript, Node.js, the CAP framework, and the BTP platform. It covers only the TypeScript-specific knowledge and migration patterns needed to transition existing BTP projects from JavaScript to TypeScript — no platform orientation, no Node.js fundamentals, and no CAP architecture basics.</a:t>
            </a:r>
          </a:p>
        </p:txBody>
      </p:sp>
      <p:pic>
        <p:nvPicPr>
          <p:cNvPr id="1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06182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arn(inVertical)">
                                      <p:cBhvr>
                                        <p:cTn id="7" dur="500"/>
                                        <p:tgtEl>
                                          <p:spTgt spid="3"/>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barn(inVertical)">
                                      <p:cBhvr>
                                        <p:cTn id="10" dur="500"/>
                                        <p:tgtEl>
                                          <p:spTgt spid="5"/>
                                        </p:tgtEl>
                                      </p:cBhvr>
                                    </p:animEffect>
                                  </p:childTnLst>
                                </p:cTn>
                              </p:par>
                              <p:par>
                                <p:cTn id="11" presetID="16" presetClass="entr" presetSubtype="21"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barn(inVertical)">
                                      <p:cBhvr>
                                        <p:cTn id="13" dur="500"/>
                                        <p:tgtEl>
                                          <p:spTgt spid="6"/>
                                        </p:tgtEl>
                                      </p:cBhvr>
                                    </p:animEffect>
                                  </p:childTnLst>
                                </p:cTn>
                              </p:par>
                              <p:par>
                                <p:cTn id="14" presetID="16" presetClass="entr" presetSubtype="21" fill="hold"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arn(inVertical)">
                                      <p:cBhvr>
                                        <p:cTn id="16" dur="500"/>
                                        <p:tgtEl>
                                          <p:spTgt spid="7"/>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barn(inVertical)">
                                      <p:cBhvr>
                                        <p:cTn id="19" dur="500"/>
                                        <p:tgtEl>
                                          <p:spTgt spid="4"/>
                                        </p:tgtEl>
                                      </p:cBhvr>
                                    </p:animEffect>
                                  </p:childTnLst>
                                </p:cTn>
                              </p:par>
                              <p:par>
                                <p:cTn id="20" presetID="16" presetClass="entr" presetSubtype="21"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barn(inVertical)">
                                      <p:cBhvr>
                                        <p:cTn id="22" dur="500"/>
                                        <p:tgtEl>
                                          <p:spTgt spid="11"/>
                                        </p:tgtEl>
                                      </p:cBhvr>
                                    </p:animEffect>
                                  </p:childTnLst>
                                </p:cTn>
                              </p:par>
                              <p:par>
                                <p:cTn id="23" presetID="16" presetClass="entr" presetSubtype="21"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barn(inVertical)">
                                      <p:cBhvr>
                                        <p:cTn id="25"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11" grpId="0" animBg="1"/>
      <p:bldP spid="16"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ACD98C"/>
        </a:solidFill>
        <a:effectLst/>
      </p:bgPr>
    </p:bg>
    <p:spTree>
      <p:nvGrpSpPr>
        <p:cNvPr id="1" name="Shape 558"/>
        <p:cNvGrpSpPr/>
        <p:nvPr/>
      </p:nvGrpSpPr>
      <p:grpSpPr>
        <a:xfrm>
          <a:off x="0" y="0"/>
          <a:ext cx="0" cy="0"/>
          <a:chOff x="0" y="0"/>
          <a:chExt cx="0" cy="0"/>
        </a:xfrm>
      </p:grpSpPr>
      <p:sp>
        <p:nvSpPr>
          <p:cNvPr id="559" name="Google Shape;559;p3"/>
          <p:cNvSpPr txBox="1">
            <a:spLocks noGrp="1"/>
          </p:cNvSpPr>
          <p:nvPr>
            <p:ph type="title"/>
          </p:nvPr>
        </p:nvSpPr>
        <p:spPr>
          <a:xfrm>
            <a:off x="112541" y="48811"/>
            <a:ext cx="7244862" cy="720080"/>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rgbClr val="1B294E"/>
              </a:buClr>
              <a:buSzPts val="3600"/>
              <a:buFont typeface="Corben"/>
              <a:buNone/>
            </a:pPr>
            <a:r>
              <a:rPr lang="en-US" dirty="0">
                <a:solidFill>
                  <a:schemeClr val="tx1">
                    <a:lumMod val="50000"/>
                  </a:schemeClr>
                </a:solidFill>
                <a:latin typeface="Corben"/>
                <a:ea typeface="Corben"/>
                <a:cs typeface="Corben"/>
                <a:sym typeface="Corben"/>
              </a:rPr>
              <a:t>Who is this course for</a:t>
            </a:r>
            <a:endParaRPr dirty="0">
              <a:solidFill>
                <a:schemeClr val="tx1">
                  <a:lumMod val="50000"/>
                </a:schemeClr>
              </a:solidFill>
            </a:endParaRPr>
          </a:p>
        </p:txBody>
      </p:sp>
      <p:pic>
        <p:nvPicPr>
          <p:cNvPr id="563" name="Google Shape;563;p3" descr="A person standing in a field&#10;&#10;Description automatically generated with low confidence"/>
          <p:cNvPicPr preferRelativeResize="0"/>
          <p:nvPr/>
        </p:nvPicPr>
        <p:blipFill rotWithShape="1">
          <a:blip r:embed="rId3">
            <a:alphaModFix/>
          </a:blip>
          <a:srcRect l="28636" t="17313" r="28636" b="20279"/>
          <a:stretch/>
        </p:blipFill>
        <p:spPr>
          <a:xfrm>
            <a:off x="1053852" y="1425551"/>
            <a:ext cx="1846661" cy="1846658"/>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pic>
        <p:nvPicPr>
          <p:cNvPr id="564" name="Google Shape;564;p3" descr="A person wearing glasses&#10;&#10;Description automatically generated with medium confidence"/>
          <p:cNvPicPr preferRelativeResize="0"/>
          <p:nvPr/>
        </p:nvPicPr>
        <p:blipFill rotWithShape="1">
          <a:blip r:embed="rId4">
            <a:alphaModFix/>
          </a:blip>
          <a:srcRect l="27338" t="16047" r="27339" b="16046"/>
          <a:stretch/>
        </p:blipFill>
        <p:spPr>
          <a:xfrm>
            <a:off x="9983784" y="1425551"/>
            <a:ext cx="1846661" cy="1846659"/>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pic>
        <p:nvPicPr>
          <p:cNvPr id="565" name="Google Shape;565;p3" descr="A picture containing text, person&#10;&#10;Description automatically generated"/>
          <p:cNvPicPr preferRelativeResize="0"/>
          <p:nvPr/>
        </p:nvPicPr>
        <p:blipFill rotWithShape="1">
          <a:blip r:embed="rId5">
            <a:alphaModFix/>
          </a:blip>
          <a:srcRect l="19184" t="14435" r="36161" b="18672"/>
          <a:stretch/>
        </p:blipFill>
        <p:spPr>
          <a:xfrm>
            <a:off x="1018867" y="4235432"/>
            <a:ext cx="1828647" cy="1828645"/>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pic>
        <p:nvPicPr>
          <p:cNvPr id="566" name="Google Shape;566;p3" descr="A person with long hair&#10;&#10;Description automatically generated with medium confidence"/>
          <p:cNvPicPr preferRelativeResize="0"/>
          <p:nvPr/>
        </p:nvPicPr>
        <p:blipFill rotWithShape="1">
          <a:blip r:embed="rId6">
            <a:alphaModFix/>
          </a:blip>
          <a:srcRect l="30390" t="16070" r="22114" b="12684"/>
          <a:stretch/>
        </p:blipFill>
        <p:spPr>
          <a:xfrm>
            <a:off x="9809849" y="4235432"/>
            <a:ext cx="1955107" cy="1955104"/>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sp>
        <p:nvSpPr>
          <p:cNvPr id="567" name="Google Shape;567;p3"/>
          <p:cNvSpPr txBox="1"/>
          <p:nvPr/>
        </p:nvSpPr>
        <p:spPr>
          <a:xfrm>
            <a:off x="3214092" y="1582341"/>
            <a:ext cx="2766126" cy="184661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dirty="0">
                <a:solidFill>
                  <a:srgbClr val="1B294E"/>
                </a:solidFill>
                <a:latin typeface="Quattrocento Sans"/>
                <a:ea typeface="Quattrocento Sans"/>
                <a:cs typeface="Quattrocento Sans"/>
                <a:sym typeface="Quattrocento Sans"/>
              </a:rPr>
              <a:t>BTP Consultant</a:t>
            </a:r>
            <a:endParaRPr dirty="0"/>
          </a:p>
          <a:p>
            <a:pPr marL="0" marR="0" lvl="0" indent="0" algn="ctr" rtl="0">
              <a:spcBef>
                <a:spcPts val="0"/>
              </a:spcBef>
              <a:spcAft>
                <a:spcPts val="0"/>
              </a:spcAft>
              <a:buNone/>
            </a:pPr>
            <a:r>
              <a:rPr lang="en-US" sz="1800" b="1" dirty="0">
                <a:solidFill>
                  <a:srgbClr val="1B294E"/>
                </a:solidFill>
                <a:latin typeface="Quattrocento Sans"/>
                <a:ea typeface="Quattrocento Sans"/>
                <a:cs typeface="Quattrocento Sans"/>
                <a:sym typeface="Quattrocento Sans"/>
              </a:rPr>
              <a:t>James- </a:t>
            </a:r>
            <a:r>
              <a:rPr lang="en-US" sz="1800" dirty="0">
                <a:solidFill>
                  <a:srgbClr val="1B294E"/>
                </a:solidFill>
                <a:latin typeface="Quattrocento Sans"/>
                <a:ea typeface="Quattrocento Sans"/>
                <a:cs typeface="Quattrocento Sans"/>
                <a:sym typeface="Quattrocento Sans"/>
              </a:rPr>
              <a:t>Embrace the change in the development paradigm using advance syntax of Type Script</a:t>
            </a:r>
            <a:endParaRPr dirty="0"/>
          </a:p>
        </p:txBody>
      </p:sp>
      <p:sp>
        <p:nvSpPr>
          <p:cNvPr id="568" name="Google Shape;568;p3"/>
          <p:cNvSpPr txBox="1"/>
          <p:nvPr/>
        </p:nvSpPr>
        <p:spPr>
          <a:xfrm>
            <a:off x="6742484" y="1582341"/>
            <a:ext cx="2880320" cy="1661953"/>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dirty="0">
                <a:solidFill>
                  <a:srgbClr val="1B294E"/>
                </a:solidFill>
                <a:latin typeface="Quattrocento Sans"/>
                <a:ea typeface="Quattrocento Sans"/>
                <a:cs typeface="Quattrocento Sans"/>
                <a:sym typeface="Quattrocento Sans"/>
              </a:rPr>
              <a:t>CAP Developer</a:t>
            </a:r>
            <a:endParaRPr dirty="0"/>
          </a:p>
          <a:p>
            <a:pPr marL="0" marR="0" lvl="0" indent="0" algn="ctr" rtl="0">
              <a:spcBef>
                <a:spcPts val="0"/>
              </a:spcBef>
              <a:spcAft>
                <a:spcPts val="0"/>
              </a:spcAft>
              <a:buNone/>
            </a:pPr>
            <a:r>
              <a:rPr lang="en-US" sz="1800" b="1" dirty="0">
                <a:solidFill>
                  <a:srgbClr val="1B294E"/>
                </a:solidFill>
                <a:latin typeface="Quattrocento Sans"/>
                <a:ea typeface="Quattrocento Sans"/>
                <a:cs typeface="Quattrocento Sans"/>
                <a:sym typeface="Quattrocento Sans"/>
              </a:rPr>
              <a:t>Ruhaan-</a:t>
            </a:r>
            <a:r>
              <a:rPr lang="en-US" sz="2400" b="1" dirty="0">
                <a:solidFill>
                  <a:srgbClr val="1B294E"/>
                </a:solidFill>
                <a:latin typeface="Quattrocento Sans"/>
                <a:ea typeface="Quattrocento Sans"/>
                <a:cs typeface="Quattrocento Sans"/>
                <a:sym typeface="Quattrocento Sans"/>
              </a:rPr>
              <a:t> </a:t>
            </a:r>
            <a:r>
              <a:rPr lang="en-US" sz="1800" dirty="0">
                <a:solidFill>
                  <a:srgbClr val="1B294E"/>
                </a:solidFill>
                <a:latin typeface="Quattrocento Sans"/>
                <a:ea typeface="Quattrocento Sans"/>
                <a:cs typeface="Quattrocento Sans"/>
                <a:sym typeface="Quattrocento Sans"/>
              </a:rPr>
              <a:t>Migrate your existing Java Script code to Type Script code along with best practices</a:t>
            </a:r>
            <a:endParaRPr sz="2400" dirty="0">
              <a:solidFill>
                <a:srgbClr val="1B294E"/>
              </a:solidFill>
              <a:latin typeface="Quattrocento Sans"/>
              <a:ea typeface="Quattrocento Sans"/>
              <a:cs typeface="Quattrocento Sans"/>
              <a:sym typeface="Quattrocento Sans"/>
            </a:endParaRPr>
          </a:p>
        </p:txBody>
      </p:sp>
      <p:sp>
        <p:nvSpPr>
          <p:cNvPr id="569" name="Google Shape;569;p3"/>
          <p:cNvSpPr txBox="1"/>
          <p:nvPr/>
        </p:nvSpPr>
        <p:spPr>
          <a:xfrm>
            <a:off x="3222515" y="4494417"/>
            <a:ext cx="2766126" cy="184661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dirty="0">
                <a:solidFill>
                  <a:srgbClr val="1B294E"/>
                </a:solidFill>
                <a:latin typeface="Quattrocento Sans"/>
                <a:ea typeface="Quattrocento Sans"/>
                <a:cs typeface="Quattrocento Sans"/>
                <a:sym typeface="Quattrocento Sans"/>
              </a:rPr>
              <a:t>Fiori Developer</a:t>
            </a:r>
            <a:endParaRPr dirty="0"/>
          </a:p>
          <a:p>
            <a:pPr marL="0" marR="0" lvl="0" indent="0" algn="ctr" rtl="0">
              <a:spcBef>
                <a:spcPts val="0"/>
              </a:spcBef>
              <a:spcAft>
                <a:spcPts val="0"/>
              </a:spcAft>
              <a:buNone/>
            </a:pPr>
            <a:r>
              <a:rPr lang="en-US" sz="1800" b="1" dirty="0" err="1">
                <a:solidFill>
                  <a:srgbClr val="1B294E"/>
                </a:solidFill>
                <a:latin typeface="Quattrocento Sans"/>
                <a:ea typeface="Quattrocento Sans"/>
                <a:cs typeface="Quattrocento Sans"/>
                <a:sym typeface="Quattrocento Sans"/>
              </a:rPr>
              <a:t>Emayaa</a:t>
            </a:r>
            <a:r>
              <a:rPr lang="en-US" sz="1800" b="1" dirty="0">
                <a:solidFill>
                  <a:srgbClr val="1B294E"/>
                </a:solidFill>
                <a:latin typeface="Quattrocento Sans"/>
                <a:ea typeface="Quattrocento Sans"/>
                <a:cs typeface="Quattrocento Sans"/>
                <a:sym typeface="Quattrocento Sans"/>
              </a:rPr>
              <a:t> – </a:t>
            </a:r>
            <a:r>
              <a:rPr lang="en-US" sz="1800" dirty="0">
                <a:solidFill>
                  <a:srgbClr val="1B294E"/>
                </a:solidFill>
                <a:latin typeface="Quattrocento Sans"/>
                <a:ea typeface="Quattrocento Sans"/>
                <a:cs typeface="Quattrocento Sans"/>
                <a:sym typeface="Quattrocento Sans"/>
              </a:rPr>
              <a:t>Understand the syntax and changes which needs to be applied to logic to convert project to type script</a:t>
            </a:r>
            <a:endParaRPr sz="1800" dirty="0">
              <a:solidFill>
                <a:srgbClr val="1B294E"/>
              </a:solidFill>
              <a:latin typeface="Quattrocento Sans"/>
              <a:ea typeface="Quattrocento Sans"/>
              <a:cs typeface="Quattrocento Sans"/>
              <a:sym typeface="Quattrocento Sans"/>
            </a:endParaRPr>
          </a:p>
        </p:txBody>
      </p:sp>
      <p:sp>
        <p:nvSpPr>
          <p:cNvPr id="570" name="Google Shape;570;p3"/>
          <p:cNvSpPr txBox="1"/>
          <p:nvPr/>
        </p:nvSpPr>
        <p:spPr>
          <a:xfrm>
            <a:off x="6618413" y="4428154"/>
            <a:ext cx="3052352" cy="15696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dirty="0">
                <a:solidFill>
                  <a:srgbClr val="1B294E"/>
                </a:solidFill>
                <a:latin typeface="Quattrocento Sans"/>
                <a:ea typeface="Quattrocento Sans"/>
                <a:cs typeface="Quattrocento Sans"/>
                <a:sym typeface="Quattrocento Sans"/>
              </a:rPr>
              <a:t>Any SAP Consultant</a:t>
            </a:r>
            <a:endParaRPr dirty="0"/>
          </a:p>
          <a:p>
            <a:pPr marL="0" marR="0" lvl="0" indent="0" algn="ctr" rtl="0">
              <a:spcBef>
                <a:spcPts val="0"/>
              </a:spcBef>
              <a:spcAft>
                <a:spcPts val="0"/>
              </a:spcAft>
              <a:buNone/>
            </a:pPr>
            <a:r>
              <a:rPr lang="en-US" sz="1800" b="1" dirty="0">
                <a:solidFill>
                  <a:srgbClr val="1B294E"/>
                </a:solidFill>
                <a:latin typeface="Quattrocento Sans"/>
                <a:ea typeface="Quattrocento Sans"/>
                <a:cs typeface="Quattrocento Sans"/>
                <a:sym typeface="Quattrocento Sans"/>
              </a:rPr>
              <a:t>Ronny – </a:t>
            </a:r>
            <a:r>
              <a:rPr lang="en-US" sz="1800" dirty="0">
                <a:solidFill>
                  <a:srgbClr val="1B294E"/>
                </a:solidFill>
                <a:latin typeface="Quattrocento Sans"/>
                <a:ea typeface="Quattrocento Sans"/>
                <a:cs typeface="Quattrocento Sans"/>
                <a:sym typeface="Quattrocento Sans"/>
              </a:rPr>
              <a:t>Embrace Type Script knowledge to implement type safe application development</a:t>
            </a:r>
            <a:endParaRPr dirty="0"/>
          </a:p>
        </p:txBody>
      </p:sp>
      <p:pic>
        <p:nvPicPr>
          <p:cNvPr id="15"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16" name="Google Shape;552;p2"/>
          <p:cNvSpPr txBox="1"/>
          <p:nvPr/>
        </p:nvSpPr>
        <p:spPr>
          <a:xfrm>
            <a:off x="9361065" y="6471307"/>
            <a:ext cx="293815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8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59"/>
                                        </p:tgtEl>
                                        <p:attrNameLst>
                                          <p:attrName>style.visibility</p:attrName>
                                        </p:attrNameLst>
                                      </p:cBhvr>
                                      <p:to>
                                        <p:strVal val="visible"/>
                                      </p:to>
                                    </p:set>
                                    <p:animEffect transition="in" filter="barn(inVertical)">
                                      <p:cBhvr>
                                        <p:cTn id="7" dur="500"/>
                                        <p:tgtEl>
                                          <p:spTgt spid="559"/>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567"/>
                                        </p:tgtEl>
                                        <p:attrNameLst>
                                          <p:attrName>style.visibility</p:attrName>
                                        </p:attrNameLst>
                                      </p:cBhvr>
                                      <p:to>
                                        <p:strVal val="visible"/>
                                      </p:to>
                                    </p:set>
                                    <p:animEffect transition="in" filter="barn(inVertical)">
                                      <p:cBhvr>
                                        <p:cTn id="12" dur="500"/>
                                        <p:tgtEl>
                                          <p:spTgt spid="567"/>
                                        </p:tgtEl>
                                      </p:cBhvr>
                                    </p:animEffect>
                                  </p:childTnLst>
                                </p:cTn>
                              </p:par>
                              <p:par>
                                <p:cTn id="13" presetID="16" presetClass="entr" presetSubtype="21" fill="hold" nodeType="withEffect">
                                  <p:stCondLst>
                                    <p:cond delay="0"/>
                                  </p:stCondLst>
                                  <p:childTnLst>
                                    <p:set>
                                      <p:cBhvr>
                                        <p:cTn id="14" dur="1" fill="hold">
                                          <p:stCondLst>
                                            <p:cond delay="0"/>
                                          </p:stCondLst>
                                        </p:cTn>
                                        <p:tgtEl>
                                          <p:spTgt spid="563"/>
                                        </p:tgtEl>
                                        <p:attrNameLst>
                                          <p:attrName>style.visibility</p:attrName>
                                        </p:attrNameLst>
                                      </p:cBhvr>
                                      <p:to>
                                        <p:strVal val="visible"/>
                                      </p:to>
                                    </p:set>
                                    <p:animEffect transition="in" filter="barn(inVertical)">
                                      <p:cBhvr>
                                        <p:cTn id="15" dur="500"/>
                                        <p:tgtEl>
                                          <p:spTgt spid="56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grpId="0" nodeType="clickEffect">
                                  <p:stCondLst>
                                    <p:cond delay="0"/>
                                  </p:stCondLst>
                                  <p:childTnLst>
                                    <p:set>
                                      <p:cBhvr>
                                        <p:cTn id="19" dur="1" fill="hold">
                                          <p:stCondLst>
                                            <p:cond delay="0"/>
                                          </p:stCondLst>
                                        </p:cTn>
                                        <p:tgtEl>
                                          <p:spTgt spid="568"/>
                                        </p:tgtEl>
                                        <p:attrNameLst>
                                          <p:attrName>style.visibility</p:attrName>
                                        </p:attrNameLst>
                                      </p:cBhvr>
                                      <p:to>
                                        <p:strVal val="visible"/>
                                      </p:to>
                                    </p:set>
                                    <p:animEffect transition="in" filter="barn(inVertical)">
                                      <p:cBhvr>
                                        <p:cTn id="20" dur="500"/>
                                        <p:tgtEl>
                                          <p:spTgt spid="568"/>
                                        </p:tgtEl>
                                      </p:cBhvr>
                                    </p:animEffect>
                                  </p:childTnLst>
                                </p:cTn>
                              </p:par>
                              <p:par>
                                <p:cTn id="21" presetID="16" presetClass="entr" presetSubtype="21" fill="hold" nodeType="withEffect">
                                  <p:stCondLst>
                                    <p:cond delay="0"/>
                                  </p:stCondLst>
                                  <p:childTnLst>
                                    <p:set>
                                      <p:cBhvr>
                                        <p:cTn id="22" dur="1" fill="hold">
                                          <p:stCondLst>
                                            <p:cond delay="0"/>
                                          </p:stCondLst>
                                        </p:cTn>
                                        <p:tgtEl>
                                          <p:spTgt spid="564"/>
                                        </p:tgtEl>
                                        <p:attrNameLst>
                                          <p:attrName>style.visibility</p:attrName>
                                        </p:attrNameLst>
                                      </p:cBhvr>
                                      <p:to>
                                        <p:strVal val="visible"/>
                                      </p:to>
                                    </p:set>
                                    <p:animEffect transition="in" filter="barn(inVertical)">
                                      <p:cBhvr>
                                        <p:cTn id="23" dur="500"/>
                                        <p:tgtEl>
                                          <p:spTgt spid="564"/>
                                        </p:tgtEl>
                                      </p:cBhvr>
                                    </p:animEffect>
                                  </p:childTnLst>
                                </p:cTn>
                              </p:par>
                            </p:childTnLst>
                          </p:cTn>
                        </p:par>
                      </p:childTnLst>
                    </p:cTn>
                  </p:par>
                  <p:par>
                    <p:cTn id="24" fill="hold">
                      <p:stCondLst>
                        <p:cond delay="indefinite"/>
                      </p:stCondLst>
                      <p:childTnLst>
                        <p:par>
                          <p:cTn id="25" fill="hold">
                            <p:stCondLst>
                              <p:cond delay="0"/>
                            </p:stCondLst>
                            <p:childTnLst>
                              <p:par>
                                <p:cTn id="26" presetID="16" presetClass="entr" presetSubtype="21" fill="hold" nodeType="clickEffect">
                                  <p:stCondLst>
                                    <p:cond delay="0"/>
                                  </p:stCondLst>
                                  <p:childTnLst>
                                    <p:set>
                                      <p:cBhvr>
                                        <p:cTn id="27" dur="1" fill="hold">
                                          <p:stCondLst>
                                            <p:cond delay="0"/>
                                          </p:stCondLst>
                                        </p:cTn>
                                        <p:tgtEl>
                                          <p:spTgt spid="565"/>
                                        </p:tgtEl>
                                        <p:attrNameLst>
                                          <p:attrName>style.visibility</p:attrName>
                                        </p:attrNameLst>
                                      </p:cBhvr>
                                      <p:to>
                                        <p:strVal val="visible"/>
                                      </p:to>
                                    </p:set>
                                    <p:animEffect transition="in" filter="barn(inVertical)">
                                      <p:cBhvr>
                                        <p:cTn id="28" dur="500"/>
                                        <p:tgtEl>
                                          <p:spTgt spid="565"/>
                                        </p:tgtEl>
                                      </p:cBhvr>
                                    </p:animEffect>
                                  </p:childTnLst>
                                </p:cTn>
                              </p:par>
                              <p:par>
                                <p:cTn id="29" presetID="16" presetClass="entr" presetSubtype="21" fill="hold" grpId="0" nodeType="withEffect">
                                  <p:stCondLst>
                                    <p:cond delay="0"/>
                                  </p:stCondLst>
                                  <p:childTnLst>
                                    <p:set>
                                      <p:cBhvr>
                                        <p:cTn id="30" dur="1" fill="hold">
                                          <p:stCondLst>
                                            <p:cond delay="0"/>
                                          </p:stCondLst>
                                        </p:cTn>
                                        <p:tgtEl>
                                          <p:spTgt spid="569"/>
                                        </p:tgtEl>
                                        <p:attrNameLst>
                                          <p:attrName>style.visibility</p:attrName>
                                        </p:attrNameLst>
                                      </p:cBhvr>
                                      <p:to>
                                        <p:strVal val="visible"/>
                                      </p:to>
                                    </p:set>
                                    <p:animEffect transition="in" filter="barn(inVertical)">
                                      <p:cBhvr>
                                        <p:cTn id="31" dur="500"/>
                                        <p:tgtEl>
                                          <p:spTgt spid="569"/>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21" fill="hold" grpId="0" nodeType="clickEffect">
                                  <p:stCondLst>
                                    <p:cond delay="0"/>
                                  </p:stCondLst>
                                  <p:childTnLst>
                                    <p:set>
                                      <p:cBhvr>
                                        <p:cTn id="35" dur="1" fill="hold">
                                          <p:stCondLst>
                                            <p:cond delay="0"/>
                                          </p:stCondLst>
                                        </p:cTn>
                                        <p:tgtEl>
                                          <p:spTgt spid="570"/>
                                        </p:tgtEl>
                                        <p:attrNameLst>
                                          <p:attrName>style.visibility</p:attrName>
                                        </p:attrNameLst>
                                      </p:cBhvr>
                                      <p:to>
                                        <p:strVal val="visible"/>
                                      </p:to>
                                    </p:set>
                                    <p:animEffect transition="in" filter="barn(inVertical)">
                                      <p:cBhvr>
                                        <p:cTn id="36" dur="500"/>
                                        <p:tgtEl>
                                          <p:spTgt spid="570"/>
                                        </p:tgtEl>
                                      </p:cBhvr>
                                    </p:animEffect>
                                  </p:childTnLst>
                                </p:cTn>
                              </p:par>
                              <p:par>
                                <p:cTn id="37" presetID="16" presetClass="entr" presetSubtype="21" fill="hold" nodeType="withEffect">
                                  <p:stCondLst>
                                    <p:cond delay="0"/>
                                  </p:stCondLst>
                                  <p:childTnLst>
                                    <p:set>
                                      <p:cBhvr>
                                        <p:cTn id="38" dur="1" fill="hold">
                                          <p:stCondLst>
                                            <p:cond delay="0"/>
                                          </p:stCondLst>
                                        </p:cTn>
                                        <p:tgtEl>
                                          <p:spTgt spid="566"/>
                                        </p:tgtEl>
                                        <p:attrNameLst>
                                          <p:attrName>style.visibility</p:attrName>
                                        </p:attrNameLst>
                                      </p:cBhvr>
                                      <p:to>
                                        <p:strVal val="visible"/>
                                      </p:to>
                                    </p:set>
                                    <p:animEffect transition="in" filter="barn(inVertical)">
                                      <p:cBhvr>
                                        <p:cTn id="39" dur="500"/>
                                        <p:tgtEl>
                                          <p:spTgt spid="5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9" grpId="0"/>
      <p:bldP spid="567" grpId="0"/>
      <p:bldP spid="568" grpId="0"/>
      <p:bldP spid="569" grpId="0"/>
      <p:bldP spid="570"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75"/>
        <p:cNvGrpSpPr/>
        <p:nvPr/>
      </p:nvGrpSpPr>
      <p:grpSpPr>
        <a:xfrm>
          <a:off x="0" y="0"/>
          <a:ext cx="0" cy="0"/>
          <a:chOff x="0" y="0"/>
          <a:chExt cx="0" cy="0"/>
        </a:xfrm>
      </p:grpSpPr>
      <p:sp>
        <p:nvSpPr>
          <p:cNvPr id="576" name="Google Shape;576;p4"/>
          <p:cNvSpPr/>
          <p:nvPr/>
        </p:nvSpPr>
        <p:spPr>
          <a:xfrm>
            <a:off x="8658535"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7" name="Google Shape;577;p4"/>
          <p:cNvSpPr/>
          <p:nvPr/>
        </p:nvSpPr>
        <p:spPr>
          <a:xfrm>
            <a:off x="5797272"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8" name="Google Shape;578;p4"/>
          <p:cNvSpPr/>
          <p:nvPr/>
        </p:nvSpPr>
        <p:spPr>
          <a:xfrm>
            <a:off x="2755299"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9" name="Google Shape;579;p4"/>
          <p:cNvSpPr/>
          <p:nvPr/>
        </p:nvSpPr>
        <p:spPr>
          <a:xfrm>
            <a:off x="-77756"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0" name="Google Shape;580;p4"/>
          <p:cNvSpPr/>
          <p:nvPr/>
        </p:nvSpPr>
        <p:spPr>
          <a:xfrm>
            <a:off x="6369791" y="3519039"/>
            <a:ext cx="2530466" cy="3122025"/>
          </a:xfrm>
          <a:prstGeom prst="rect">
            <a:avLst/>
          </a:prstGeom>
          <a:gradFill>
            <a:gsLst>
              <a:gs pos="0">
                <a:schemeClr val="lt1"/>
              </a:gs>
              <a:gs pos="100000">
                <a:srgbClr val="E2F2D7"/>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1" name="Google Shape;581;p4"/>
          <p:cNvSpPr/>
          <p:nvPr/>
        </p:nvSpPr>
        <p:spPr>
          <a:xfrm>
            <a:off x="608637" y="3547062"/>
            <a:ext cx="2530466" cy="3122025"/>
          </a:xfrm>
          <a:prstGeom prst="rect">
            <a:avLst/>
          </a:prstGeom>
          <a:gradFill>
            <a:gsLst>
              <a:gs pos="0">
                <a:schemeClr val="lt1"/>
              </a:gs>
              <a:gs pos="100000">
                <a:srgbClr val="E2F2D7"/>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2" name="Google Shape;582;p4"/>
          <p:cNvSpPr/>
          <p:nvPr/>
        </p:nvSpPr>
        <p:spPr>
          <a:xfrm>
            <a:off x="0" y="3161586"/>
            <a:ext cx="12188825" cy="385476"/>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3" name="Google Shape;583;p4"/>
          <p:cNvSpPr/>
          <p:nvPr/>
        </p:nvSpPr>
        <p:spPr>
          <a:xfrm>
            <a:off x="7028729"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4" name="Google Shape;584;p4"/>
          <p:cNvSpPr/>
          <p:nvPr/>
        </p:nvSpPr>
        <p:spPr>
          <a:xfrm>
            <a:off x="6426329"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5" name="Google Shape;585;p4"/>
          <p:cNvSpPr txBox="1"/>
          <p:nvPr/>
        </p:nvSpPr>
        <p:spPr>
          <a:xfrm>
            <a:off x="6394048" y="1466844"/>
            <a:ext cx="2251909" cy="1015622"/>
          </a:xfrm>
          <a:prstGeom prst="rect">
            <a:avLst/>
          </a:prstGeom>
          <a:noFill/>
          <a:ln>
            <a:noFill/>
          </a:ln>
        </p:spPr>
        <p:txBody>
          <a:bodyPr spcFirstLastPara="1" wrap="square" lIns="91425" tIns="45700" rIns="91425" bIns="45700" anchor="t" anchorCtr="0">
            <a:spAutoFit/>
          </a:bodyPr>
          <a:lstStyle/>
          <a:p>
            <a:pPr lvl="0" algn="ctr"/>
            <a:r>
              <a:rPr lang="en-US" sz="2000" b="1" dirty="0">
                <a:solidFill>
                  <a:schemeClr val="lt1"/>
                </a:solidFill>
                <a:latin typeface="Gill Sans"/>
                <a:ea typeface="Gill Sans"/>
                <a:cs typeface="Gill Sans"/>
                <a:sym typeface="Gill Sans"/>
              </a:rPr>
              <a:t>SAP Cloud SDK &amp; Fiori/UI5 in TypeScript</a:t>
            </a:r>
            <a:endParaRPr sz="2000" b="1" dirty="0">
              <a:solidFill>
                <a:schemeClr val="lt1"/>
              </a:solidFill>
              <a:latin typeface="Gill Sans"/>
              <a:ea typeface="Gill Sans"/>
              <a:cs typeface="Gill Sans"/>
              <a:sym typeface="Gill Sans"/>
            </a:endParaRPr>
          </a:p>
        </p:txBody>
      </p:sp>
      <p:sp>
        <p:nvSpPr>
          <p:cNvPr id="586" name="Google Shape;586;p4"/>
          <p:cNvSpPr/>
          <p:nvPr/>
        </p:nvSpPr>
        <p:spPr>
          <a:xfrm rot="8090038" flipH="1">
            <a:off x="7079823"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587" name="Google Shape;587;p4"/>
          <p:cNvSpPr txBox="1">
            <a:spLocks noGrp="1"/>
          </p:cNvSpPr>
          <p:nvPr>
            <p:ph type="title"/>
          </p:nvPr>
        </p:nvSpPr>
        <p:spPr>
          <a:xfrm>
            <a:off x="444224" y="146584"/>
            <a:ext cx="10491783" cy="711081"/>
          </a:xfrm>
          <a:prstGeom prst="rect">
            <a:avLst/>
          </a:prstGeom>
          <a:noFill/>
          <a:ln>
            <a:noFill/>
          </a:ln>
        </p:spPr>
        <p:txBody>
          <a:bodyPr spcFirstLastPara="1" wrap="square" lIns="0" tIns="60925" rIns="0" bIns="60925" anchor="t" anchorCtr="0">
            <a:noAutofit/>
          </a:bodyPr>
          <a:lstStyle/>
          <a:p>
            <a:pPr marL="0" lvl="0" indent="0" algn="l" rtl="0">
              <a:spcBef>
                <a:spcPts val="0"/>
              </a:spcBef>
              <a:spcAft>
                <a:spcPts val="0"/>
              </a:spcAft>
              <a:buClr>
                <a:schemeClr val="accent1"/>
              </a:buClr>
              <a:buSzPts val="3600"/>
              <a:buFont typeface="Corben"/>
              <a:buNone/>
            </a:pPr>
            <a:r>
              <a:rPr lang="en-US" dirty="0">
                <a:solidFill>
                  <a:schemeClr val="tx1">
                    <a:lumMod val="50000"/>
                  </a:schemeClr>
                </a:solidFill>
                <a:latin typeface="Corben"/>
                <a:ea typeface="Corben"/>
                <a:cs typeface="Corben"/>
                <a:sym typeface="Corben"/>
              </a:rPr>
              <a:t>Course Outlook – 10 Hours</a:t>
            </a:r>
            <a:endParaRPr dirty="0">
              <a:solidFill>
                <a:schemeClr val="tx1">
                  <a:lumMod val="50000"/>
                </a:schemeClr>
              </a:solidFill>
            </a:endParaRPr>
          </a:p>
        </p:txBody>
      </p:sp>
      <p:grpSp>
        <p:nvGrpSpPr>
          <p:cNvPr id="588" name="Google Shape;588;p4"/>
          <p:cNvGrpSpPr/>
          <p:nvPr/>
        </p:nvGrpSpPr>
        <p:grpSpPr>
          <a:xfrm>
            <a:off x="2843798" y="2846872"/>
            <a:ext cx="620814" cy="620814"/>
            <a:chOff x="2892364" y="2878815"/>
            <a:chExt cx="385476" cy="385476"/>
          </a:xfrm>
        </p:grpSpPr>
        <p:sp>
          <p:nvSpPr>
            <p:cNvPr id="589" name="Google Shape;589;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590" name="Google Shape;590;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sp>
        <p:nvSpPr>
          <p:cNvPr id="591" name="Google Shape;591;p4"/>
          <p:cNvSpPr txBox="1"/>
          <p:nvPr/>
        </p:nvSpPr>
        <p:spPr>
          <a:xfrm>
            <a:off x="736637" y="4002834"/>
            <a:ext cx="2173035" cy="1938952"/>
          </a:xfrm>
          <a:prstGeom prst="rect">
            <a:avLst/>
          </a:prstGeom>
          <a:noFill/>
          <a:ln>
            <a:noFill/>
          </a:ln>
        </p:spPr>
        <p:txBody>
          <a:bodyPr spcFirstLastPara="1" wrap="square" lIns="91425" tIns="45700" rIns="91425" bIns="45700" anchor="t" anchorCtr="0">
            <a:spAutoFit/>
          </a:bodyPr>
          <a:lstStyle/>
          <a:p>
            <a:pPr lvl="0" algn="ctr"/>
            <a:r>
              <a:rPr lang="en-IN" sz="2000" dirty="0"/>
              <a:t>This module covers only the TypeScript concepts that do not exist in JavaScript.</a:t>
            </a:r>
            <a:endParaRPr sz="3200" dirty="0">
              <a:solidFill>
                <a:srgbClr val="322A27"/>
              </a:solidFill>
              <a:latin typeface="Gill Sans"/>
              <a:ea typeface="Gill Sans"/>
              <a:cs typeface="Gill Sans"/>
              <a:sym typeface="Gill Sans"/>
            </a:endParaRPr>
          </a:p>
        </p:txBody>
      </p:sp>
      <p:sp>
        <p:nvSpPr>
          <p:cNvPr id="592" name="Google Shape;592;p4"/>
          <p:cNvSpPr txBox="1"/>
          <p:nvPr/>
        </p:nvSpPr>
        <p:spPr>
          <a:xfrm>
            <a:off x="3569487" y="3989849"/>
            <a:ext cx="2173035" cy="2246729"/>
          </a:xfrm>
          <a:prstGeom prst="rect">
            <a:avLst/>
          </a:prstGeom>
          <a:noFill/>
          <a:ln>
            <a:noFill/>
          </a:ln>
        </p:spPr>
        <p:txBody>
          <a:bodyPr spcFirstLastPara="1" wrap="square" lIns="91425" tIns="45700" rIns="91425" bIns="45700" anchor="t" anchorCtr="0">
            <a:spAutoFit/>
          </a:bodyPr>
          <a:lstStyle/>
          <a:p>
            <a:pPr lvl="0" algn="ctr"/>
            <a:r>
              <a:rPr lang="en-IN" sz="2000" dirty="0">
                <a:solidFill>
                  <a:srgbClr val="2C2C2C"/>
                </a:solidFill>
                <a:latin typeface="Arial" panose="020B0604020202020204" pitchFamily="34" charset="0"/>
                <a:ea typeface="Arial" panose="020B0604020202020204" pitchFamily="34" charset="0"/>
              </a:rPr>
              <a:t>It focuses entirely on what changes when moving an existing CAP JavaScript project to TypeScript. </a:t>
            </a:r>
            <a:endParaRPr sz="2000" dirty="0">
              <a:solidFill>
                <a:srgbClr val="322A27"/>
              </a:solidFill>
              <a:latin typeface="Quattrocento Sans"/>
              <a:ea typeface="Quattrocento Sans"/>
              <a:cs typeface="Quattrocento Sans"/>
              <a:sym typeface="Quattrocento Sans"/>
            </a:endParaRPr>
          </a:p>
        </p:txBody>
      </p:sp>
      <p:sp>
        <p:nvSpPr>
          <p:cNvPr id="593" name="Google Shape;593;p4"/>
          <p:cNvSpPr txBox="1"/>
          <p:nvPr/>
        </p:nvSpPr>
        <p:spPr>
          <a:xfrm>
            <a:off x="6530824" y="4002834"/>
            <a:ext cx="2173035" cy="2308284"/>
          </a:xfrm>
          <a:prstGeom prst="rect">
            <a:avLst/>
          </a:prstGeom>
          <a:noFill/>
          <a:ln>
            <a:noFill/>
          </a:ln>
        </p:spPr>
        <p:txBody>
          <a:bodyPr spcFirstLastPara="1" wrap="square" lIns="91425" tIns="45700" rIns="91425" bIns="45700" anchor="t" anchorCtr="0">
            <a:spAutoFit/>
          </a:bodyPr>
          <a:lstStyle/>
          <a:p>
            <a:pPr lvl="0" algn="ctr"/>
            <a:r>
              <a:rPr lang="en-IN" sz="1600" dirty="0">
                <a:solidFill>
                  <a:srgbClr val="2C2C2C"/>
                </a:solidFill>
                <a:latin typeface="Arial" panose="020B0604020202020204" pitchFamily="34" charset="0"/>
                <a:ea typeface="Arial" panose="020B0604020202020204" pitchFamily="34" charset="0"/>
              </a:rPr>
              <a:t>This module covers the TypeScript-specific changes for two distinct areas: backend API consumption using the SAP Cloud SDK, and frontend Fiori/UI5 development</a:t>
            </a:r>
            <a:endParaRPr sz="1600" dirty="0">
              <a:solidFill>
                <a:srgbClr val="322A27"/>
              </a:solidFill>
              <a:latin typeface="Gill Sans"/>
              <a:ea typeface="Gill Sans"/>
              <a:cs typeface="Gill Sans"/>
              <a:sym typeface="Gill Sans"/>
            </a:endParaRPr>
          </a:p>
        </p:txBody>
      </p:sp>
      <p:sp>
        <p:nvSpPr>
          <p:cNvPr id="594" name="Google Shape;594;p4"/>
          <p:cNvSpPr txBox="1"/>
          <p:nvPr/>
        </p:nvSpPr>
        <p:spPr>
          <a:xfrm>
            <a:off x="9203121" y="3989849"/>
            <a:ext cx="2377067" cy="2031285"/>
          </a:xfrm>
          <a:prstGeom prst="rect">
            <a:avLst/>
          </a:prstGeom>
          <a:noFill/>
          <a:ln>
            <a:noFill/>
          </a:ln>
        </p:spPr>
        <p:txBody>
          <a:bodyPr spcFirstLastPara="1" wrap="square" lIns="91425" tIns="45700" rIns="91425" bIns="45700" anchor="t" anchorCtr="0">
            <a:spAutoFit/>
          </a:bodyPr>
          <a:lstStyle/>
          <a:p>
            <a:pPr lvl="0" algn="ctr"/>
            <a:r>
              <a:rPr lang="en-IN" sz="1800" dirty="0">
                <a:solidFill>
                  <a:srgbClr val="2C2C2C"/>
                </a:solidFill>
                <a:latin typeface="Arial" panose="020B0604020202020204" pitchFamily="34" charset="0"/>
                <a:ea typeface="Arial" panose="020B0604020202020204" pitchFamily="34" charset="0"/>
              </a:rPr>
              <a:t>The final module covers the deployment pipeline changes needed to support TypeScript in an existing BTP project. </a:t>
            </a:r>
            <a:endParaRPr sz="1800" dirty="0">
              <a:solidFill>
                <a:srgbClr val="322A27"/>
              </a:solidFill>
              <a:latin typeface="Gill Sans"/>
              <a:ea typeface="Gill Sans"/>
              <a:cs typeface="Gill Sans"/>
              <a:sym typeface="Gill Sans"/>
            </a:endParaRPr>
          </a:p>
        </p:txBody>
      </p:sp>
      <p:sp>
        <p:nvSpPr>
          <p:cNvPr id="595" name="Google Shape;595;p4"/>
          <p:cNvSpPr/>
          <p:nvPr/>
        </p:nvSpPr>
        <p:spPr>
          <a:xfrm>
            <a:off x="1211841"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96" name="Google Shape;596;p4"/>
          <p:cNvSpPr/>
          <p:nvPr/>
        </p:nvSpPr>
        <p:spPr>
          <a:xfrm>
            <a:off x="609441"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97" name="Google Shape;597;p4"/>
          <p:cNvSpPr txBox="1"/>
          <p:nvPr/>
        </p:nvSpPr>
        <p:spPr>
          <a:xfrm>
            <a:off x="608637" y="1327074"/>
            <a:ext cx="2134819" cy="1200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dirty="0">
                <a:solidFill>
                  <a:schemeClr val="lt1"/>
                </a:solidFill>
                <a:latin typeface="Gill Sans"/>
                <a:ea typeface="Gill Sans"/>
                <a:cs typeface="Gill Sans"/>
                <a:sym typeface="Gill Sans"/>
              </a:rPr>
              <a:t>Type Script Basics for Transition</a:t>
            </a:r>
            <a:endParaRPr sz="2400" b="1" dirty="0">
              <a:solidFill>
                <a:schemeClr val="lt1"/>
              </a:solidFill>
              <a:latin typeface="Gill Sans"/>
              <a:ea typeface="Gill Sans"/>
              <a:cs typeface="Gill Sans"/>
              <a:sym typeface="Gill Sans"/>
            </a:endParaRPr>
          </a:p>
        </p:txBody>
      </p:sp>
      <p:sp>
        <p:nvSpPr>
          <p:cNvPr id="598" name="Google Shape;598;p4"/>
          <p:cNvSpPr/>
          <p:nvPr/>
        </p:nvSpPr>
        <p:spPr>
          <a:xfrm rot="8090038" flipH="1">
            <a:off x="1262935"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599" name="Google Shape;599;p4"/>
          <p:cNvSpPr/>
          <p:nvPr/>
        </p:nvSpPr>
        <p:spPr>
          <a:xfrm>
            <a:off x="4120285"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57913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0" name="Google Shape;600;p4"/>
          <p:cNvSpPr/>
          <p:nvPr/>
        </p:nvSpPr>
        <p:spPr>
          <a:xfrm>
            <a:off x="3517885"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1" name="Google Shape;601;p4"/>
          <p:cNvSpPr txBox="1"/>
          <p:nvPr/>
        </p:nvSpPr>
        <p:spPr>
          <a:xfrm>
            <a:off x="3594050" y="1489788"/>
            <a:ext cx="2019899" cy="83095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dirty="0">
                <a:solidFill>
                  <a:schemeClr val="lt1"/>
                </a:solidFill>
                <a:latin typeface="Gill Sans"/>
                <a:ea typeface="Gill Sans"/>
                <a:cs typeface="Gill Sans"/>
                <a:sym typeface="Gill Sans"/>
              </a:rPr>
              <a:t>CAP in Type Script</a:t>
            </a:r>
            <a:endParaRPr sz="2400" b="1" dirty="0">
              <a:solidFill>
                <a:schemeClr val="lt1"/>
              </a:solidFill>
              <a:latin typeface="Gill Sans"/>
              <a:ea typeface="Gill Sans"/>
              <a:cs typeface="Gill Sans"/>
              <a:sym typeface="Gill Sans"/>
            </a:endParaRPr>
          </a:p>
        </p:txBody>
      </p:sp>
      <p:sp>
        <p:nvSpPr>
          <p:cNvPr id="602" name="Google Shape;602;p4"/>
          <p:cNvSpPr/>
          <p:nvPr/>
        </p:nvSpPr>
        <p:spPr>
          <a:xfrm rot="8090038" flipH="1">
            <a:off x="4171379"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grpSp>
        <p:nvGrpSpPr>
          <p:cNvPr id="603" name="Google Shape;603;p4"/>
          <p:cNvGrpSpPr/>
          <p:nvPr/>
        </p:nvGrpSpPr>
        <p:grpSpPr>
          <a:xfrm>
            <a:off x="5750339" y="2846872"/>
            <a:ext cx="620814" cy="620814"/>
            <a:chOff x="2892364" y="2878815"/>
            <a:chExt cx="385476" cy="385476"/>
          </a:xfrm>
        </p:grpSpPr>
        <p:sp>
          <p:nvSpPr>
            <p:cNvPr id="604" name="Google Shape;604;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605" name="Google Shape;605;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grpSp>
        <p:nvGrpSpPr>
          <p:cNvPr id="606" name="Google Shape;606;p4"/>
          <p:cNvGrpSpPr/>
          <p:nvPr/>
        </p:nvGrpSpPr>
        <p:grpSpPr>
          <a:xfrm>
            <a:off x="9393617" y="1176900"/>
            <a:ext cx="2172231" cy="2407496"/>
            <a:chOff x="4262167" y="1124744"/>
            <a:chExt cx="2172231" cy="2407496"/>
          </a:xfrm>
        </p:grpSpPr>
        <p:sp>
          <p:nvSpPr>
            <p:cNvPr id="607" name="Google Shape;607;p4"/>
            <p:cNvSpPr/>
            <p:nvPr/>
          </p:nvSpPr>
          <p:spPr>
            <a:xfrm>
              <a:off x="4864567" y="3095467"/>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57913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8" name="Google Shape;608;p4"/>
            <p:cNvSpPr/>
            <p:nvPr/>
          </p:nvSpPr>
          <p:spPr>
            <a:xfrm>
              <a:off x="4262167" y="1124744"/>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9" name="Google Shape;609;p4"/>
            <p:cNvSpPr txBox="1"/>
            <p:nvPr/>
          </p:nvSpPr>
          <p:spPr>
            <a:xfrm>
              <a:off x="4497166" y="1186280"/>
              <a:ext cx="1728192" cy="147728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800" b="1" dirty="0">
                  <a:solidFill>
                    <a:schemeClr val="lt1"/>
                  </a:solidFill>
                  <a:latin typeface="Gill Sans"/>
                  <a:ea typeface="Gill Sans"/>
                  <a:cs typeface="Gill Sans"/>
                  <a:sym typeface="Gill Sans"/>
                </a:rPr>
                <a:t>CI/CD pipeline &amp; TypeScript-aware deployment</a:t>
              </a:r>
              <a:endParaRPr dirty="0"/>
            </a:p>
          </p:txBody>
        </p:sp>
        <p:sp>
          <p:nvSpPr>
            <p:cNvPr id="610" name="Google Shape;610;p4"/>
            <p:cNvSpPr/>
            <p:nvPr/>
          </p:nvSpPr>
          <p:spPr>
            <a:xfrm rot="8090038" flipH="1">
              <a:off x="4915661" y="2635203"/>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grpSp>
      <p:grpSp>
        <p:nvGrpSpPr>
          <p:cNvPr id="611" name="Google Shape;611;p4"/>
          <p:cNvGrpSpPr/>
          <p:nvPr/>
        </p:nvGrpSpPr>
        <p:grpSpPr>
          <a:xfrm>
            <a:off x="8635461" y="2846872"/>
            <a:ext cx="620814" cy="620814"/>
            <a:chOff x="2892364" y="2878815"/>
            <a:chExt cx="385476" cy="385476"/>
          </a:xfrm>
        </p:grpSpPr>
        <p:sp>
          <p:nvSpPr>
            <p:cNvPr id="612" name="Google Shape;612;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613" name="Google Shape;613;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sp>
        <p:nvSpPr>
          <p:cNvPr id="614" name="Google Shape;614;p4"/>
          <p:cNvSpPr/>
          <p:nvPr/>
        </p:nvSpPr>
        <p:spPr>
          <a:xfrm>
            <a:off x="821812"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5" name="Google Shape;615;p4"/>
          <p:cNvSpPr/>
          <p:nvPr/>
        </p:nvSpPr>
        <p:spPr>
          <a:xfrm>
            <a:off x="3583616"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6" name="Google Shape;616;p4"/>
          <p:cNvSpPr/>
          <p:nvPr/>
        </p:nvSpPr>
        <p:spPr>
          <a:xfrm>
            <a:off x="6632969"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7" name="Google Shape;617;p4"/>
          <p:cNvSpPr/>
          <p:nvPr/>
        </p:nvSpPr>
        <p:spPr>
          <a:xfrm>
            <a:off x="9419144"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9" name="Google Shape;552;p2"/>
          <p:cNvSpPr txBox="1"/>
          <p:nvPr/>
        </p:nvSpPr>
        <p:spPr>
          <a:xfrm>
            <a:off x="9527526" y="6551489"/>
            <a:ext cx="3002568"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chemeClr val="accent1"/>
                </a:solidFill>
                <a:latin typeface="Cambria" panose="02040503050406030204" pitchFamily="18" charset="0"/>
                <a:ea typeface="Cambria" panose="02040503050406030204" pitchFamily="18" charset="0"/>
                <a:cs typeface="Corben"/>
                <a:sym typeface="Corben"/>
              </a:rPr>
              <a:t>www.anubhavtrainings.com</a:t>
            </a:r>
            <a:endParaRPr sz="1600" dirty="0">
              <a:solidFill>
                <a:schemeClr val="accent1"/>
              </a:solidFill>
              <a:latin typeface="Cambria" panose="02040503050406030204" pitchFamily="18" charset="0"/>
              <a:ea typeface="Cambria" panose="02040503050406030204" pitchFamily="18" charset="0"/>
              <a:cs typeface="Corben"/>
              <a:sym typeface="Corben"/>
            </a:endParaRPr>
          </a:p>
        </p:txBody>
      </p:sp>
      <p:pic>
        <p:nvPicPr>
          <p:cNvPr id="50"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7"/>
                                        </p:tgtEl>
                                        <p:attrNameLst>
                                          <p:attrName>style.visibility</p:attrName>
                                        </p:attrNameLst>
                                      </p:cBhvr>
                                      <p:to>
                                        <p:strVal val="visible"/>
                                      </p:to>
                                    </p:set>
                                    <p:animEffect transition="in" filter="barn(inVertical)">
                                      <p:cBhvr>
                                        <p:cTn id="7" dur="500"/>
                                        <p:tgtEl>
                                          <p:spTgt spid="587"/>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595"/>
                                        </p:tgtEl>
                                        <p:attrNameLst>
                                          <p:attrName>style.visibility</p:attrName>
                                        </p:attrNameLst>
                                      </p:cBhvr>
                                      <p:to>
                                        <p:strVal val="visible"/>
                                      </p:to>
                                    </p:set>
                                    <p:animEffect transition="in" filter="barn(inVertical)">
                                      <p:cBhvr>
                                        <p:cTn id="12" dur="500"/>
                                        <p:tgtEl>
                                          <p:spTgt spid="595"/>
                                        </p:tgtEl>
                                      </p:cBhvr>
                                    </p:animEffect>
                                  </p:childTnLst>
                                </p:cTn>
                              </p:par>
                              <p:par>
                                <p:cTn id="13" presetID="16" presetClass="entr" presetSubtype="21" fill="hold" grpId="0" nodeType="withEffect">
                                  <p:stCondLst>
                                    <p:cond delay="0"/>
                                  </p:stCondLst>
                                  <p:childTnLst>
                                    <p:set>
                                      <p:cBhvr>
                                        <p:cTn id="14" dur="1" fill="hold">
                                          <p:stCondLst>
                                            <p:cond delay="0"/>
                                          </p:stCondLst>
                                        </p:cTn>
                                        <p:tgtEl>
                                          <p:spTgt spid="598"/>
                                        </p:tgtEl>
                                        <p:attrNameLst>
                                          <p:attrName>style.visibility</p:attrName>
                                        </p:attrNameLst>
                                      </p:cBhvr>
                                      <p:to>
                                        <p:strVal val="visible"/>
                                      </p:to>
                                    </p:set>
                                    <p:animEffect transition="in" filter="barn(inVertical)">
                                      <p:cBhvr>
                                        <p:cTn id="15" dur="500"/>
                                        <p:tgtEl>
                                          <p:spTgt spid="598"/>
                                        </p:tgtEl>
                                      </p:cBhvr>
                                    </p:animEffect>
                                  </p:childTnLst>
                                </p:cTn>
                              </p:par>
                              <p:par>
                                <p:cTn id="16" presetID="16" presetClass="entr" presetSubtype="21" fill="hold" grpId="0" nodeType="withEffect">
                                  <p:stCondLst>
                                    <p:cond delay="0"/>
                                  </p:stCondLst>
                                  <p:childTnLst>
                                    <p:set>
                                      <p:cBhvr>
                                        <p:cTn id="17" dur="1" fill="hold">
                                          <p:stCondLst>
                                            <p:cond delay="0"/>
                                          </p:stCondLst>
                                        </p:cTn>
                                        <p:tgtEl>
                                          <p:spTgt spid="597"/>
                                        </p:tgtEl>
                                        <p:attrNameLst>
                                          <p:attrName>style.visibility</p:attrName>
                                        </p:attrNameLst>
                                      </p:cBhvr>
                                      <p:to>
                                        <p:strVal val="visible"/>
                                      </p:to>
                                    </p:set>
                                    <p:animEffect transition="in" filter="barn(inVertical)">
                                      <p:cBhvr>
                                        <p:cTn id="18" dur="500"/>
                                        <p:tgtEl>
                                          <p:spTgt spid="597"/>
                                        </p:tgtEl>
                                      </p:cBhvr>
                                    </p:animEffect>
                                  </p:childTnLst>
                                </p:cTn>
                              </p:par>
                              <p:par>
                                <p:cTn id="19" presetID="16" presetClass="entr" presetSubtype="21" fill="hold" grpId="0" nodeType="withEffect">
                                  <p:stCondLst>
                                    <p:cond delay="0"/>
                                  </p:stCondLst>
                                  <p:childTnLst>
                                    <p:set>
                                      <p:cBhvr>
                                        <p:cTn id="20" dur="1" fill="hold">
                                          <p:stCondLst>
                                            <p:cond delay="0"/>
                                          </p:stCondLst>
                                        </p:cTn>
                                        <p:tgtEl>
                                          <p:spTgt spid="596"/>
                                        </p:tgtEl>
                                        <p:attrNameLst>
                                          <p:attrName>style.visibility</p:attrName>
                                        </p:attrNameLst>
                                      </p:cBhvr>
                                      <p:to>
                                        <p:strVal val="visible"/>
                                      </p:to>
                                    </p:set>
                                    <p:animEffect transition="in" filter="barn(inVertical)">
                                      <p:cBhvr>
                                        <p:cTn id="21" dur="500"/>
                                        <p:tgtEl>
                                          <p:spTgt spid="596"/>
                                        </p:tgtEl>
                                      </p:cBhvr>
                                    </p:animEffect>
                                  </p:childTnLst>
                                </p:cTn>
                              </p:par>
                              <p:par>
                                <p:cTn id="22" presetID="16" presetClass="entr" presetSubtype="21" fill="hold" grpId="0" nodeType="withEffect">
                                  <p:stCondLst>
                                    <p:cond delay="0"/>
                                  </p:stCondLst>
                                  <p:childTnLst>
                                    <p:set>
                                      <p:cBhvr>
                                        <p:cTn id="23" dur="1" fill="hold">
                                          <p:stCondLst>
                                            <p:cond delay="0"/>
                                          </p:stCondLst>
                                        </p:cTn>
                                        <p:tgtEl>
                                          <p:spTgt spid="579"/>
                                        </p:tgtEl>
                                        <p:attrNameLst>
                                          <p:attrName>style.visibility</p:attrName>
                                        </p:attrNameLst>
                                      </p:cBhvr>
                                      <p:to>
                                        <p:strVal val="visible"/>
                                      </p:to>
                                    </p:set>
                                    <p:animEffect transition="in" filter="barn(inVertical)">
                                      <p:cBhvr>
                                        <p:cTn id="24" dur="500"/>
                                        <p:tgtEl>
                                          <p:spTgt spid="579"/>
                                        </p:tgtEl>
                                      </p:cBhvr>
                                    </p:animEffect>
                                  </p:childTnLst>
                                </p:cTn>
                              </p:par>
                            </p:childTnLst>
                          </p:cTn>
                        </p:par>
                      </p:childTnLst>
                    </p:cTn>
                  </p:par>
                  <p:par>
                    <p:cTn id="25" fill="hold">
                      <p:stCondLst>
                        <p:cond delay="indefinite"/>
                      </p:stCondLst>
                      <p:childTnLst>
                        <p:par>
                          <p:cTn id="26" fill="hold">
                            <p:stCondLst>
                              <p:cond delay="0"/>
                            </p:stCondLst>
                            <p:childTnLst>
                              <p:par>
                                <p:cTn id="27" presetID="16" presetClass="entr" presetSubtype="21" fill="hold" grpId="0" nodeType="clickEffect">
                                  <p:stCondLst>
                                    <p:cond delay="0"/>
                                  </p:stCondLst>
                                  <p:childTnLst>
                                    <p:set>
                                      <p:cBhvr>
                                        <p:cTn id="28" dur="1" fill="hold">
                                          <p:stCondLst>
                                            <p:cond delay="0"/>
                                          </p:stCondLst>
                                        </p:cTn>
                                        <p:tgtEl>
                                          <p:spTgt spid="578"/>
                                        </p:tgtEl>
                                        <p:attrNameLst>
                                          <p:attrName>style.visibility</p:attrName>
                                        </p:attrNameLst>
                                      </p:cBhvr>
                                      <p:to>
                                        <p:strVal val="visible"/>
                                      </p:to>
                                    </p:set>
                                    <p:animEffect transition="in" filter="barn(inVertical)">
                                      <p:cBhvr>
                                        <p:cTn id="29" dur="500"/>
                                        <p:tgtEl>
                                          <p:spTgt spid="578"/>
                                        </p:tgtEl>
                                      </p:cBhvr>
                                    </p:animEffect>
                                  </p:childTnLst>
                                </p:cTn>
                              </p:par>
                              <p:par>
                                <p:cTn id="30" presetID="16" presetClass="entr" presetSubtype="21" fill="hold" grpId="0" nodeType="withEffect">
                                  <p:stCondLst>
                                    <p:cond delay="0"/>
                                  </p:stCondLst>
                                  <p:childTnLst>
                                    <p:set>
                                      <p:cBhvr>
                                        <p:cTn id="31" dur="1" fill="hold">
                                          <p:stCondLst>
                                            <p:cond delay="0"/>
                                          </p:stCondLst>
                                        </p:cTn>
                                        <p:tgtEl>
                                          <p:spTgt spid="600"/>
                                        </p:tgtEl>
                                        <p:attrNameLst>
                                          <p:attrName>style.visibility</p:attrName>
                                        </p:attrNameLst>
                                      </p:cBhvr>
                                      <p:to>
                                        <p:strVal val="visible"/>
                                      </p:to>
                                    </p:set>
                                    <p:animEffect transition="in" filter="barn(inVertical)">
                                      <p:cBhvr>
                                        <p:cTn id="32" dur="500"/>
                                        <p:tgtEl>
                                          <p:spTgt spid="600"/>
                                        </p:tgtEl>
                                      </p:cBhvr>
                                    </p:animEffect>
                                  </p:childTnLst>
                                </p:cTn>
                              </p:par>
                              <p:par>
                                <p:cTn id="33" presetID="16" presetClass="entr" presetSubtype="21" fill="hold" grpId="0" nodeType="withEffect">
                                  <p:stCondLst>
                                    <p:cond delay="0"/>
                                  </p:stCondLst>
                                  <p:childTnLst>
                                    <p:set>
                                      <p:cBhvr>
                                        <p:cTn id="34" dur="1" fill="hold">
                                          <p:stCondLst>
                                            <p:cond delay="0"/>
                                          </p:stCondLst>
                                        </p:cTn>
                                        <p:tgtEl>
                                          <p:spTgt spid="601"/>
                                        </p:tgtEl>
                                        <p:attrNameLst>
                                          <p:attrName>style.visibility</p:attrName>
                                        </p:attrNameLst>
                                      </p:cBhvr>
                                      <p:to>
                                        <p:strVal val="visible"/>
                                      </p:to>
                                    </p:set>
                                    <p:animEffect transition="in" filter="barn(inVertical)">
                                      <p:cBhvr>
                                        <p:cTn id="35" dur="500"/>
                                        <p:tgtEl>
                                          <p:spTgt spid="601"/>
                                        </p:tgtEl>
                                      </p:cBhvr>
                                    </p:animEffect>
                                  </p:childTnLst>
                                </p:cTn>
                              </p:par>
                              <p:par>
                                <p:cTn id="36" presetID="16" presetClass="entr" presetSubtype="21" fill="hold" grpId="0" nodeType="withEffect">
                                  <p:stCondLst>
                                    <p:cond delay="0"/>
                                  </p:stCondLst>
                                  <p:childTnLst>
                                    <p:set>
                                      <p:cBhvr>
                                        <p:cTn id="37" dur="1" fill="hold">
                                          <p:stCondLst>
                                            <p:cond delay="0"/>
                                          </p:stCondLst>
                                        </p:cTn>
                                        <p:tgtEl>
                                          <p:spTgt spid="602"/>
                                        </p:tgtEl>
                                        <p:attrNameLst>
                                          <p:attrName>style.visibility</p:attrName>
                                        </p:attrNameLst>
                                      </p:cBhvr>
                                      <p:to>
                                        <p:strVal val="visible"/>
                                      </p:to>
                                    </p:set>
                                    <p:animEffect transition="in" filter="barn(inVertical)">
                                      <p:cBhvr>
                                        <p:cTn id="38" dur="500"/>
                                        <p:tgtEl>
                                          <p:spTgt spid="602"/>
                                        </p:tgtEl>
                                      </p:cBhvr>
                                    </p:animEffect>
                                  </p:childTnLst>
                                </p:cTn>
                              </p:par>
                              <p:par>
                                <p:cTn id="39" presetID="16" presetClass="entr" presetSubtype="21" fill="hold" grpId="0" nodeType="withEffect">
                                  <p:stCondLst>
                                    <p:cond delay="0"/>
                                  </p:stCondLst>
                                  <p:childTnLst>
                                    <p:set>
                                      <p:cBhvr>
                                        <p:cTn id="40" dur="1" fill="hold">
                                          <p:stCondLst>
                                            <p:cond delay="0"/>
                                          </p:stCondLst>
                                        </p:cTn>
                                        <p:tgtEl>
                                          <p:spTgt spid="599"/>
                                        </p:tgtEl>
                                        <p:attrNameLst>
                                          <p:attrName>style.visibility</p:attrName>
                                        </p:attrNameLst>
                                      </p:cBhvr>
                                      <p:to>
                                        <p:strVal val="visible"/>
                                      </p:to>
                                    </p:set>
                                    <p:animEffect transition="in" filter="barn(inVertical)">
                                      <p:cBhvr>
                                        <p:cTn id="41" dur="500"/>
                                        <p:tgtEl>
                                          <p:spTgt spid="599"/>
                                        </p:tgtEl>
                                      </p:cBhvr>
                                    </p:animEffect>
                                  </p:childTnLst>
                                </p:cTn>
                              </p:par>
                            </p:childTnLst>
                          </p:cTn>
                        </p:par>
                      </p:childTnLst>
                    </p:cTn>
                  </p:par>
                  <p:par>
                    <p:cTn id="42" fill="hold">
                      <p:stCondLst>
                        <p:cond delay="indefinite"/>
                      </p:stCondLst>
                      <p:childTnLst>
                        <p:par>
                          <p:cTn id="43" fill="hold">
                            <p:stCondLst>
                              <p:cond delay="0"/>
                            </p:stCondLst>
                            <p:childTnLst>
                              <p:par>
                                <p:cTn id="44" presetID="16" presetClass="entr" presetSubtype="21" fill="hold" grpId="0" nodeType="clickEffect">
                                  <p:stCondLst>
                                    <p:cond delay="0"/>
                                  </p:stCondLst>
                                  <p:childTnLst>
                                    <p:set>
                                      <p:cBhvr>
                                        <p:cTn id="45" dur="1" fill="hold">
                                          <p:stCondLst>
                                            <p:cond delay="0"/>
                                          </p:stCondLst>
                                        </p:cTn>
                                        <p:tgtEl>
                                          <p:spTgt spid="577"/>
                                        </p:tgtEl>
                                        <p:attrNameLst>
                                          <p:attrName>style.visibility</p:attrName>
                                        </p:attrNameLst>
                                      </p:cBhvr>
                                      <p:to>
                                        <p:strVal val="visible"/>
                                      </p:to>
                                    </p:set>
                                    <p:animEffect transition="in" filter="barn(inVertical)">
                                      <p:cBhvr>
                                        <p:cTn id="46" dur="500"/>
                                        <p:tgtEl>
                                          <p:spTgt spid="577"/>
                                        </p:tgtEl>
                                      </p:cBhvr>
                                    </p:animEffect>
                                  </p:childTnLst>
                                </p:cTn>
                              </p:par>
                              <p:par>
                                <p:cTn id="47" presetID="16" presetClass="entr" presetSubtype="21" fill="hold" grpId="0" nodeType="withEffect">
                                  <p:stCondLst>
                                    <p:cond delay="0"/>
                                  </p:stCondLst>
                                  <p:childTnLst>
                                    <p:set>
                                      <p:cBhvr>
                                        <p:cTn id="48" dur="1" fill="hold">
                                          <p:stCondLst>
                                            <p:cond delay="0"/>
                                          </p:stCondLst>
                                        </p:cTn>
                                        <p:tgtEl>
                                          <p:spTgt spid="584"/>
                                        </p:tgtEl>
                                        <p:attrNameLst>
                                          <p:attrName>style.visibility</p:attrName>
                                        </p:attrNameLst>
                                      </p:cBhvr>
                                      <p:to>
                                        <p:strVal val="visible"/>
                                      </p:to>
                                    </p:set>
                                    <p:animEffect transition="in" filter="barn(inVertical)">
                                      <p:cBhvr>
                                        <p:cTn id="49" dur="500"/>
                                        <p:tgtEl>
                                          <p:spTgt spid="584"/>
                                        </p:tgtEl>
                                      </p:cBhvr>
                                    </p:animEffect>
                                  </p:childTnLst>
                                </p:cTn>
                              </p:par>
                              <p:par>
                                <p:cTn id="50" presetID="16" presetClass="entr" presetSubtype="21" fill="hold" grpId="0" nodeType="withEffect">
                                  <p:stCondLst>
                                    <p:cond delay="0"/>
                                  </p:stCondLst>
                                  <p:childTnLst>
                                    <p:set>
                                      <p:cBhvr>
                                        <p:cTn id="51" dur="1" fill="hold">
                                          <p:stCondLst>
                                            <p:cond delay="0"/>
                                          </p:stCondLst>
                                        </p:cTn>
                                        <p:tgtEl>
                                          <p:spTgt spid="585"/>
                                        </p:tgtEl>
                                        <p:attrNameLst>
                                          <p:attrName>style.visibility</p:attrName>
                                        </p:attrNameLst>
                                      </p:cBhvr>
                                      <p:to>
                                        <p:strVal val="visible"/>
                                      </p:to>
                                    </p:set>
                                    <p:animEffect transition="in" filter="barn(inVertical)">
                                      <p:cBhvr>
                                        <p:cTn id="52" dur="500"/>
                                        <p:tgtEl>
                                          <p:spTgt spid="585"/>
                                        </p:tgtEl>
                                      </p:cBhvr>
                                    </p:animEffect>
                                  </p:childTnLst>
                                </p:cTn>
                              </p:par>
                              <p:par>
                                <p:cTn id="53" presetID="16" presetClass="entr" presetSubtype="21" fill="hold" grpId="0" nodeType="withEffect">
                                  <p:stCondLst>
                                    <p:cond delay="0"/>
                                  </p:stCondLst>
                                  <p:childTnLst>
                                    <p:set>
                                      <p:cBhvr>
                                        <p:cTn id="54" dur="1" fill="hold">
                                          <p:stCondLst>
                                            <p:cond delay="0"/>
                                          </p:stCondLst>
                                        </p:cTn>
                                        <p:tgtEl>
                                          <p:spTgt spid="586"/>
                                        </p:tgtEl>
                                        <p:attrNameLst>
                                          <p:attrName>style.visibility</p:attrName>
                                        </p:attrNameLst>
                                      </p:cBhvr>
                                      <p:to>
                                        <p:strVal val="visible"/>
                                      </p:to>
                                    </p:set>
                                    <p:animEffect transition="in" filter="barn(inVertical)">
                                      <p:cBhvr>
                                        <p:cTn id="55" dur="500"/>
                                        <p:tgtEl>
                                          <p:spTgt spid="586"/>
                                        </p:tgtEl>
                                      </p:cBhvr>
                                    </p:animEffect>
                                  </p:childTnLst>
                                </p:cTn>
                              </p:par>
                              <p:par>
                                <p:cTn id="56" presetID="16" presetClass="entr" presetSubtype="21" fill="hold" grpId="0" nodeType="withEffect">
                                  <p:stCondLst>
                                    <p:cond delay="0"/>
                                  </p:stCondLst>
                                  <p:childTnLst>
                                    <p:set>
                                      <p:cBhvr>
                                        <p:cTn id="57" dur="1" fill="hold">
                                          <p:stCondLst>
                                            <p:cond delay="0"/>
                                          </p:stCondLst>
                                        </p:cTn>
                                        <p:tgtEl>
                                          <p:spTgt spid="583"/>
                                        </p:tgtEl>
                                        <p:attrNameLst>
                                          <p:attrName>style.visibility</p:attrName>
                                        </p:attrNameLst>
                                      </p:cBhvr>
                                      <p:to>
                                        <p:strVal val="visible"/>
                                      </p:to>
                                    </p:set>
                                    <p:animEffect transition="in" filter="barn(inVertical)">
                                      <p:cBhvr>
                                        <p:cTn id="58" dur="500"/>
                                        <p:tgtEl>
                                          <p:spTgt spid="583"/>
                                        </p:tgtEl>
                                      </p:cBhvr>
                                    </p:animEffect>
                                  </p:childTnLst>
                                </p:cTn>
                              </p:par>
                            </p:childTnLst>
                          </p:cTn>
                        </p:par>
                      </p:childTnLst>
                    </p:cTn>
                  </p:par>
                  <p:par>
                    <p:cTn id="59" fill="hold">
                      <p:stCondLst>
                        <p:cond delay="indefinite"/>
                      </p:stCondLst>
                      <p:childTnLst>
                        <p:par>
                          <p:cTn id="60" fill="hold">
                            <p:stCondLst>
                              <p:cond delay="0"/>
                            </p:stCondLst>
                            <p:childTnLst>
                              <p:par>
                                <p:cTn id="61" presetID="16" presetClass="entr" presetSubtype="21" fill="hold" nodeType="clickEffect">
                                  <p:stCondLst>
                                    <p:cond delay="0"/>
                                  </p:stCondLst>
                                  <p:childTnLst>
                                    <p:set>
                                      <p:cBhvr>
                                        <p:cTn id="62" dur="1" fill="hold">
                                          <p:stCondLst>
                                            <p:cond delay="0"/>
                                          </p:stCondLst>
                                        </p:cTn>
                                        <p:tgtEl>
                                          <p:spTgt spid="606"/>
                                        </p:tgtEl>
                                        <p:attrNameLst>
                                          <p:attrName>style.visibility</p:attrName>
                                        </p:attrNameLst>
                                      </p:cBhvr>
                                      <p:to>
                                        <p:strVal val="visible"/>
                                      </p:to>
                                    </p:set>
                                    <p:animEffect transition="in" filter="barn(inVertical)">
                                      <p:cBhvr>
                                        <p:cTn id="63" dur="500"/>
                                        <p:tgtEl>
                                          <p:spTgt spid="606"/>
                                        </p:tgtEl>
                                      </p:cBhvr>
                                    </p:animEffect>
                                  </p:childTnLst>
                                </p:cTn>
                              </p:par>
                              <p:par>
                                <p:cTn id="64" presetID="16" presetClass="entr" presetSubtype="21" fill="hold" grpId="0" nodeType="withEffect">
                                  <p:stCondLst>
                                    <p:cond delay="0"/>
                                  </p:stCondLst>
                                  <p:childTnLst>
                                    <p:set>
                                      <p:cBhvr>
                                        <p:cTn id="65" dur="1" fill="hold">
                                          <p:stCondLst>
                                            <p:cond delay="0"/>
                                          </p:stCondLst>
                                        </p:cTn>
                                        <p:tgtEl>
                                          <p:spTgt spid="576"/>
                                        </p:tgtEl>
                                        <p:attrNameLst>
                                          <p:attrName>style.visibility</p:attrName>
                                        </p:attrNameLst>
                                      </p:cBhvr>
                                      <p:to>
                                        <p:strVal val="visible"/>
                                      </p:to>
                                    </p:set>
                                    <p:animEffect transition="in" filter="barn(inVertical)">
                                      <p:cBhvr>
                                        <p:cTn id="66" dur="500"/>
                                        <p:tgtEl>
                                          <p:spTgt spid="576"/>
                                        </p:tgtEl>
                                      </p:cBhvr>
                                    </p:animEffect>
                                  </p:childTnLst>
                                </p:cTn>
                              </p:par>
                            </p:childTnLst>
                          </p:cTn>
                        </p:par>
                      </p:childTnLst>
                    </p:cTn>
                  </p:par>
                  <p:par>
                    <p:cTn id="67" fill="hold">
                      <p:stCondLst>
                        <p:cond delay="indefinite"/>
                      </p:stCondLst>
                      <p:childTnLst>
                        <p:par>
                          <p:cTn id="68" fill="hold">
                            <p:stCondLst>
                              <p:cond delay="0"/>
                            </p:stCondLst>
                            <p:childTnLst>
                              <p:par>
                                <p:cTn id="69" presetID="16" presetClass="entr" presetSubtype="21" fill="hold" nodeType="clickEffect">
                                  <p:stCondLst>
                                    <p:cond delay="0"/>
                                  </p:stCondLst>
                                  <p:childTnLst>
                                    <p:set>
                                      <p:cBhvr>
                                        <p:cTn id="70" dur="1" fill="hold">
                                          <p:stCondLst>
                                            <p:cond delay="0"/>
                                          </p:stCondLst>
                                        </p:cTn>
                                        <p:tgtEl>
                                          <p:spTgt spid="588"/>
                                        </p:tgtEl>
                                        <p:attrNameLst>
                                          <p:attrName>style.visibility</p:attrName>
                                        </p:attrNameLst>
                                      </p:cBhvr>
                                      <p:to>
                                        <p:strVal val="visible"/>
                                      </p:to>
                                    </p:set>
                                    <p:animEffect transition="in" filter="barn(inVertical)">
                                      <p:cBhvr>
                                        <p:cTn id="71" dur="500"/>
                                        <p:tgtEl>
                                          <p:spTgt spid="588"/>
                                        </p:tgtEl>
                                      </p:cBhvr>
                                    </p:animEffect>
                                  </p:childTnLst>
                                </p:cTn>
                              </p:par>
                              <p:par>
                                <p:cTn id="72" presetID="16" presetClass="entr" presetSubtype="21" fill="hold" nodeType="withEffect">
                                  <p:stCondLst>
                                    <p:cond delay="0"/>
                                  </p:stCondLst>
                                  <p:childTnLst>
                                    <p:set>
                                      <p:cBhvr>
                                        <p:cTn id="73" dur="1" fill="hold">
                                          <p:stCondLst>
                                            <p:cond delay="0"/>
                                          </p:stCondLst>
                                        </p:cTn>
                                        <p:tgtEl>
                                          <p:spTgt spid="603"/>
                                        </p:tgtEl>
                                        <p:attrNameLst>
                                          <p:attrName>style.visibility</p:attrName>
                                        </p:attrNameLst>
                                      </p:cBhvr>
                                      <p:to>
                                        <p:strVal val="visible"/>
                                      </p:to>
                                    </p:set>
                                    <p:animEffect transition="in" filter="barn(inVertical)">
                                      <p:cBhvr>
                                        <p:cTn id="74" dur="500"/>
                                        <p:tgtEl>
                                          <p:spTgt spid="603"/>
                                        </p:tgtEl>
                                      </p:cBhvr>
                                    </p:animEffect>
                                  </p:childTnLst>
                                </p:cTn>
                              </p:par>
                              <p:par>
                                <p:cTn id="75" presetID="16" presetClass="entr" presetSubtype="21" fill="hold" nodeType="withEffect">
                                  <p:stCondLst>
                                    <p:cond delay="0"/>
                                  </p:stCondLst>
                                  <p:childTnLst>
                                    <p:set>
                                      <p:cBhvr>
                                        <p:cTn id="76" dur="1" fill="hold">
                                          <p:stCondLst>
                                            <p:cond delay="0"/>
                                          </p:stCondLst>
                                        </p:cTn>
                                        <p:tgtEl>
                                          <p:spTgt spid="611"/>
                                        </p:tgtEl>
                                        <p:attrNameLst>
                                          <p:attrName>style.visibility</p:attrName>
                                        </p:attrNameLst>
                                      </p:cBhvr>
                                      <p:to>
                                        <p:strVal val="visible"/>
                                      </p:to>
                                    </p:set>
                                    <p:animEffect transition="in" filter="barn(inVertical)">
                                      <p:cBhvr>
                                        <p:cTn id="77" dur="500"/>
                                        <p:tgtEl>
                                          <p:spTgt spid="611"/>
                                        </p:tgtEl>
                                      </p:cBhvr>
                                    </p:animEffect>
                                  </p:childTnLst>
                                </p:cTn>
                              </p:par>
                              <p:par>
                                <p:cTn id="78" presetID="16" presetClass="entr" presetSubtype="21" fill="hold" grpId="0" nodeType="withEffect">
                                  <p:stCondLst>
                                    <p:cond delay="0"/>
                                  </p:stCondLst>
                                  <p:childTnLst>
                                    <p:set>
                                      <p:cBhvr>
                                        <p:cTn id="79" dur="1" fill="hold">
                                          <p:stCondLst>
                                            <p:cond delay="0"/>
                                          </p:stCondLst>
                                        </p:cTn>
                                        <p:tgtEl>
                                          <p:spTgt spid="582"/>
                                        </p:tgtEl>
                                        <p:attrNameLst>
                                          <p:attrName>style.visibility</p:attrName>
                                        </p:attrNameLst>
                                      </p:cBhvr>
                                      <p:to>
                                        <p:strVal val="visible"/>
                                      </p:to>
                                    </p:set>
                                    <p:animEffect transition="in" filter="barn(inVertical)">
                                      <p:cBhvr>
                                        <p:cTn id="80" dur="500"/>
                                        <p:tgtEl>
                                          <p:spTgt spid="582"/>
                                        </p:tgtEl>
                                      </p:cBhvr>
                                    </p:animEffect>
                                  </p:childTnLst>
                                </p:cTn>
                              </p:par>
                            </p:childTnLst>
                          </p:cTn>
                        </p:par>
                      </p:childTnLst>
                    </p:cTn>
                  </p:par>
                  <p:par>
                    <p:cTn id="81" fill="hold">
                      <p:stCondLst>
                        <p:cond delay="indefinite"/>
                      </p:stCondLst>
                      <p:childTnLst>
                        <p:par>
                          <p:cTn id="82" fill="hold">
                            <p:stCondLst>
                              <p:cond delay="0"/>
                            </p:stCondLst>
                            <p:childTnLst>
                              <p:par>
                                <p:cTn id="83" presetID="16" presetClass="entr" presetSubtype="21" fill="hold" grpId="0" nodeType="clickEffect">
                                  <p:stCondLst>
                                    <p:cond delay="0"/>
                                  </p:stCondLst>
                                  <p:childTnLst>
                                    <p:set>
                                      <p:cBhvr>
                                        <p:cTn id="84" dur="1" fill="hold">
                                          <p:stCondLst>
                                            <p:cond delay="0"/>
                                          </p:stCondLst>
                                        </p:cTn>
                                        <p:tgtEl>
                                          <p:spTgt spid="591"/>
                                        </p:tgtEl>
                                        <p:attrNameLst>
                                          <p:attrName>style.visibility</p:attrName>
                                        </p:attrNameLst>
                                      </p:cBhvr>
                                      <p:to>
                                        <p:strVal val="visible"/>
                                      </p:to>
                                    </p:set>
                                    <p:animEffect transition="in" filter="barn(inVertical)">
                                      <p:cBhvr>
                                        <p:cTn id="85" dur="500"/>
                                        <p:tgtEl>
                                          <p:spTgt spid="591"/>
                                        </p:tgtEl>
                                      </p:cBhvr>
                                    </p:animEffect>
                                  </p:childTnLst>
                                </p:cTn>
                              </p:par>
                              <p:par>
                                <p:cTn id="86" presetID="16" presetClass="entr" presetSubtype="21" fill="hold" grpId="0" nodeType="withEffect">
                                  <p:stCondLst>
                                    <p:cond delay="0"/>
                                  </p:stCondLst>
                                  <p:childTnLst>
                                    <p:set>
                                      <p:cBhvr>
                                        <p:cTn id="87" dur="1" fill="hold">
                                          <p:stCondLst>
                                            <p:cond delay="0"/>
                                          </p:stCondLst>
                                        </p:cTn>
                                        <p:tgtEl>
                                          <p:spTgt spid="614"/>
                                        </p:tgtEl>
                                        <p:attrNameLst>
                                          <p:attrName>style.visibility</p:attrName>
                                        </p:attrNameLst>
                                      </p:cBhvr>
                                      <p:to>
                                        <p:strVal val="visible"/>
                                      </p:to>
                                    </p:set>
                                    <p:animEffect transition="in" filter="barn(inVertical)">
                                      <p:cBhvr>
                                        <p:cTn id="88" dur="500"/>
                                        <p:tgtEl>
                                          <p:spTgt spid="614"/>
                                        </p:tgtEl>
                                      </p:cBhvr>
                                    </p:animEffect>
                                  </p:childTnLst>
                                </p:cTn>
                              </p:par>
                              <p:par>
                                <p:cTn id="89" presetID="16" presetClass="entr" presetSubtype="21" fill="hold" grpId="0" nodeType="withEffect">
                                  <p:stCondLst>
                                    <p:cond delay="0"/>
                                  </p:stCondLst>
                                  <p:childTnLst>
                                    <p:set>
                                      <p:cBhvr>
                                        <p:cTn id="90" dur="1" fill="hold">
                                          <p:stCondLst>
                                            <p:cond delay="0"/>
                                          </p:stCondLst>
                                        </p:cTn>
                                        <p:tgtEl>
                                          <p:spTgt spid="581"/>
                                        </p:tgtEl>
                                        <p:attrNameLst>
                                          <p:attrName>style.visibility</p:attrName>
                                        </p:attrNameLst>
                                      </p:cBhvr>
                                      <p:to>
                                        <p:strVal val="visible"/>
                                      </p:to>
                                    </p:set>
                                    <p:animEffect transition="in" filter="barn(inVertical)">
                                      <p:cBhvr>
                                        <p:cTn id="91" dur="500"/>
                                        <p:tgtEl>
                                          <p:spTgt spid="581"/>
                                        </p:tgtEl>
                                      </p:cBhvr>
                                    </p:animEffect>
                                  </p:childTnLst>
                                </p:cTn>
                              </p:par>
                            </p:childTnLst>
                          </p:cTn>
                        </p:par>
                      </p:childTnLst>
                    </p:cTn>
                  </p:par>
                  <p:par>
                    <p:cTn id="92" fill="hold">
                      <p:stCondLst>
                        <p:cond delay="indefinite"/>
                      </p:stCondLst>
                      <p:childTnLst>
                        <p:par>
                          <p:cTn id="93" fill="hold">
                            <p:stCondLst>
                              <p:cond delay="0"/>
                            </p:stCondLst>
                            <p:childTnLst>
                              <p:par>
                                <p:cTn id="94" presetID="16" presetClass="entr" presetSubtype="21" fill="hold" grpId="0" nodeType="clickEffect">
                                  <p:stCondLst>
                                    <p:cond delay="0"/>
                                  </p:stCondLst>
                                  <p:childTnLst>
                                    <p:set>
                                      <p:cBhvr>
                                        <p:cTn id="95" dur="1" fill="hold">
                                          <p:stCondLst>
                                            <p:cond delay="0"/>
                                          </p:stCondLst>
                                        </p:cTn>
                                        <p:tgtEl>
                                          <p:spTgt spid="615"/>
                                        </p:tgtEl>
                                        <p:attrNameLst>
                                          <p:attrName>style.visibility</p:attrName>
                                        </p:attrNameLst>
                                      </p:cBhvr>
                                      <p:to>
                                        <p:strVal val="visible"/>
                                      </p:to>
                                    </p:set>
                                    <p:animEffect transition="in" filter="barn(inVertical)">
                                      <p:cBhvr>
                                        <p:cTn id="96" dur="500"/>
                                        <p:tgtEl>
                                          <p:spTgt spid="615"/>
                                        </p:tgtEl>
                                      </p:cBhvr>
                                    </p:animEffect>
                                  </p:childTnLst>
                                </p:cTn>
                              </p:par>
                              <p:par>
                                <p:cTn id="97" presetID="16" presetClass="entr" presetSubtype="21" fill="hold" grpId="0" nodeType="withEffect">
                                  <p:stCondLst>
                                    <p:cond delay="0"/>
                                  </p:stCondLst>
                                  <p:childTnLst>
                                    <p:set>
                                      <p:cBhvr>
                                        <p:cTn id="98" dur="1" fill="hold">
                                          <p:stCondLst>
                                            <p:cond delay="0"/>
                                          </p:stCondLst>
                                        </p:cTn>
                                        <p:tgtEl>
                                          <p:spTgt spid="592"/>
                                        </p:tgtEl>
                                        <p:attrNameLst>
                                          <p:attrName>style.visibility</p:attrName>
                                        </p:attrNameLst>
                                      </p:cBhvr>
                                      <p:to>
                                        <p:strVal val="visible"/>
                                      </p:to>
                                    </p:set>
                                    <p:animEffect transition="in" filter="barn(inVertical)">
                                      <p:cBhvr>
                                        <p:cTn id="99" dur="500"/>
                                        <p:tgtEl>
                                          <p:spTgt spid="592"/>
                                        </p:tgtEl>
                                      </p:cBhvr>
                                    </p:animEffect>
                                  </p:childTnLst>
                                </p:cTn>
                              </p:par>
                            </p:childTnLst>
                          </p:cTn>
                        </p:par>
                      </p:childTnLst>
                    </p:cTn>
                  </p:par>
                  <p:par>
                    <p:cTn id="100" fill="hold">
                      <p:stCondLst>
                        <p:cond delay="indefinite"/>
                      </p:stCondLst>
                      <p:childTnLst>
                        <p:par>
                          <p:cTn id="101" fill="hold">
                            <p:stCondLst>
                              <p:cond delay="0"/>
                            </p:stCondLst>
                            <p:childTnLst>
                              <p:par>
                                <p:cTn id="102" presetID="16" presetClass="entr" presetSubtype="21" fill="hold" grpId="0" nodeType="clickEffect">
                                  <p:stCondLst>
                                    <p:cond delay="0"/>
                                  </p:stCondLst>
                                  <p:childTnLst>
                                    <p:set>
                                      <p:cBhvr>
                                        <p:cTn id="103" dur="1" fill="hold">
                                          <p:stCondLst>
                                            <p:cond delay="0"/>
                                          </p:stCondLst>
                                        </p:cTn>
                                        <p:tgtEl>
                                          <p:spTgt spid="616"/>
                                        </p:tgtEl>
                                        <p:attrNameLst>
                                          <p:attrName>style.visibility</p:attrName>
                                        </p:attrNameLst>
                                      </p:cBhvr>
                                      <p:to>
                                        <p:strVal val="visible"/>
                                      </p:to>
                                    </p:set>
                                    <p:animEffect transition="in" filter="barn(inVertical)">
                                      <p:cBhvr>
                                        <p:cTn id="104" dur="500"/>
                                        <p:tgtEl>
                                          <p:spTgt spid="616"/>
                                        </p:tgtEl>
                                      </p:cBhvr>
                                    </p:animEffect>
                                  </p:childTnLst>
                                </p:cTn>
                              </p:par>
                              <p:par>
                                <p:cTn id="105" presetID="16" presetClass="entr" presetSubtype="21" fill="hold" grpId="0" nodeType="withEffect">
                                  <p:stCondLst>
                                    <p:cond delay="0"/>
                                  </p:stCondLst>
                                  <p:childTnLst>
                                    <p:set>
                                      <p:cBhvr>
                                        <p:cTn id="106" dur="1" fill="hold">
                                          <p:stCondLst>
                                            <p:cond delay="0"/>
                                          </p:stCondLst>
                                        </p:cTn>
                                        <p:tgtEl>
                                          <p:spTgt spid="580"/>
                                        </p:tgtEl>
                                        <p:attrNameLst>
                                          <p:attrName>style.visibility</p:attrName>
                                        </p:attrNameLst>
                                      </p:cBhvr>
                                      <p:to>
                                        <p:strVal val="visible"/>
                                      </p:to>
                                    </p:set>
                                    <p:animEffect transition="in" filter="barn(inVertical)">
                                      <p:cBhvr>
                                        <p:cTn id="107" dur="500"/>
                                        <p:tgtEl>
                                          <p:spTgt spid="580"/>
                                        </p:tgtEl>
                                      </p:cBhvr>
                                    </p:animEffect>
                                  </p:childTnLst>
                                </p:cTn>
                              </p:par>
                              <p:par>
                                <p:cTn id="108" presetID="16" presetClass="entr" presetSubtype="21" fill="hold" grpId="0" nodeType="withEffect">
                                  <p:stCondLst>
                                    <p:cond delay="0"/>
                                  </p:stCondLst>
                                  <p:childTnLst>
                                    <p:set>
                                      <p:cBhvr>
                                        <p:cTn id="109" dur="1" fill="hold">
                                          <p:stCondLst>
                                            <p:cond delay="0"/>
                                          </p:stCondLst>
                                        </p:cTn>
                                        <p:tgtEl>
                                          <p:spTgt spid="593"/>
                                        </p:tgtEl>
                                        <p:attrNameLst>
                                          <p:attrName>style.visibility</p:attrName>
                                        </p:attrNameLst>
                                      </p:cBhvr>
                                      <p:to>
                                        <p:strVal val="visible"/>
                                      </p:to>
                                    </p:set>
                                    <p:animEffect transition="in" filter="barn(inVertical)">
                                      <p:cBhvr>
                                        <p:cTn id="110" dur="500"/>
                                        <p:tgtEl>
                                          <p:spTgt spid="593"/>
                                        </p:tgtEl>
                                      </p:cBhvr>
                                    </p:animEffect>
                                  </p:childTnLst>
                                </p:cTn>
                              </p:par>
                            </p:childTnLst>
                          </p:cTn>
                        </p:par>
                      </p:childTnLst>
                    </p:cTn>
                  </p:par>
                  <p:par>
                    <p:cTn id="111" fill="hold">
                      <p:stCondLst>
                        <p:cond delay="indefinite"/>
                      </p:stCondLst>
                      <p:childTnLst>
                        <p:par>
                          <p:cTn id="112" fill="hold">
                            <p:stCondLst>
                              <p:cond delay="0"/>
                            </p:stCondLst>
                            <p:childTnLst>
                              <p:par>
                                <p:cTn id="113" presetID="16" presetClass="entr" presetSubtype="21" fill="hold" grpId="0" nodeType="clickEffect">
                                  <p:stCondLst>
                                    <p:cond delay="0"/>
                                  </p:stCondLst>
                                  <p:childTnLst>
                                    <p:set>
                                      <p:cBhvr>
                                        <p:cTn id="114" dur="1" fill="hold">
                                          <p:stCondLst>
                                            <p:cond delay="0"/>
                                          </p:stCondLst>
                                        </p:cTn>
                                        <p:tgtEl>
                                          <p:spTgt spid="617"/>
                                        </p:tgtEl>
                                        <p:attrNameLst>
                                          <p:attrName>style.visibility</p:attrName>
                                        </p:attrNameLst>
                                      </p:cBhvr>
                                      <p:to>
                                        <p:strVal val="visible"/>
                                      </p:to>
                                    </p:set>
                                    <p:animEffect transition="in" filter="barn(inVertical)">
                                      <p:cBhvr>
                                        <p:cTn id="115" dur="500"/>
                                        <p:tgtEl>
                                          <p:spTgt spid="617"/>
                                        </p:tgtEl>
                                      </p:cBhvr>
                                    </p:animEffect>
                                  </p:childTnLst>
                                </p:cTn>
                              </p:par>
                              <p:par>
                                <p:cTn id="116" presetID="16" presetClass="entr" presetSubtype="21" fill="hold" grpId="0" nodeType="withEffect">
                                  <p:stCondLst>
                                    <p:cond delay="0"/>
                                  </p:stCondLst>
                                  <p:childTnLst>
                                    <p:set>
                                      <p:cBhvr>
                                        <p:cTn id="117" dur="1" fill="hold">
                                          <p:stCondLst>
                                            <p:cond delay="0"/>
                                          </p:stCondLst>
                                        </p:cTn>
                                        <p:tgtEl>
                                          <p:spTgt spid="594"/>
                                        </p:tgtEl>
                                        <p:attrNameLst>
                                          <p:attrName>style.visibility</p:attrName>
                                        </p:attrNameLst>
                                      </p:cBhvr>
                                      <p:to>
                                        <p:strVal val="visible"/>
                                      </p:to>
                                    </p:set>
                                    <p:animEffect transition="in" filter="barn(inVertical)">
                                      <p:cBhvr>
                                        <p:cTn id="118" dur="500"/>
                                        <p:tgtEl>
                                          <p:spTgt spid="5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6" grpId="0" animBg="1"/>
      <p:bldP spid="577" grpId="0" animBg="1"/>
      <p:bldP spid="578" grpId="0" animBg="1"/>
      <p:bldP spid="579" grpId="0" animBg="1"/>
      <p:bldP spid="580" grpId="0" animBg="1"/>
      <p:bldP spid="581" grpId="0" animBg="1"/>
      <p:bldP spid="582" grpId="0" animBg="1"/>
      <p:bldP spid="583" grpId="0" animBg="1"/>
      <p:bldP spid="584" grpId="0" animBg="1"/>
      <p:bldP spid="585" grpId="0"/>
      <p:bldP spid="586" grpId="0" animBg="1"/>
      <p:bldP spid="587" grpId="0"/>
      <p:bldP spid="591" grpId="0"/>
      <p:bldP spid="592" grpId="0"/>
      <p:bldP spid="593" grpId="0"/>
      <p:bldP spid="594" grpId="0"/>
      <p:bldP spid="595" grpId="0" animBg="1"/>
      <p:bldP spid="596" grpId="0" animBg="1"/>
      <p:bldP spid="597" grpId="0"/>
      <p:bldP spid="598" grpId="0" animBg="1"/>
      <p:bldP spid="599" grpId="0" animBg="1"/>
      <p:bldP spid="600" grpId="0" animBg="1"/>
      <p:bldP spid="601" grpId="0"/>
      <p:bldP spid="602" grpId="0" animBg="1"/>
      <p:bldP spid="614" grpId="0" animBg="1"/>
      <p:bldP spid="615" grpId="0" animBg="1"/>
      <p:bldP spid="616" grpId="0" animBg="1"/>
      <p:bldP spid="6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F47B6-7C81-D099-56D9-B25C0716EF0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CC0E9F38-3F0C-20A9-FDF7-9926CC56A9EE}"/>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What is Type Script</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F725DD64-2B00-6D77-EF58-4B20D34C8C54}"/>
              </a:ext>
            </a:extLst>
          </p:cNvPr>
          <p:cNvSpPr txBox="1"/>
          <p:nvPr/>
        </p:nvSpPr>
        <p:spPr>
          <a:xfrm>
            <a:off x="142630" y="655071"/>
            <a:ext cx="11483853" cy="6214211"/>
          </a:xfrm>
          <a:prstGeom prst="rect">
            <a:avLst/>
          </a:prstGeom>
          <a:noFill/>
        </p:spPr>
        <p:txBody>
          <a:bodyPr wrap="square" lIns="121867" tIns="60933" rIns="121867" bIns="60933" rtlCol="0">
            <a:spAutoFit/>
          </a:bodyPr>
          <a:lstStyle/>
          <a:p>
            <a:pPr defTabSz="914126">
              <a:buClrTx/>
            </a:pPr>
            <a:r>
              <a:rPr lang="en-IN" sz="1799" kern="1200" dirty="0">
                <a:solidFill>
                  <a:prstClr val="black"/>
                </a:solidFill>
                <a:latin typeface="Aptos" panose="02110004020202020204"/>
                <a:ea typeface="+mn-ea"/>
                <a:cs typeface="+mn-cs"/>
              </a:rPr>
              <a:t>Type Script is enhanced version of JS, </a:t>
            </a:r>
            <a:r>
              <a:rPr lang="en-US" sz="1799" kern="1200" dirty="0">
                <a:solidFill>
                  <a:prstClr val="black"/>
                </a:solidFill>
                <a:latin typeface="Aptos" panose="02110004020202020204"/>
                <a:ea typeface="+mn-ea"/>
                <a:cs typeface="+mn-cs"/>
              </a:rPr>
              <a:t>TypeScript is a syntactic superset of JavaScript which adds </a:t>
            </a:r>
            <a:r>
              <a:rPr lang="en-US" sz="1799" b="1" kern="1200" dirty="0">
                <a:solidFill>
                  <a:prstClr val="black"/>
                </a:solidFill>
                <a:latin typeface="Aptos" panose="02110004020202020204"/>
                <a:ea typeface="+mn-ea"/>
                <a:cs typeface="+mn-cs"/>
              </a:rPr>
              <a:t>static typing</a:t>
            </a:r>
            <a:r>
              <a:rPr lang="en-US" sz="1799" kern="1200" dirty="0">
                <a:solidFill>
                  <a:prstClr val="black"/>
                </a:solidFill>
                <a:latin typeface="Aptos" panose="02110004020202020204"/>
                <a:ea typeface="+mn-ea"/>
                <a:cs typeface="+mn-cs"/>
              </a:rPr>
              <a:t>.</a:t>
            </a:r>
          </a:p>
          <a:p>
            <a:pPr defTabSz="914126">
              <a:buClrTx/>
            </a:pPr>
            <a:endParaRPr lang="en-US" sz="1799" kern="1200" dirty="0">
              <a:solidFill>
                <a:prstClr val="black"/>
              </a:solidFill>
              <a:latin typeface="Aptos" panose="02110004020202020204"/>
              <a:ea typeface="+mn-ea"/>
              <a:cs typeface="+mn-cs"/>
            </a:endParaRPr>
          </a:p>
          <a:p>
            <a:pPr marL="342797" indent="-342797" defTabSz="914126">
              <a:buClrTx/>
              <a:buFontTx/>
              <a:buAutoNum type="arabicPeriod"/>
            </a:pPr>
            <a:r>
              <a:rPr lang="en-IN" sz="1799" kern="1200" dirty="0">
                <a:solidFill>
                  <a:prstClr val="black"/>
                </a:solidFill>
                <a:latin typeface="Aptos" panose="02110004020202020204"/>
                <a:ea typeface="+mn-ea"/>
                <a:cs typeface="+mn-cs"/>
              </a:rPr>
              <a:t>We could say its superset of JS</a:t>
            </a:r>
          </a:p>
          <a:p>
            <a:pPr marL="342797" indent="-342797" defTabSz="914126">
              <a:buClrTx/>
              <a:buFontTx/>
              <a:buAutoNum type="arabicPeriod"/>
            </a:pPr>
            <a:r>
              <a:rPr lang="en-IN" sz="1799" kern="1200" dirty="0">
                <a:solidFill>
                  <a:prstClr val="black"/>
                </a:solidFill>
                <a:latin typeface="Aptos" panose="02110004020202020204"/>
                <a:ea typeface="+mn-ea"/>
                <a:cs typeface="+mn-cs"/>
              </a:rPr>
              <a:t>You can think like C++ is enhanced version of C</a:t>
            </a:r>
          </a:p>
          <a:p>
            <a:pPr marL="342797" indent="-342797" defTabSz="914126">
              <a:buClrTx/>
              <a:buFontTx/>
              <a:buAutoNum type="arabicPeriod"/>
            </a:pPr>
            <a:r>
              <a:rPr lang="en-IN" sz="1799" kern="1200" dirty="0">
                <a:solidFill>
                  <a:prstClr val="black"/>
                </a:solidFill>
                <a:latin typeface="Aptos" panose="02110004020202020204"/>
                <a:ea typeface="+mn-ea"/>
                <a:cs typeface="+mn-cs"/>
              </a:rPr>
              <a:t>TypeScript is built upon Java Script only</a:t>
            </a:r>
          </a:p>
          <a:p>
            <a:pPr marL="342797" indent="-342797" defTabSz="914126">
              <a:buClrTx/>
              <a:buFontTx/>
              <a:buAutoNum type="arabicPeriod"/>
            </a:pPr>
            <a:r>
              <a:rPr lang="en-IN" sz="1799" kern="1200" dirty="0">
                <a:solidFill>
                  <a:prstClr val="black"/>
                </a:solidFill>
                <a:latin typeface="Aptos" panose="02110004020202020204"/>
                <a:ea typeface="+mn-ea"/>
                <a:cs typeface="+mn-cs"/>
              </a:rPr>
              <a:t>TS = JS + Types, Like usually in JS we never provide data types while creating variables but in TS we must</a:t>
            </a:r>
          </a:p>
          <a:p>
            <a:pPr marL="342797" indent="-342797" defTabSz="914126">
              <a:buClrTx/>
              <a:buFontTx/>
              <a:buAutoNum type="arabicPeriod"/>
            </a:pPr>
            <a:r>
              <a:rPr lang="en-IN" sz="1799" kern="1200" dirty="0">
                <a:solidFill>
                  <a:prstClr val="black"/>
                </a:solidFill>
                <a:latin typeface="Aptos" panose="02110004020202020204"/>
                <a:ea typeface="+mn-ea"/>
                <a:cs typeface="+mn-cs"/>
              </a:rPr>
              <a:t>Also TS offers better syntax to manage the classes and objects</a:t>
            </a:r>
          </a:p>
          <a:p>
            <a:pPr marL="342797" indent="-342797" defTabSz="914126">
              <a:buClrTx/>
              <a:buFontTx/>
              <a:buAutoNum type="arabicPeriod"/>
            </a:pPr>
            <a:r>
              <a:rPr lang="en-IN" sz="1799" kern="1200" dirty="0">
                <a:solidFill>
                  <a:prstClr val="black"/>
                </a:solidFill>
                <a:latin typeface="Aptos" panose="02110004020202020204"/>
                <a:ea typeface="+mn-ea"/>
                <a:cs typeface="+mn-cs"/>
              </a:rPr>
              <a:t>TS cannot run directly in Browser, so it has to be converted to JS hence we have to write some special file or use modules to convert the TS to JS at runtime</a:t>
            </a:r>
          </a:p>
          <a:p>
            <a:pPr marL="342797" indent="-342797" defTabSz="914126">
              <a:buClrTx/>
              <a:buFontTx/>
              <a:buAutoNum type="arabicPeriod"/>
            </a:pPr>
            <a:r>
              <a:rPr lang="en-IN" sz="1799" kern="1200" dirty="0">
                <a:solidFill>
                  <a:prstClr val="black"/>
                </a:solidFill>
                <a:latin typeface="Aptos" panose="02110004020202020204"/>
                <a:ea typeface="+mn-ea"/>
                <a:cs typeface="+mn-cs"/>
              </a:rPr>
              <a:t>TS Compiler converts the code from TS to JS</a:t>
            </a:r>
          </a:p>
          <a:p>
            <a:pPr marL="342797" indent="-342797" defTabSz="914126">
              <a:buClrTx/>
              <a:buFontTx/>
              <a:buAutoNum type="arabicPeriod"/>
            </a:pPr>
            <a:endParaRPr lang="en-IN" sz="1799" kern="1200" dirty="0">
              <a:solidFill>
                <a:prstClr val="black"/>
              </a:solidFill>
              <a:latin typeface="Aptos" panose="02110004020202020204"/>
              <a:ea typeface="+mn-ea"/>
              <a:cs typeface="+mn-cs"/>
            </a:endParaRPr>
          </a:p>
          <a:p>
            <a:pPr defTabSz="914126">
              <a:buClrTx/>
            </a:pPr>
            <a:r>
              <a:rPr lang="en-IN" sz="1799" kern="1200" dirty="0">
                <a:solidFill>
                  <a:prstClr val="black"/>
                </a:solidFill>
                <a:latin typeface="Aptos" panose="02110004020202020204"/>
                <a:ea typeface="+mn-ea"/>
                <a:cs typeface="+mn-cs"/>
              </a:rPr>
              <a:t>Benefits</a:t>
            </a:r>
          </a:p>
          <a:p>
            <a:pPr marL="342797" indent="-342797" defTabSz="914126">
              <a:buClrTx/>
              <a:buFontTx/>
              <a:buAutoNum type="arabicPeriod"/>
            </a:pPr>
            <a:r>
              <a:rPr lang="en-IN" sz="1799" kern="1200" dirty="0">
                <a:solidFill>
                  <a:prstClr val="black"/>
                </a:solidFill>
                <a:latin typeface="Aptos" panose="02110004020202020204"/>
                <a:ea typeface="+mn-ea"/>
                <a:cs typeface="+mn-cs"/>
              </a:rPr>
              <a:t>We can do checks at compile time, So error handling is easy</a:t>
            </a:r>
          </a:p>
          <a:p>
            <a:pPr marL="342797" indent="-342797" defTabSz="914126">
              <a:buClrTx/>
              <a:buFontTx/>
              <a:buAutoNum type="arabicPeriod"/>
            </a:pPr>
            <a:r>
              <a:rPr lang="en-IN" sz="1799" kern="1200" dirty="0">
                <a:solidFill>
                  <a:prstClr val="black"/>
                </a:solidFill>
                <a:latin typeface="Aptos" panose="02110004020202020204"/>
                <a:ea typeface="+mn-ea"/>
                <a:cs typeface="+mn-cs"/>
              </a:rPr>
              <a:t>Code Completion is better</a:t>
            </a:r>
          </a:p>
          <a:p>
            <a:pPr marL="342797" indent="-342797" defTabSz="914126">
              <a:buClrTx/>
              <a:buFontTx/>
              <a:buAutoNum type="arabicPeriod"/>
            </a:pPr>
            <a:r>
              <a:rPr lang="en-IN" sz="1799" kern="1200" dirty="0">
                <a:solidFill>
                  <a:prstClr val="black"/>
                </a:solidFill>
                <a:latin typeface="Aptos" panose="02110004020202020204"/>
                <a:ea typeface="+mn-ea"/>
                <a:cs typeface="+mn-cs"/>
              </a:rPr>
              <a:t>Object Oriented programming can be added which offers classes, polymorphism, inheritance etc</a:t>
            </a:r>
          </a:p>
          <a:p>
            <a:pPr marL="342797" indent="-342797" defTabSz="914126">
              <a:buClrTx/>
              <a:buFontTx/>
              <a:buAutoNum type="arabicPeriod"/>
            </a:pPr>
            <a:r>
              <a:rPr lang="en-IN" sz="1799" kern="1200" dirty="0">
                <a:solidFill>
                  <a:prstClr val="black"/>
                </a:solidFill>
                <a:latin typeface="Aptos" panose="02110004020202020204"/>
                <a:ea typeface="+mn-ea"/>
                <a:cs typeface="+mn-cs"/>
              </a:rPr>
              <a:t>Example when we define return type for the function @ design time which helps us to find compile time</a:t>
            </a:r>
          </a:p>
          <a:p>
            <a:pPr marL="342797" indent="-342797" defTabSz="914126">
              <a:buClrTx/>
              <a:buFontTx/>
              <a:buAutoNum type="arabicPeriod"/>
            </a:pPr>
            <a:endParaRPr lang="en-IN" sz="1799" kern="1200" dirty="0">
              <a:solidFill>
                <a:prstClr val="black"/>
              </a:solidFill>
              <a:latin typeface="Aptos" panose="02110004020202020204"/>
              <a:ea typeface="+mn-ea"/>
              <a:cs typeface="+mn-cs"/>
            </a:endParaRPr>
          </a:p>
          <a:p>
            <a:pPr defTabSz="914126">
              <a:buClrTx/>
            </a:pPr>
            <a:r>
              <a:rPr lang="en-IN" sz="1799" kern="1200" dirty="0">
                <a:solidFill>
                  <a:prstClr val="black"/>
                </a:solidFill>
                <a:latin typeface="Aptos" panose="02110004020202020204"/>
                <a:ea typeface="+mn-ea"/>
                <a:cs typeface="+mn-cs"/>
              </a:rPr>
              <a:t>History</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Developed by Microsoft by enhancing JS</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First released in Oct-2012 and influenced by JS</a:t>
            </a:r>
          </a:p>
          <a:p>
            <a:pPr marL="285664" indent="-285664" defTabSz="914126">
              <a:buClrTx/>
              <a:buFont typeface="Arial" panose="020B0604020202020204" pitchFamily="34" charset="0"/>
              <a:buChar char="•"/>
            </a:pPr>
            <a:endParaRPr lang="en-IN" sz="1799" kern="1200" dirty="0">
              <a:solidFill>
                <a:prstClr val="black"/>
              </a:solidFill>
              <a:latin typeface="Aptos" panose="02110004020202020204"/>
              <a:ea typeface="+mn-ea"/>
              <a:cs typeface="+mn-cs"/>
            </a:endParaRPr>
          </a:p>
          <a:p>
            <a:pPr defTabSz="914126">
              <a:buClrTx/>
            </a:pPr>
            <a:endParaRPr lang="en-IN"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825366F9-2B4D-AFE8-FA33-FE876E2CDA92}"/>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D075D4CF-F9E0-5E46-8452-CD3F6D569B09}"/>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E537D3D9-8B87-81D3-673C-C7A55CFD326F}"/>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1E7691D2-2C0D-60EE-E216-BFE6F7F8515A}"/>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pic>
        <p:nvPicPr>
          <p:cNvPr id="9" name="Picture 8">
            <a:extLst>
              <a:ext uri="{FF2B5EF4-FFF2-40B4-BE49-F238E27FC236}">
                <a16:creationId xmlns:a16="http://schemas.microsoft.com/office/drawing/2014/main" id="{F4438852-C63A-252A-9141-088B065E3CC7}"/>
              </a:ext>
            </a:extLst>
          </p:cNvPr>
          <p:cNvPicPr>
            <a:picLocks noChangeAspect="1"/>
          </p:cNvPicPr>
          <p:nvPr/>
        </p:nvPicPr>
        <p:blipFill>
          <a:blip r:embed="rId3"/>
          <a:stretch>
            <a:fillRect/>
          </a:stretch>
        </p:blipFill>
        <p:spPr>
          <a:xfrm>
            <a:off x="9767758" y="4754619"/>
            <a:ext cx="2023999" cy="1448311"/>
          </a:xfrm>
          <a:prstGeom prst="rect">
            <a:avLst/>
          </a:prstGeom>
        </p:spPr>
      </p:pic>
    </p:spTree>
    <p:extLst>
      <p:ext uri="{BB962C8B-B14F-4D97-AF65-F5344CB8AC3E}">
        <p14:creationId xmlns:p14="http://schemas.microsoft.com/office/powerpoint/2010/main" val="1656517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1000"/>
                                        <p:tgtEl>
                                          <p:spTgt spid="3">
                                            <p:txEl>
                                              <p:pRg st="5" end="5"/>
                                            </p:txEl>
                                          </p:spTgt>
                                        </p:tgtEl>
                                      </p:cBhvr>
                                    </p:animEffect>
                                    <p:anim calcmode="lin" valueType="num">
                                      <p:cBhvr>
                                        <p:cTn id="2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1000"/>
                                        <p:tgtEl>
                                          <p:spTgt spid="3">
                                            <p:txEl>
                                              <p:pRg st="6" end="6"/>
                                            </p:txEl>
                                          </p:spTgt>
                                        </p:tgtEl>
                                      </p:cBhvr>
                                    </p:animEffect>
                                    <p:anim calcmode="lin" valueType="num">
                                      <p:cBhvr>
                                        <p:cTn id="33"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1000"/>
                                        <p:tgtEl>
                                          <p:spTgt spid="3">
                                            <p:txEl>
                                              <p:pRg st="7" end="7"/>
                                            </p:txEl>
                                          </p:spTgt>
                                        </p:tgtEl>
                                      </p:cBhvr>
                                    </p:animEffect>
                                    <p:anim calcmode="lin" valueType="num">
                                      <p:cBhvr>
                                        <p:cTn id="38"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3">
                                            <p:txEl>
                                              <p:pRg st="8" end="8"/>
                                            </p:txEl>
                                          </p:spTgt>
                                        </p:tgtEl>
                                        <p:attrNameLst>
                                          <p:attrName>style.visibility</p:attrName>
                                        </p:attrNameLst>
                                      </p:cBhvr>
                                      <p:to>
                                        <p:strVal val="visible"/>
                                      </p:to>
                                    </p:set>
                                    <p:animEffect transition="in" filter="fade">
                                      <p:cBhvr>
                                        <p:cTn id="42" dur="1000"/>
                                        <p:tgtEl>
                                          <p:spTgt spid="3">
                                            <p:txEl>
                                              <p:pRg st="8" end="8"/>
                                            </p:txEl>
                                          </p:spTgt>
                                        </p:tgtEl>
                                      </p:cBhvr>
                                    </p:animEffect>
                                    <p:anim calcmode="lin" valueType="num">
                                      <p:cBhvr>
                                        <p:cTn id="43"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3">
                                            <p:txEl>
                                              <p:pRg st="10" end="10"/>
                                            </p:txEl>
                                          </p:spTgt>
                                        </p:tgtEl>
                                        <p:attrNameLst>
                                          <p:attrName>style.visibility</p:attrName>
                                        </p:attrNameLst>
                                      </p:cBhvr>
                                      <p:to>
                                        <p:strVal val="visible"/>
                                      </p:to>
                                    </p:set>
                                    <p:animEffect transition="in" filter="fade">
                                      <p:cBhvr>
                                        <p:cTn id="49" dur="1000"/>
                                        <p:tgtEl>
                                          <p:spTgt spid="3">
                                            <p:txEl>
                                              <p:pRg st="10" end="10"/>
                                            </p:txEl>
                                          </p:spTgt>
                                        </p:tgtEl>
                                      </p:cBhvr>
                                    </p:animEffect>
                                    <p:anim calcmode="lin" valueType="num">
                                      <p:cBhvr>
                                        <p:cTn id="50"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3">
                                            <p:txEl>
                                              <p:pRg st="11" end="11"/>
                                            </p:txEl>
                                          </p:spTgt>
                                        </p:tgtEl>
                                        <p:attrNameLst>
                                          <p:attrName>style.visibility</p:attrName>
                                        </p:attrNameLst>
                                      </p:cBhvr>
                                      <p:to>
                                        <p:strVal val="visible"/>
                                      </p:to>
                                    </p:set>
                                    <p:animEffect transition="in" filter="fade">
                                      <p:cBhvr>
                                        <p:cTn id="54" dur="1000"/>
                                        <p:tgtEl>
                                          <p:spTgt spid="3">
                                            <p:txEl>
                                              <p:pRg st="11" end="11"/>
                                            </p:txEl>
                                          </p:spTgt>
                                        </p:tgtEl>
                                      </p:cBhvr>
                                    </p:animEffect>
                                    <p:anim calcmode="lin" valueType="num">
                                      <p:cBhvr>
                                        <p:cTn id="55"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6"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7" presetID="42" presetClass="entr" presetSubtype="0" fill="hold" nodeType="withEffect">
                                  <p:stCondLst>
                                    <p:cond delay="0"/>
                                  </p:stCondLst>
                                  <p:childTnLst>
                                    <p:set>
                                      <p:cBhvr>
                                        <p:cTn id="58" dur="1" fill="hold">
                                          <p:stCondLst>
                                            <p:cond delay="0"/>
                                          </p:stCondLst>
                                        </p:cTn>
                                        <p:tgtEl>
                                          <p:spTgt spid="3">
                                            <p:txEl>
                                              <p:pRg st="12" end="12"/>
                                            </p:txEl>
                                          </p:spTgt>
                                        </p:tgtEl>
                                        <p:attrNameLst>
                                          <p:attrName>style.visibility</p:attrName>
                                        </p:attrNameLst>
                                      </p:cBhvr>
                                      <p:to>
                                        <p:strVal val="visible"/>
                                      </p:to>
                                    </p:set>
                                    <p:animEffect transition="in" filter="fade">
                                      <p:cBhvr>
                                        <p:cTn id="59" dur="1000"/>
                                        <p:tgtEl>
                                          <p:spTgt spid="3">
                                            <p:txEl>
                                              <p:pRg st="12" end="12"/>
                                            </p:txEl>
                                          </p:spTgt>
                                        </p:tgtEl>
                                      </p:cBhvr>
                                    </p:animEffect>
                                    <p:anim calcmode="lin" valueType="num">
                                      <p:cBhvr>
                                        <p:cTn id="60"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1"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62" presetID="42" presetClass="entr" presetSubtype="0" fill="hold" nodeType="withEffect">
                                  <p:stCondLst>
                                    <p:cond delay="0"/>
                                  </p:stCondLst>
                                  <p:childTnLst>
                                    <p:set>
                                      <p:cBhvr>
                                        <p:cTn id="63" dur="1" fill="hold">
                                          <p:stCondLst>
                                            <p:cond delay="0"/>
                                          </p:stCondLst>
                                        </p:cTn>
                                        <p:tgtEl>
                                          <p:spTgt spid="3">
                                            <p:txEl>
                                              <p:pRg st="13" end="13"/>
                                            </p:txEl>
                                          </p:spTgt>
                                        </p:tgtEl>
                                        <p:attrNameLst>
                                          <p:attrName>style.visibility</p:attrName>
                                        </p:attrNameLst>
                                      </p:cBhvr>
                                      <p:to>
                                        <p:strVal val="visible"/>
                                      </p:to>
                                    </p:set>
                                    <p:animEffect transition="in" filter="fade">
                                      <p:cBhvr>
                                        <p:cTn id="64" dur="1000"/>
                                        <p:tgtEl>
                                          <p:spTgt spid="3">
                                            <p:txEl>
                                              <p:pRg st="13" end="13"/>
                                            </p:txEl>
                                          </p:spTgt>
                                        </p:tgtEl>
                                      </p:cBhvr>
                                    </p:animEffect>
                                    <p:anim calcmode="lin" valueType="num">
                                      <p:cBhvr>
                                        <p:cTn id="65"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66" dur="1000" fill="hold"/>
                                        <p:tgtEl>
                                          <p:spTgt spid="3">
                                            <p:txEl>
                                              <p:pRg st="13" end="13"/>
                                            </p:txEl>
                                          </p:spTgt>
                                        </p:tgtEl>
                                        <p:attrNameLst>
                                          <p:attrName>ppt_y</p:attrName>
                                        </p:attrNameLst>
                                      </p:cBhvr>
                                      <p:tavLst>
                                        <p:tav tm="0">
                                          <p:val>
                                            <p:strVal val="#ppt_y+.1"/>
                                          </p:val>
                                        </p:tav>
                                        <p:tav tm="100000">
                                          <p:val>
                                            <p:strVal val="#ppt_y"/>
                                          </p:val>
                                        </p:tav>
                                      </p:tavLst>
                                    </p:anim>
                                  </p:childTnLst>
                                </p:cTn>
                              </p:par>
                              <p:par>
                                <p:cTn id="67" presetID="42" presetClass="entr" presetSubtype="0" fill="hold" nodeType="withEffect">
                                  <p:stCondLst>
                                    <p:cond delay="0"/>
                                  </p:stCondLst>
                                  <p:childTnLst>
                                    <p:set>
                                      <p:cBhvr>
                                        <p:cTn id="68" dur="1" fill="hold">
                                          <p:stCondLst>
                                            <p:cond delay="0"/>
                                          </p:stCondLst>
                                        </p:cTn>
                                        <p:tgtEl>
                                          <p:spTgt spid="3">
                                            <p:txEl>
                                              <p:pRg st="14" end="14"/>
                                            </p:txEl>
                                          </p:spTgt>
                                        </p:tgtEl>
                                        <p:attrNameLst>
                                          <p:attrName>style.visibility</p:attrName>
                                        </p:attrNameLst>
                                      </p:cBhvr>
                                      <p:to>
                                        <p:strVal val="visible"/>
                                      </p:to>
                                    </p:set>
                                    <p:animEffect transition="in" filter="fade">
                                      <p:cBhvr>
                                        <p:cTn id="69" dur="1000"/>
                                        <p:tgtEl>
                                          <p:spTgt spid="3">
                                            <p:txEl>
                                              <p:pRg st="14" end="14"/>
                                            </p:txEl>
                                          </p:spTgt>
                                        </p:tgtEl>
                                      </p:cBhvr>
                                    </p:animEffect>
                                    <p:anim calcmode="lin" valueType="num">
                                      <p:cBhvr>
                                        <p:cTn id="70"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71"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par>
                    <p:cTn id="72" fill="hold">
                      <p:stCondLst>
                        <p:cond delay="indefinite"/>
                      </p:stCondLst>
                      <p:childTnLst>
                        <p:par>
                          <p:cTn id="73" fill="hold">
                            <p:stCondLst>
                              <p:cond delay="0"/>
                            </p:stCondLst>
                            <p:childTnLst>
                              <p:par>
                                <p:cTn id="74" presetID="42" presetClass="entr" presetSubtype="0" fill="hold" nodeType="clickEffect">
                                  <p:stCondLst>
                                    <p:cond delay="0"/>
                                  </p:stCondLst>
                                  <p:childTnLst>
                                    <p:set>
                                      <p:cBhvr>
                                        <p:cTn id="75" dur="1" fill="hold">
                                          <p:stCondLst>
                                            <p:cond delay="0"/>
                                          </p:stCondLst>
                                        </p:cTn>
                                        <p:tgtEl>
                                          <p:spTgt spid="3">
                                            <p:txEl>
                                              <p:pRg st="16" end="16"/>
                                            </p:txEl>
                                          </p:spTgt>
                                        </p:tgtEl>
                                        <p:attrNameLst>
                                          <p:attrName>style.visibility</p:attrName>
                                        </p:attrNameLst>
                                      </p:cBhvr>
                                      <p:to>
                                        <p:strVal val="visible"/>
                                      </p:to>
                                    </p:set>
                                    <p:animEffect transition="in" filter="fade">
                                      <p:cBhvr>
                                        <p:cTn id="76" dur="1000"/>
                                        <p:tgtEl>
                                          <p:spTgt spid="3">
                                            <p:txEl>
                                              <p:pRg st="16" end="16"/>
                                            </p:txEl>
                                          </p:spTgt>
                                        </p:tgtEl>
                                      </p:cBhvr>
                                    </p:animEffect>
                                    <p:anim calcmode="lin" valueType="num">
                                      <p:cBhvr>
                                        <p:cTn id="77" dur="1000" fill="hold"/>
                                        <p:tgtEl>
                                          <p:spTgt spid="3">
                                            <p:txEl>
                                              <p:pRg st="16" end="16"/>
                                            </p:txEl>
                                          </p:spTgt>
                                        </p:tgtEl>
                                        <p:attrNameLst>
                                          <p:attrName>ppt_x</p:attrName>
                                        </p:attrNameLst>
                                      </p:cBhvr>
                                      <p:tavLst>
                                        <p:tav tm="0">
                                          <p:val>
                                            <p:strVal val="#ppt_x"/>
                                          </p:val>
                                        </p:tav>
                                        <p:tav tm="100000">
                                          <p:val>
                                            <p:strVal val="#ppt_x"/>
                                          </p:val>
                                        </p:tav>
                                      </p:tavLst>
                                    </p:anim>
                                    <p:anim calcmode="lin" valueType="num">
                                      <p:cBhvr>
                                        <p:cTn id="78" dur="1000" fill="hold"/>
                                        <p:tgtEl>
                                          <p:spTgt spid="3">
                                            <p:txEl>
                                              <p:pRg st="16" end="16"/>
                                            </p:txEl>
                                          </p:spTgt>
                                        </p:tgtEl>
                                        <p:attrNameLst>
                                          <p:attrName>ppt_y</p:attrName>
                                        </p:attrNameLst>
                                      </p:cBhvr>
                                      <p:tavLst>
                                        <p:tav tm="0">
                                          <p:val>
                                            <p:strVal val="#ppt_y+.1"/>
                                          </p:val>
                                        </p:tav>
                                        <p:tav tm="100000">
                                          <p:val>
                                            <p:strVal val="#ppt_y"/>
                                          </p:val>
                                        </p:tav>
                                      </p:tavLst>
                                    </p:anim>
                                  </p:childTnLst>
                                </p:cTn>
                              </p:par>
                              <p:par>
                                <p:cTn id="79" presetID="42" presetClass="entr" presetSubtype="0" fill="hold" nodeType="withEffect">
                                  <p:stCondLst>
                                    <p:cond delay="0"/>
                                  </p:stCondLst>
                                  <p:childTnLst>
                                    <p:set>
                                      <p:cBhvr>
                                        <p:cTn id="80" dur="1" fill="hold">
                                          <p:stCondLst>
                                            <p:cond delay="0"/>
                                          </p:stCondLst>
                                        </p:cTn>
                                        <p:tgtEl>
                                          <p:spTgt spid="3">
                                            <p:txEl>
                                              <p:pRg st="17" end="17"/>
                                            </p:txEl>
                                          </p:spTgt>
                                        </p:tgtEl>
                                        <p:attrNameLst>
                                          <p:attrName>style.visibility</p:attrName>
                                        </p:attrNameLst>
                                      </p:cBhvr>
                                      <p:to>
                                        <p:strVal val="visible"/>
                                      </p:to>
                                    </p:set>
                                    <p:animEffect transition="in" filter="fade">
                                      <p:cBhvr>
                                        <p:cTn id="81" dur="1000"/>
                                        <p:tgtEl>
                                          <p:spTgt spid="3">
                                            <p:txEl>
                                              <p:pRg st="17" end="17"/>
                                            </p:txEl>
                                          </p:spTgt>
                                        </p:tgtEl>
                                      </p:cBhvr>
                                    </p:animEffect>
                                    <p:anim calcmode="lin" valueType="num">
                                      <p:cBhvr>
                                        <p:cTn id="82" dur="1000" fill="hold"/>
                                        <p:tgtEl>
                                          <p:spTgt spid="3">
                                            <p:txEl>
                                              <p:pRg st="17" end="17"/>
                                            </p:txEl>
                                          </p:spTgt>
                                        </p:tgtEl>
                                        <p:attrNameLst>
                                          <p:attrName>ppt_x</p:attrName>
                                        </p:attrNameLst>
                                      </p:cBhvr>
                                      <p:tavLst>
                                        <p:tav tm="0">
                                          <p:val>
                                            <p:strVal val="#ppt_x"/>
                                          </p:val>
                                        </p:tav>
                                        <p:tav tm="100000">
                                          <p:val>
                                            <p:strVal val="#ppt_x"/>
                                          </p:val>
                                        </p:tav>
                                      </p:tavLst>
                                    </p:anim>
                                    <p:anim calcmode="lin" valueType="num">
                                      <p:cBhvr>
                                        <p:cTn id="83" dur="1000" fill="hold"/>
                                        <p:tgtEl>
                                          <p:spTgt spid="3">
                                            <p:txEl>
                                              <p:pRg st="17" end="17"/>
                                            </p:txEl>
                                          </p:spTgt>
                                        </p:tgtEl>
                                        <p:attrNameLst>
                                          <p:attrName>ppt_y</p:attrName>
                                        </p:attrNameLst>
                                      </p:cBhvr>
                                      <p:tavLst>
                                        <p:tav tm="0">
                                          <p:val>
                                            <p:strVal val="#ppt_y+.1"/>
                                          </p:val>
                                        </p:tav>
                                        <p:tav tm="100000">
                                          <p:val>
                                            <p:strVal val="#ppt_y"/>
                                          </p:val>
                                        </p:tav>
                                      </p:tavLst>
                                    </p:anim>
                                  </p:childTnLst>
                                </p:cTn>
                              </p:par>
                              <p:par>
                                <p:cTn id="84" presetID="42" presetClass="entr" presetSubtype="0" fill="hold" nodeType="withEffect">
                                  <p:stCondLst>
                                    <p:cond delay="0"/>
                                  </p:stCondLst>
                                  <p:childTnLst>
                                    <p:set>
                                      <p:cBhvr>
                                        <p:cTn id="85" dur="1" fill="hold">
                                          <p:stCondLst>
                                            <p:cond delay="0"/>
                                          </p:stCondLst>
                                        </p:cTn>
                                        <p:tgtEl>
                                          <p:spTgt spid="3">
                                            <p:txEl>
                                              <p:pRg st="18" end="18"/>
                                            </p:txEl>
                                          </p:spTgt>
                                        </p:tgtEl>
                                        <p:attrNameLst>
                                          <p:attrName>style.visibility</p:attrName>
                                        </p:attrNameLst>
                                      </p:cBhvr>
                                      <p:to>
                                        <p:strVal val="visible"/>
                                      </p:to>
                                    </p:set>
                                    <p:animEffect transition="in" filter="fade">
                                      <p:cBhvr>
                                        <p:cTn id="86" dur="1000"/>
                                        <p:tgtEl>
                                          <p:spTgt spid="3">
                                            <p:txEl>
                                              <p:pRg st="18" end="18"/>
                                            </p:txEl>
                                          </p:spTgt>
                                        </p:tgtEl>
                                      </p:cBhvr>
                                    </p:animEffect>
                                    <p:anim calcmode="lin" valueType="num">
                                      <p:cBhvr>
                                        <p:cTn id="87" dur="1000" fill="hold"/>
                                        <p:tgtEl>
                                          <p:spTgt spid="3">
                                            <p:txEl>
                                              <p:pRg st="18" end="18"/>
                                            </p:txEl>
                                          </p:spTgt>
                                        </p:tgtEl>
                                        <p:attrNameLst>
                                          <p:attrName>ppt_x</p:attrName>
                                        </p:attrNameLst>
                                      </p:cBhvr>
                                      <p:tavLst>
                                        <p:tav tm="0">
                                          <p:val>
                                            <p:strVal val="#ppt_x"/>
                                          </p:val>
                                        </p:tav>
                                        <p:tav tm="100000">
                                          <p:val>
                                            <p:strVal val="#ppt_x"/>
                                          </p:val>
                                        </p:tav>
                                      </p:tavLst>
                                    </p:anim>
                                    <p:anim calcmode="lin" valueType="num">
                                      <p:cBhvr>
                                        <p:cTn id="88" dur="1000" fill="hold"/>
                                        <p:tgtEl>
                                          <p:spTgt spid="3">
                                            <p:txEl>
                                              <p:pRg st="18" end="18"/>
                                            </p:txEl>
                                          </p:spTgt>
                                        </p:tgtEl>
                                        <p:attrNameLst>
                                          <p:attrName>ppt_y</p:attrName>
                                        </p:attrNameLst>
                                      </p:cBhvr>
                                      <p:tavLst>
                                        <p:tav tm="0">
                                          <p:val>
                                            <p:strVal val="#ppt_y+.1"/>
                                          </p:val>
                                        </p:tav>
                                        <p:tav tm="100000">
                                          <p:val>
                                            <p:strVal val="#ppt_y"/>
                                          </p:val>
                                        </p:tav>
                                      </p:tavLst>
                                    </p:anim>
                                  </p:childTnLst>
                                </p:cTn>
                              </p:par>
                              <p:par>
                                <p:cTn id="89" presetID="42" presetClass="entr" presetSubtype="0" fill="hold" nodeType="withEffect">
                                  <p:stCondLst>
                                    <p:cond delay="0"/>
                                  </p:stCondLst>
                                  <p:childTnLst>
                                    <p:set>
                                      <p:cBhvr>
                                        <p:cTn id="90" dur="1" fill="hold">
                                          <p:stCondLst>
                                            <p:cond delay="0"/>
                                          </p:stCondLst>
                                        </p:cTn>
                                        <p:tgtEl>
                                          <p:spTgt spid="9"/>
                                        </p:tgtEl>
                                        <p:attrNameLst>
                                          <p:attrName>style.visibility</p:attrName>
                                        </p:attrNameLst>
                                      </p:cBhvr>
                                      <p:to>
                                        <p:strVal val="visible"/>
                                      </p:to>
                                    </p:set>
                                    <p:animEffect transition="in" filter="fade">
                                      <p:cBhvr>
                                        <p:cTn id="91" dur="1000"/>
                                        <p:tgtEl>
                                          <p:spTgt spid="9"/>
                                        </p:tgtEl>
                                      </p:cBhvr>
                                    </p:animEffect>
                                    <p:anim calcmode="lin" valueType="num">
                                      <p:cBhvr>
                                        <p:cTn id="92" dur="1000" fill="hold"/>
                                        <p:tgtEl>
                                          <p:spTgt spid="9"/>
                                        </p:tgtEl>
                                        <p:attrNameLst>
                                          <p:attrName>ppt_x</p:attrName>
                                        </p:attrNameLst>
                                      </p:cBhvr>
                                      <p:tavLst>
                                        <p:tav tm="0">
                                          <p:val>
                                            <p:strVal val="#ppt_x"/>
                                          </p:val>
                                        </p:tav>
                                        <p:tav tm="100000">
                                          <p:val>
                                            <p:strVal val="#ppt_x"/>
                                          </p:val>
                                        </p:tav>
                                      </p:tavLst>
                                    </p:anim>
                                    <p:anim calcmode="lin" valueType="num">
                                      <p:cBhvr>
                                        <p:cTn id="93"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B90619-40C1-1AAF-F549-CF77C15C2EE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7382A3FD-CF73-C89A-B105-0E9813383F92}"/>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Variable Creation</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41DE8E74-AF39-656E-EBCB-DE3A61B3FB4D}"/>
              </a:ext>
            </a:extLst>
          </p:cNvPr>
          <p:cNvSpPr txBox="1"/>
          <p:nvPr/>
        </p:nvSpPr>
        <p:spPr>
          <a:xfrm>
            <a:off x="142630" y="655071"/>
            <a:ext cx="11483853" cy="5384665"/>
          </a:xfrm>
          <a:prstGeom prst="rect">
            <a:avLst/>
          </a:prstGeom>
          <a:noFill/>
        </p:spPr>
        <p:txBody>
          <a:bodyPr wrap="square" lIns="121867" tIns="60933" rIns="121867" bIns="60933" rtlCol="0">
            <a:spAutoFit/>
          </a:bodyPr>
          <a:lstStyle/>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most basic types in TypeScript are called </a:t>
            </a:r>
            <a:r>
              <a:rPr lang="en-US" sz="1799" b="1" kern="1200" dirty="0">
                <a:solidFill>
                  <a:prstClr val="black"/>
                </a:solidFill>
                <a:latin typeface="Aptos" panose="02110004020202020204"/>
                <a:ea typeface="+mn-ea"/>
                <a:cs typeface="+mn-cs"/>
              </a:rPr>
              <a:t>primitives</a:t>
            </a:r>
            <a:r>
              <a:rPr lang="en-US" sz="1799" kern="1200" dirty="0">
                <a:solidFill>
                  <a:prstClr val="black"/>
                </a:solidFill>
                <a:latin typeface="Aptos" panose="02110004020202020204"/>
                <a:ea typeface="+mn-ea"/>
                <a:cs typeface="+mn-cs"/>
              </a:rPr>
              <a:t>.</a:t>
            </a:r>
          </a:p>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These types form the building blocks of more complex types in your applications.</a:t>
            </a:r>
          </a:p>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TypeScript includes all JavaScript primitives plus additional type features.</a:t>
            </a:r>
          </a:p>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Here are the five primitive types you'll use most often:</a:t>
            </a:r>
          </a:p>
          <a:p>
            <a:pPr defTabSz="914126">
              <a:buClrTx/>
            </a:pPr>
            <a:endParaRPr lang="en-US" sz="1799" kern="1200" dirty="0">
              <a:solidFill>
                <a:prstClr val="black"/>
              </a:solidFill>
              <a:latin typeface="Aptos" panose="02110004020202020204"/>
              <a:ea typeface="+mn-ea"/>
              <a:cs typeface="+mn-cs"/>
            </a:endParaRP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varName</a:t>
            </a:r>
            <a:r>
              <a:rPr lang="en-US" sz="1799" kern="1200" dirty="0">
                <a:solidFill>
                  <a:prstClr val="black"/>
                </a:solidFill>
                <a:latin typeface="Aptos" panose="02110004020202020204"/>
                <a:ea typeface="+mn-ea"/>
                <a:cs typeface="+mn-cs"/>
              </a:rPr>
              <a:t> : datatype = value;</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isActive</a:t>
            </a:r>
            <a:r>
              <a:rPr lang="en-US" sz="1799" kern="1200" dirty="0">
                <a:solidFill>
                  <a:prstClr val="black"/>
                </a:solidFill>
                <a:latin typeface="Aptos" panose="02110004020202020204"/>
                <a:ea typeface="+mn-ea"/>
                <a:cs typeface="+mn-cs"/>
              </a:rPr>
              <a:t>: </a:t>
            </a:r>
            <a:r>
              <a:rPr lang="en-US" sz="1799" kern="1200" dirty="0" err="1">
                <a:solidFill>
                  <a:prstClr val="black"/>
                </a:solidFill>
                <a:latin typeface="Aptos" panose="02110004020202020204"/>
                <a:ea typeface="+mn-ea"/>
                <a:cs typeface="+mn-cs"/>
              </a:rPr>
              <a:t>boolean</a:t>
            </a:r>
            <a:r>
              <a:rPr lang="en-US" sz="1799" kern="1200" dirty="0">
                <a:solidFill>
                  <a:prstClr val="black"/>
                </a:solidFill>
                <a:latin typeface="Aptos" panose="02110004020202020204"/>
                <a:ea typeface="+mn-ea"/>
                <a:cs typeface="+mn-cs"/>
              </a:rPr>
              <a:t> = true;</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hasPermission</a:t>
            </a:r>
            <a:r>
              <a:rPr lang="en-US" sz="1799" kern="1200" dirty="0">
                <a:solidFill>
                  <a:prstClr val="black"/>
                </a:solidFill>
                <a:latin typeface="Aptos" panose="02110004020202020204"/>
                <a:ea typeface="+mn-ea"/>
                <a:cs typeface="+mn-cs"/>
              </a:rPr>
              <a:t> = false; // TypeScript infers '</a:t>
            </a:r>
            <a:r>
              <a:rPr lang="en-US" sz="1799" kern="1200" dirty="0" err="1">
                <a:solidFill>
                  <a:prstClr val="black"/>
                </a:solidFill>
                <a:latin typeface="Aptos" panose="02110004020202020204"/>
                <a:ea typeface="+mn-ea"/>
                <a:cs typeface="+mn-cs"/>
              </a:rPr>
              <a:t>boolean</a:t>
            </a:r>
            <a:r>
              <a:rPr lang="en-US" sz="1799" kern="1200" dirty="0">
                <a:solidFill>
                  <a:prstClr val="black"/>
                </a:solidFill>
                <a:latin typeface="Aptos" panose="02110004020202020204"/>
                <a:ea typeface="+mn-ea"/>
                <a:cs typeface="+mn-cs"/>
              </a:rPr>
              <a:t>' type</a:t>
            </a:r>
          </a:p>
          <a:p>
            <a:pPr defTabSz="914126">
              <a:buClrTx/>
            </a:pPr>
            <a:r>
              <a:rPr lang="en-US" sz="1799" kern="1200" dirty="0">
                <a:solidFill>
                  <a:prstClr val="black"/>
                </a:solidFill>
                <a:latin typeface="Aptos" panose="02110004020202020204"/>
                <a:ea typeface="+mn-ea"/>
                <a:cs typeface="+mn-cs"/>
              </a:rPr>
              <a:t>let decimal: number = 6;</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hex: number = 0xf00d;       // Hexadecimal</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binary: number = 0b1010;     // Binary</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octal: number = 0o744;      // Octal</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float: number = 3.14;      // Floating point</a:t>
            </a:r>
          </a:p>
          <a:p>
            <a:pPr defTabSz="914126">
              <a:buClrTx/>
            </a:pPr>
            <a:r>
              <a:rPr lang="en-US" sz="1799" kern="1200" dirty="0">
                <a:solidFill>
                  <a:prstClr val="black"/>
                </a:solidFill>
                <a:latin typeface="Aptos" panose="02110004020202020204"/>
                <a:ea typeface="+mn-ea"/>
                <a:cs typeface="+mn-cs"/>
              </a:rPr>
              <a:t>let color: string = "blue";</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fullName</a:t>
            </a:r>
            <a:r>
              <a:rPr lang="en-US" sz="1799" kern="1200" dirty="0">
                <a:solidFill>
                  <a:prstClr val="black"/>
                </a:solidFill>
                <a:latin typeface="Aptos" panose="02110004020202020204"/>
                <a:ea typeface="+mn-ea"/>
                <a:cs typeface="+mn-cs"/>
              </a:rPr>
              <a:t>: string = 'John Doe';</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age: number = 30;</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sentence: string = `Hello, my name is ${</a:t>
            </a:r>
            <a:r>
              <a:rPr lang="en-US" sz="1799" kern="1200" dirty="0" err="1">
                <a:solidFill>
                  <a:prstClr val="black"/>
                </a:solidFill>
                <a:latin typeface="Aptos" panose="02110004020202020204"/>
                <a:ea typeface="+mn-ea"/>
                <a:cs typeface="+mn-cs"/>
              </a:rPr>
              <a:t>fullName</a:t>
            </a:r>
            <a:r>
              <a:rPr lang="en-US" sz="1799" kern="1200" dirty="0">
                <a:solidFill>
                  <a:prstClr val="black"/>
                </a:solidFill>
                <a:latin typeface="Aptos" panose="02110004020202020204"/>
                <a:ea typeface="+mn-ea"/>
                <a:cs typeface="+mn-cs"/>
              </a:rPr>
              <a:t>} and I'll be ${age + 1} next year.`;</a:t>
            </a:r>
          </a:p>
        </p:txBody>
      </p:sp>
      <p:sp>
        <p:nvSpPr>
          <p:cNvPr id="4" name="TextBox 3">
            <a:extLst>
              <a:ext uri="{FF2B5EF4-FFF2-40B4-BE49-F238E27FC236}">
                <a16:creationId xmlns:a16="http://schemas.microsoft.com/office/drawing/2014/main" id="{0D8B0749-10E3-0FBB-C6FD-994748A2196F}"/>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9E833806-7B26-94E0-3775-6F80FE0CEFA8}"/>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D7B43491-0AB6-2035-4038-CEA7884AD671}"/>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5B4D2C62-36D7-323F-FCBF-BBFD3190794D}"/>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2373515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1000"/>
                                        <p:tgtEl>
                                          <p:spTgt spid="3">
                                            <p:txEl>
                                              <p:pRg st="6" end="6"/>
                                            </p:txEl>
                                          </p:spTgt>
                                        </p:tgtEl>
                                      </p:cBhvr>
                                    </p:animEffect>
                                    <p:anim calcmode="lin" valueType="num">
                                      <p:cBhvr>
                                        <p:cTn id="30"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8" end="8"/>
                                            </p:txEl>
                                          </p:spTgt>
                                        </p:tgtEl>
                                        <p:attrNameLst>
                                          <p:attrName>style.visibility</p:attrName>
                                        </p:attrNameLst>
                                      </p:cBhvr>
                                      <p:to>
                                        <p:strVal val="visible"/>
                                      </p:to>
                                    </p:set>
                                    <p:animEffect transition="in" filter="fade">
                                      <p:cBhvr>
                                        <p:cTn id="34" dur="1000"/>
                                        <p:tgtEl>
                                          <p:spTgt spid="3">
                                            <p:txEl>
                                              <p:pRg st="8" end="8"/>
                                            </p:txEl>
                                          </p:spTgt>
                                        </p:tgtEl>
                                      </p:cBhvr>
                                    </p:animEffect>
                                    <p:anim calcmode="lin" valueType="num">
                                      <p:cBhvr>
                                        <p:cTn id="3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animEffect transition="in" filter="fade">
                                      <p:cBhvr>
                                        <p:cTn id="39" dur="1000"/>
                                        <p:tgtEl>
                                          <p:spTgt spid="3">
                                            <p:txEl>
                                              <p:pRg st="9" end="9"/>
                                            </p:txEl>
                                          </p:spTgt>
                                        </p:tgtEl>
                                      </p:cBhvr>
                                    </p:animEffect>
                                    <p:anim calcmode="lin" valueType="num">
                                      <p:cBhvr>
                                        <p:cTn id="4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10" end="10"/>
                                            </p:txEl>
                                          </p:spTgt>
                                        </p:tgtEl>
                                        <p:attrNameLst>
                                          <p:attrName>style.visibility</p:attrName>
                                        </p:attrNameLst>
                                      </p:cBhvr>
                                      <p:to>
                                        <p:strVal val="visible"/>
                                      </p:to>
                                    </p:set>
                                    <p:animEffect transition="in" filter="fade">
                                      <p:cBhvr>
                                        <p:cTn id="44" dur="1000"/>
                                        <p:tgtEl>
                                          <p:spTgt spid="3">
                                            <p:txEl>
                                              <p:pRg st="10" end="10"/>
                                            </p:txEl>
                                          </p:spTgt>
                                        </p:tgtEl>
                                      </p:cBhvr>
                                    </p:animEffect>
                                    <p:anim calcmode="lin" valueType="num">
                                      <p:cBhvr>
                                        <p:cTn id="45"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10" end="1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33482-03CC-0AD9-5458-285B49E53E4F}"/>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3F63B317-0AF9-F0D5-D83F-D5CCD77BD0DA}"/>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 Annotations and Inference</a:t>
            </a: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ECC3AD2D-3DB3-9393-A882-8634EC90587C}"/>
              </a:ext>
            </a:extLst>
          </p:cNvPr>
          <p:cNvSpPr txBox="1"/>
          <p:nvPr/>
        </p:nvSpPr>
        <p:spPr>
          <a:xfrm>
            <a:off x="142630" y="655071"/>
            <a:ext cx="11483853" cy="5815384"/>
          </a:xfrm>
          <a:prstGeom prst="rect">
            <a:avLst/>
          </a:prstGeom>
          <a:noFill/>
        </p:spPr>
        <p:txBody>
          <a:bodyPr wrap="square" lIns="121867" tIns="60933" rIns="121867" bIns="60933" rtlCol="0">
            <a:spAutoFit/>
          </a:bodyPr>
          <a:lstStyle/>
          <a:p>
            <a:pPr defTabSz="914126">
              <a:buClrTx/>
            </a:pPr>
            <a:r>
              <a:rPr lang="en-US" sz="1799" kern="1200" dirty="0">
                <a:solidFill>
                  <a:prstClr val="black"/>
                </a:solidFill>
                <a:latin typeface="Aptos" panose="02110004020202020204"/>
                <a:ea typeface="+mn-ea"/>
                <a:cs typeface="+mn-cs"/>
              </a:rPr>
              <a:t>TypeScript offers two ways to work with types:</a:t>
            </a:r>
          </a:p>
          <a:p>
            <a:pPr defTabSz="914126">
              <a:buClrTx/>
            </a:pPr>
            <a:r>
              <a:rPr lang="en-US" sz="1799" b="1" kern="1200" dirty="0">
                <a:solidFill>
                  <a:prstClr val="black"/>
                </a:solidFill>
                <a:latin typeface="Aptos" panose="02110004020202020204"/>
                <a:ea typeface="+mn-ea"/>
                <a:cs typeface="+mn-cs"/>
              </a:rPr>
              <a:t>Explicit Typing</a:t>
            </a:r>
            <a:r>
              <a:rPr lang="en-US" sz="1799" kern="1200" dirty="0">
                <a:solidFill>
                  <a:prstClr val="black"/>
                </a:solidFill>
                <a:latin typeface="Aptos" panose="02110004020202020204"/>
                <a:ea typeface="+mn-ea"/>
                <a:cs typeface="+mn-cs"/>
              </a:rPr>
              <a:t>: You explicitly declare the type of a variable</a:t>
            </a:r>
          </a:p>
          <a:p>
            <a:pPr defTabSz="914126">
              <a:buClrTx/>
            </a:pPr>
            <a:r>
              <a:rPr lang="en-US" sz="1799" b="1" kern="1200" dirty="0">
                <a:solidFill>
                  <a:prstClr val="black"/>
                </a:solidFill>
                <a:latin typeface="Aptos" panose="02110004020202020204"/>
                <a:ea typeface="+mn-ea"/>
                <a:cs typeface="+mn-cs"/>
              </a:rPr>
              <a:t>Type Inference</a:t>
            </a:r>
            <a:r>
              <a:rPr lang="en-US" sz="1799" kern="1200" dirty="0">
                <a:solidFill>
                  <a:prstClr val="black"/>
                </a:solidFill>
                <a:latin typeface="Aptos" panose="02110004020202020204"/>
                <a:ea typeface="+mn-ea"/>
                <a:cs typeface="+mn-cs"/>
              </a:rPr>
              <a:t>: TypeScript automatically determines the type based on the assigned value</a:t>
            </a:r>
          </a:p>
          <a:p>
            <a:pPr defTabSz="914126">
              <a:buClrTx/>
            </a:pPr>
            <a:endParaRPr lang="en-US" sz="1799" b="1"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When to Use Each Approach</a:t>
            </a:r>
          </a:p>
          <a:p>
            <a:pPr defTabSz="914126">
              <a:buClrTx/>
            </a:pPr>
            <a:r>
              <a:rPr lang="en-US" sz="1799" kern="1200" dirty="0">
                <a:solidFill>
                  <a:prstClr val="black"/>
                </a:solidFill>
                <a:latin typeface="Aptos" panose="02110004020202020204"/>
                <a:ea typeface="+mn-ea"/>
                <a:cs typeface="+mn-cs"/>
              </a:rPr>
              <a:t>Use </a:t>
            </a:r>
            <a:r>
              <a:rPr lang="en-US" sz="1799" b="1" kern="1200" dirty="0">
                <a:solidFill>
                  <a:prstClr val="black"/>
                </a:solidFill>
                <a:latin typeface="Aptos" panose="02110004020202020204"/>
                <a:ea typeface="+mn-ea"/>
                <a:cs typeface="+mn-cs"/>
              </a:rPr>
              <a:t>explicit types</a:t>
            </a:r>
            <a:r>
              <a:rPr lang="en-US" sz="1799" kern="1200" dirty="0">
                <a:solidFill>
                  <a:prstClr val="black"/>
                </a:solidFill>
                <a:latin typeface="Aptos" panose="02110004020202020204"/>
                <a:ea typeface="+mn-ea"/>
                <a:cs typeface="+mn-cs"/>
              </a:rPr>
              <a:t> for:</a:t>
            </a:r>
          </a:p>
          <a:p>
            <a:pPr marL="457063" lvl="1" defTabSz="914126">
              <a:buClrTx/>
            </a:pPr>
            <a:r>
              <a:rPr lang="en-US" sz="1799" kern="1200" dirty="0">
                <a:solidFill>
                  <a:prstClr val="black"/>
                </a:solidFill>
                <a:latin typeface="Aptos" panose="02110004020202020204"/>
                <a:ea typeface="+mn-ea"/>
                <a:cs typeface="+mn-cs"/>
              </a:rPr>
              <a:t>Function parameters and return types</a:t>
            </a:r>
          </a:p>
          <a:p>
            <a:pPr marL="457063" lvl="1" defTabSz="914126">
              <a:buClrTx/>
            </a:pPr>
            <a:r>
              <a:rPr lang="en-US" sz="1799" kern="1200" dirty="0">
                <a:solidFill>
                  <a:prstClr val="black"/>
                </a:solidFill>
                <a:latin typeface="Aptos" panose="02110004020202020204"/>
                <a:ea typeface="+mn-ea"/>
                <a:cs typeface="+mn-cs"/>
              </a:rPr>
              <a:t>Object literals</a:t>
            </a:r>
          </a:p>
          <a:p>
            <a:pPr marL="457063" lvl="1" defTabSz="914126">
              <a:buClrTx/>
            </a:pPr>
            <a:r>
              <a:rPr lang="en-US" sz="1799" kern="1200" dirty="0">
                <a:solidFill>
                  <a:prstClr val="black"/>
                </a:solidFill>
                <a:latin typeface="Aptos" panose="02110004020202020204"/>
                <a:ea typeface="+mn-ea"/>
                <a:cs typeface="+mn-cs"/>
              </a:rPr>
              <a:t>When the initial value might not be the final type</a:t>
            </a:r>
          </a:p>
          <a:p>
            <a:pPr defTabSz="914126">
              <a:buClrTx/>
            </a:pPr>
            <a:r>
              <a:rPr lang="en-US" sz="1799" kern="1200" dirty="0">
                <a:solidFill>
                  <a:prstClr val="black"/>
                </a:solidFill>
                <a:latin typeface="Aptos" panose="02110004020202020204"/>
                <a:ea typeface="+mn-ea"/>
                <a:cs typeface="+mn-cs"/>
              </a:rPr>
              <a:t>Use </a:t>
            </a:r>
            <a:r>
              <a:rPr lang="en-US" sz="1799" b="1" kern="1200" dirty="0">
                <a:solidFill>
                  <a:prstClr val="black"/>
                </a:solidFill>
                <a:latin typeface="Aptos" panose="02110004020202020204"/>
                <a:ea typeface="+mn-ea"/>
                <a:cs typeface="+mn-cs"/>
              </a:rPr>
              <a:t>type inference</a:t>
            </a:r>
            <a:r>
              <a:rPr lang="en-US" sz="1799" kern="1200" dirty="0">
                <a:solidFill>
                  <a:prstClr val="black"/>
                </a:solidFill>
                <a:latin typeface="Aptos" panose="02110004020202020204"/>
                <a:ea typeface="+mn-ea"/>
                <a:cs typeface="+mn-cs"/>
              </a:rPr>
              <a:t> for:</a:t>
            </a:r>
          </a:p>
          <a:p>
            <a:pPr marL="457063" lvl="1" defTabSz="914126">
              <a:buClrTx/>
            </a:pPr>
            <a:r>
              <a:rPr lang="en-US" sz="1799" kern="1200" dirty="0">
                <a:solidFill>
                  <a:prstClr val="black"/>
                </a:solidFill>
                <a:latin typeface="Aptos" panose="02110004020202020204"/>
                <a:ea typeface="+mn-ea"/>
                <a:cs typeface="+mn-cs"/>
              </a:rPr>
              <a:t>Simple variable declarations with immediate assignment</a:t>
            </a:r>
          </a:p>
          <a:p>
            <a:pPr marL="457063" lvl="1" defTabSz="914126">
              <a:buClrTx/>
            </a:pPr>
            <a:r>
              <a:rPr lang="en-US" sz="1799" kern="1200" dirty="0">
                <a:solidFill>
                  <a:prstClr val="black"/>
                </a:solidFill>
                <a:latin typeface="Aptos" panose="02110004020202020204"/>
                <a:ea typeface="+mn-ea"/>
                <a:cs typeface="+mn-cs"/>
              </a:rPr>
              <a:t>When the type is obvious from the context</a:t>
            </a:r>
          </a:p>
          <a:p>
            <a:pPr defTabSz="914126">
              <a:buClrTx/>
            </a:pPr>
            <a:r>
              <a:rPr lang="en-US" kern="1200" dirty="0">
                <a:solidFill>
                  <a:prstClr val="black"/>
                </a:solidFill>
                <a:latin typeface="Aptos" panose="02110004020202020204"/>
                <a:ea typeface="+mn-ea"/>
                <a:cs typeface="+mn-cs"/>
              </a:rPr>
              <a:t>// String</a:t>
            </a: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greeting: string = "Hello, TypeScript!";</a:t>
            </a:r>
            <a:br>
              <a:rPr lang="en-US" kern="1200" dirty="0">
                <a:solidFill>
                  <a:prstClr val="black"/>
                </a:solidFill>
                <a:latin typeface="Aptos" panose="02110004020202020204"/>
                <a:ea typeface="+mn-ea"/>
                <a:cs typeface="+mn-cs"/>
              </a:rPr>
            </a:b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 Number</a:t>
            </a:r>
            <a:br>
              <a:rPr lang="en-US" kern="1200" dirty="0">
                <a:solidFill>
                  <a:prstClr val="black"/>
                </a:solidFill>
                <a:latin typeface="Aptos" panose="02110004020202020204"/>
                <a:ea typeface="+mn-ea"/>
                <a:cs typeface="+mn-cs"/>
              </a:rPr>
            </a:br>
            <a:r>
              <a:rPr lang="en-US" kern="1200" dirty="0" err="1">
                <a:solidFill>
                  <a:prstClr val="black"/>
                </a:solidFill>
                <a:latin typeface="Aptos" panose="02110004020202020204"/>
                <a:ea typeface="+mn-ea"/>
                <a:cs typeface="+mn-cs"/>
              </a:rPr>
              <a:t>userCount</a:t>
            </a:r>
            <a:r>
              <a:rPr lang="en-US" kern="1200" dirty="0">
                <a:solidFill>
                  <a:prstClr val="black"/>
                </a:solidFill>
                <a:latin typeface="Aptos" panose="02110004020202020204"/>
                <a:ea typeface="+mn-ea"/>
                <a:cs typeface="+mn-cs"/>
              </a:rPr>
              <a:t>: number = 42;</a:t>
            </a:r>
            <a:br>
              <a:rPr lang="en-US" kern="1200" dirty="0">
                <a:solidFill>
                  <a:prstClr val="black"/>
                </a:solidFill>
                <a:latin typeface="Aptos" panose="02110004020202020204"/>
                <a:ea typeface="+mn-ea"/>
                <a:cs typeface="+mn-cs"/>
              </a:rPr>
            </a:b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 Boolean</a:t>
            </a:r>
            <a:br>
              <a:rPr lang="en-US" kern="1200" dirty="0">
                <a:solidFill>
                  <a:prstClr val="black"/>
                </a:solidFill>
                <a:latin typeface="Aptos" panose="02110004020202020204"/>
                <a:ea typeface="+mn-ea"/>
                <a:cs typeface="+mn-cs"/>
              </a:rPr>
            </a:br>
            <a:r>
              <a:rPr lang="en-US" kern="1200" dirty="0" err="1">
                <a:solidFill>
                  <a:prstClr val="black"/>
                </a:solidFill>
                <a:latin typeface="Aptos" panose="02110004020202020204"/>
                <a:ea typeface="+mn-ea"/>
                <a:cs typeface="+mn-cs"/>
              </a:rPr>
              <a:t>isLoading</a:t>
            </a:r>
            <a:r>
              <a:rPr lang="en-US" kern="1200" dirty="0">
                <a:solidFill>
                  <a:prstClr val="black"/>
                </a:solidFill>
                <a:latin typeface="Aptos" panose="02110004020202020204"/>
                <a:ea typeface="+mn-ea"/>
                <a:cs typeface="+mn-cs"/>
              </a:rPr>
              <a:t>: </a:t>
            </a:r>
            <a:r>
              <a:rPr lang="en-US" kern="1200" dirty="0" err="1">
                <a:solidFill>
                  <a:prstClr val="black"/>
                </a:solidFill>
                <a:latin typeface="Aptos" panose="02110004020202020204"/>
                <a:ea typeface="+mn-ea"/>
                <a:cs typeface="+mn-cs"/>
              </a:rPr>
              <a:t>boolean</a:t>
            </a:r>
            <a:r>
              <a:rPr lang="en-US" kern="1200" dirty="0">
                <a:solidFill>
                  <a:prstClr val="black"/>
                </a:solidFill>
                <a:latin typeface="Aptos" panose="02110004020202020204"/>
                <a:ea typeface="+mn-ea"/>
                <a:cs typeface="+mn-cs"/>
              </a:rPr>
              <a:t> = true;</a:t>
            </a:r>
            <a:br>
              <a:rPr lang="en-US" kern="1200" dirty="0">
                <a:solidFill>
                  <a:prstClr val="black"/>
                </a:solidFill>
                <a:latin typeface="Aptos" panose="02110004020202020204"/>
                <a:ea typeface="+mn-ea"/>
                <a:cs typeface="+mn-cs"/>
              </a:rPr>
            </a:b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 Array of numbers</a:t>
            </a: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scores: number[] = [100, 95, 98];</a:t>
            </a:r>
          </a:p>
        </p:txBody>
      </p:sp>
      <p:sp>
        <p:nvSpPr>
          <p:cNvPr id="4" name="TextBox 3">
            <a:extLst>
              <a:ext uri="{FF2B5EF4-FFF2-40B4-BE49-F238E27FC236}">
                <a16:creationId xmlns:a16="http://schemas.microsoft.com/office/drawing/2014/main" id="{40550172-C8FC-E014-6A77-35031BFEC2B6}"/>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F5A34E66-E449-02B7-36A7-30A06BF2A5A2}"/>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E5567AF1-F694-2A5A-D968-591789833BB0}"/>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50754381-0491-3243-83A1-04ED30D37FAE}"/>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
        <p:nvSpPr>
          <p:cNvPr id="9" name="TextBox 8">
            <a:extLst>
              <a:ext uri="{FF2B5EF4-FFF2-40B4-BE49-F238E27FC236}">
                <a16:creationId xmlns:a16="http://schemas.microsoft.com/office/drawing/2014/main" id="{8E5CA562-8113-7900-B865-C181FE7E88FB}"/>
              </a:ext>
            </a:extLst>
          </p:cNvPr>
          <p:cNvSpPr txBox="1"/>
          <p:nvPr/>
        </p:nvSpPr>
        <p:spPr>
          <a:xfrm>
            <a:off x="5182182" y="4716586"/>
            <a:ext cx="6095434" cy="1753869"/>
          </a:xfrm>
          <a:prstGeom prst="rect">
            <a:avLst/>
          </a:prstGeom>
          <a:noFill/>
        </p:spPr>
        <p:txBody>
          <a:bodyPr wrap="square">
            <a:spAutoFit/>
          </a:bodyPr>
          <a:lstStyle/>
          <a:p>
            <a:pPr defTabSz="914126">
              <a:buClrTx/>
            </a:pPr>
            <a:r>
              <a:rPr lang="en-US" sz="1200" kern="1200" dirty="0">
                <a:solidFill>
                  <a:srgbClr val="708090"/>
                </a:solidFill>
                <a:latin typeface="Consolas" panose="020B0609020204030204" pitchFamily="49" charset="0"/>
                <a:ea typeface="+mn-ea"/>
                <a:cs typeface="+mn-cs"/>
              </a:rPr>
              <a:t>// Function with explicit parameter and return types</a:t>
            </a:r>
            <a:br>
              <a:rPr lang="en-US" sz="1200" kern="1200" dirty="0">
                <a:solidFill>
                  <a:srgbClr val="708090"/>
                </a:solidFill>
                <a:latin typeface="Consolas" panose="020B0609020204030204" pitchFamily="49" charset="0"/>
                <a:ea typeface="+mn-ea"/>
                <a:cs typeface="+mn-cs"/>
              </a:rPr>
            </a:br>
            <a:r>
              <a:rPr lang="en-US" sz="1200" kern="1200" dirty="0">
                <a:solidFill>
                  <a:srgbClr val="005CC5"/>
                </a:solidFill>
                <a:latin typeface="Consolas" panose="020B0609020204030204" pitchFamily="49" charset="0"/>
                <a:ea typeface="+mn-ea"/>
                <a:cs typeface="+mn-cs"/>
              </a:rPr>
              <a:t>function</a:t>
            </a:r>
            <a:r>
              <a:rPr lang="en-US" sz="1200" kern="1200" dirty="0">
                <a:latin typeface="Consolas" panose="020B0609020204030204" pitchFamily="49" charset="0"/>
                <a:ea typeface="+mn-ea"/>
                <a:cs typeface="+mn-cs"/>
              </a:rPr>
              <a:t> greet(name: string): string {</a:t>
            </a:r>
            <a:br>
              <a:rPr lang="en-US" sz="1200" kern="1200" dirty="0">
                <a:solidFill>
                  <a:prstClr val="black"/>
                </a:solidFill>
                <a:latin typeface="Aptos" panose="02110004020202020204"/>
                <a:ea typeface="+mn-ea"/>
                <a:cs typeface="+mn-cs"/>
              </a:rPr>
            </a:br>
            <a:r>
              <a:rPr lang="en-US" sz="1200" kern="1200" dirty="0">
                <a:solidFill>
                  <a:srgbClr val="005CC5"/>
                </a:solidFill>
                <a:latin typeface="Consolas" panose="020B0609020204030204" pitchFamily="49" charset="0"/>
                <a:ea typeface="+mn-ea"/>
                <a:cs typeface="+mn-cs"/>
              </a:rPr>
              <a:t>return</a:t>
            </a:r>
            <a:r>
              <a:rPr lang="en-US" sz="1200" kern="1200" dirty="0">
                <a:latin typeface="Consolas" panose="020B0609020204030204" pitchFamily="49" charset="0"/>
                <a:ea typeface="+mn-ea"/>
                <a:cs typeface="+mn-cs"/>
              </a:rPr>
              <a:t> </a:t>
            </a:r>
            <a:r>
              <a:rPr lang="en-US" sz="1200" kern="1200" dirty="0">
                <a:solidFill>
                  <a:srgbClr val="FF5500"/>
                </a:solidFill>
                <a:latin typeface="Consolas" panose="020B0609020204030204" pitchFamily="49" charset="0"/>
                <a:ea typeface="+mn-ea"/>
                <a:cs typeface="+mn-cs"/>
              </a:rPr>
              <a:t>`Hello, ${name}!`</a:t>
            </a:r>
            <a:r>
              <a:rPr lang="en-US" sz="1200" kern="1200" dirty="0">
                <a:latin typeface="Consolas" panose="020B0609020204030204" pitchFamily="49" charset="0"/>
                <a:ea typeface="+mn-ea"/>
                <a:cs typeface="+mn-cs"/>
              </a:rPr>
              <a:t>;</a:t>
            </a:r>
            <a:br>
              <a:rPr lang="en-US" sz="1200" kern="1200" dirty="0">
                <a:solidFill>
                  <a:prstClr val="black"/>
                </a:solidFill>
                <a:latin typeface="Aptos" panose="02110004020202020204"/>
                <a:ea typeface="+mn-ea"/>
                <a:cs typeface="+mn-cs"/>
              </a:rPr>
            </a:br>
            <a:r>
              <a:rPr lang="en-US" sz="1200" kern="1200" dirty="0">
                <a:latin typeface="Consolas" panose="020B0609020204030204" pitchFamily="49" charset="0"/>
                <a:ea typeface="+mn-ea"/>
                <a:cs typeface="+mn-cs"/>
              </a:rPr>
              <a:t>}</a:t>
            </a:r>
            <a:br>
              <a:rPr lang="en-US" sz="1200" kern="1200" dirty="0">
                <a:solidFill>
                  <a:prstClr val="black"/>
                </a:solidFill>
                <a:latin typeface="Aptos" panose="02110004020202020204"/>
                <a:ea typeface="+mn-ea"/>
                <a:cs typeface="+mn-cs"/>
              </a:rPr>
            </a:br>
            <a:br>
              <a:rPr lang="en-US" sz="1200" kern="1200" dirty="0">
                <a:solidFill>
                  <a:prstClr val="black"/>
                </a:solidFill>
                <a:latin typeface="Aptos" panose="02110004020202020204"/>
                <a:ea typeface="+mn-ea"/>
                <a:cs typeface="+mn-cs"/>
              </a:rPr>
            </a:br>
            <a:r>
              <a:rPr lang="en-US" sz="1200" kern="1200" dirty="0">
                <a:solidFill>
                  <a:srgbClr val="708090"/>
                </a:solidFill>
                <a:latin typeface="Consolas" panose="020B0609020204030204" pitchFamily="49" charset="0"/>
                <a:ea typeface="+mn-ea"/>
                <a:cs typeface="+mn-cs"/>
              </a:rPr>
              <a:t>// TypeScript will ensure you pass the correct argument type</a:t>
            </a:r>
            <a:br>
              <a:rPr lang="en-US" sz="1200" kern="1200" dirty="0">
                <a:solidFill>
                  <a:srgbClr val="708090"/>
                </a:solidFill>
                <a:latin typeface="Consolas" panose="020B0609020204030204" pitchFamily="49" charset="0"/>
                <a:ea typeface="+mn-ea"/>
                <a:cs typeface="+mn-cs"/>
              </a:rPr>
            </a:br>
            <a:r>
              <a:rPr lang="en-US" sz="1200" kern="1200" dirty="0">
                <a:latin typeface="Consolas" panose="020B0609020204030204" pitchFamily="49" charset="0"/>
                <a:ea typeface="+mn-ea"/>
                <a:cs typeface="+mn-cs"/>
              </a:rPr>
              <a:t>greet(</a:t>
            </a:r>
            <a:r>
              <a:rPr lang="en-US" sz="1200" kern="1200" dirty="0">
                <a:solidFill>
                  <a:srgbClr val="008000"/>
                </a:solidFill>
                <a:latin typeface="Consolas" panose="020B0609020204030204" pitchFamily="49" charset="0"/>
                <a:ea typeface="+mn-ea"/>
                <a:cs typeface="+mn-cs"/>
              </a:rPr>
              <a:t>"Alice"</a:t>
            </a:r>
            <a:r>
              <a:rPr lang="en-US" sz="1200" kern="1200" dirty="0">
                <a:latin typeface="Consolas" panose="020B0609020204030204" pitchFamily="49" charset="0"/>
                <a:ea typeface="+mn-ea"/>
                <a:cs typeface="+mn-cs"/>
              </a:rPr>
              <a:t>); </a:t>
            </a:r>
            <a:r>
              <a:rPr lang="en-US" sz="1200" kern="1200" dirty="0">
                <a:solidFill>
                  <a:srgbClr val="708090"/>
                </a:solidFill>
                <a:latin typeface="Consolas" panose="020B0609020204030204" pitchFamily="49" charset="0"/>
                <a:ea typeface="+mn-ea"/>
                <a:cs typeface="+mn-cs"/>
              </a:rPr>
              <a:t>// OK</a:t>
            </a:r>
            <a:br>
              <a:rPr lang="en-US" sz="1200" kern="1200" dirty="0">
                <a:solidFill>
                  <a:srgbClr val="708090"/>
                </a:solidFill>
                <a:latin typeface="Consolas" panose="020B0609020204030204" pitchFamily="49" charset="0"/>
                <a:ea typeface="+mn-ea"/>
                <a:cs typeface="+mn-cs"/>
              </a:rPr>
            </a:br>
            <a:r>
              <a:rPr lang="en-US" sz="1200" kern="1200" dirty="0">
                <a:latin typeface="Consolas" panose="020B0609020204030204" pitchFamily="49" charset="0"/>
                <a:ea typeface="+mn-ea"/>
                <a:cs typeface="+mn-cs"/>
              </a:rPr>
              <a:t>greet(</a:t>
            </a:r>
            <a:r>
              <a:rPr lang="en-US" sz="1200" kern="1200" dirty="0">
                <a:solidFill>
                  <a:srgbClr val="990055"/>
                </a:solidFill>
                <a:latin typeface="Consolas" panose="020B0609020204030204" pitchFamily="49" charset="0"/>
                <a:ea typeface="+mn-ea"/>
                <a:cs typeface="+mn-cs"/>
              </a:rPr>
              <a:t>42</a:t>
            </a:r>
            <a:r>
              <a:rPr lang="en-US" sz="1200" kern="1200" dirty="0">
                <a:latin typeface="Consolas" panose="020B0609020204030204" pitchFamily="49" charset="0"/>
                <a:ea typeface="+mn-ea"/>
                <a:cs typeface="+mn-cs"/>
              </a:rPr>
              <a:t>);     </a:t>
            </a:r>
            <a:r>
              <a:rPr lang="en-US" sz="1200" kern="1200" dirty="0">
                <a:solidFill>
                  <a:srgbClr val="708090"/>
                </a:solidFill>
                <a:latin typeface="Consolas" panose="020B0609020204030204" pitchFamily="49" charset="0"/>
                <a:ea typeface="+mn-ea"/>
                <a:cs typeface="+mn-cs"/>
              </a:rPr>
              <a:t>// Error: Argument of type '42' is not assignable to parameter of type 'string'</a:t>
            </a:r>
            <a:endParaRPr lang="en-IN" sz="1200" kern="1200" dirty="0">
              <a:solidFill>
                <a:prstClr val="black"/>
              </a:solidFill>
              <a:latin typeface="Aptos" panose="02110004020202020204"/>
              <a:ea typeface="+mn-ea"/>
              <a:cs typeface="+mn-cs"/>
            </a:endParaRPr>
          </a:p>
        </p:txBody>
      </p:sp>
    </p:spTree>
    <p:extLst>
      <p:ext uri="{BB962C8B-B14F-4D97-AF65-F5344CB8AC3E}">
        <p14:creationId xmlns:p14="http://schemas.microsoft.com/office/powerpoint/2010/main" val="379879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1000"/>
                                        <p:tgtEl>
                                          <p:spTgt spid="3">
                                            <p:txEl>
                                              <p:pRg st="9" end="9"/>
                                            </p:txEl>
                                          </p:spTgt>
                                        </p:tgtEl>
                                      </p:cBhvr>
                                    </p:animEffect>
                                    <p:anim calcmode="lin" valueType="num">
                                      <p:cBhvr>
                                        <p:cTn id="5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9" end="9"/>
                                            </p:txEl>
                                          </p:spTgt>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3">
                                            <p:txEl>
                                              <p:pRg st="10" end="10"/>
                                            </p:txEl>
                                          </p:spTgt>
                                        </p:tgtEl>
                                        <p:attrNameLst>
                                          <p:attrName>style.visibility</p:attrName>
                                        </p:attrNameLst>
                                      </p:cBhvr>
                                      <p:to>
                                        <p:strVal val="visible"/>
                                      </p:to>
                                    </p:set>
                                    <p:animEffect transition="in" filter="fade">
                                      <p:cBhvr>
                                        <p:cTn id="54" dur="1000"/>
                                        <p:tgtEl>
                                          <p:spTgt spid="3">
                                            <p:txEl>
                                              <p:pRg st="10" end="10"/>
                                            </p:txEl>
                                          </p:spTgt>
                                        </p:tgtEl>
                                      </p:cBhvr>
                                    </p:animEffect>
                                    <p:anim calcmode="lin" valueType="num">
                                      <p:cBhvr>
                                        <p:cTn id="55"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56"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7" presetID="42" presetClass="entr" presetSubtype="0" fill="hold" nodeType="withEffect">
                                  <p:stCondLst>
                                    <p:cond delay="0"/>
                                  </p:stCondLst>
                                  <p:childTnLst>
                                    <p:set>
                                      <p:cBhvr>
                                        <p:cTn id="58" dur="1" fill="hold">
                                          <p:stCondLst>
                                            <p:cond delay="0"/>
                                          </p:stCondLst>
                                        </p:cTn>
                                        <p:tgtEl>
                                          <p:spTgt spid="3">
                                            <p:txEl>
                                              <p:pRg st="11" end="11"/>
                                            </p:txEl>
                                          </p:spTgt>
                                        </p:tgtEl>
                                        <p:attrNameLst>
                                          <p:attrName>style.visibility</p:attrName>
                                        </p:attrNameLst>
                                      </p:cBhvr>
                                      <p:to>
                                        <p:strVal val="visible"/>
                                      </p:to>
                                    </p:set>
                                    <p:animEffect transition="in" filter="fade">
                                      <p:cBhvr>
                                        <p:cTn id="59" dur="1000"/>
                                        <p:tgtEl>
                                          <p:spTgt spid="3">
                                            <p:txEl>
                                              <p:pRg st="11" end="11"/>
                                            </p:txEl>
                                          </p:spTgt>
                                        </p:tgtEl>
                                      </p:cBhvr>
                                    </p:animEffect>
                                    <p:anim calcmode="lin" valueType="num">
                                      <p:cBhvr>
                                        <p:cTn id="60"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61"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62" fill="hold">
                      <p:stCondLst>
                        <p:cond delay="indefinite"/>
                      </p:stCondLst>
                      <p:childTnLst>
                        <p:par>
                          <p:cTn id="63" fill="hold">
                            <p:stCondLst>
                              <p:cond delay="0"/>
                            </p:stCondLst>
                            <p:childTnLst>
                              <p:par>
                                <p:cTn id="64" presetID="42" presetClass="entr" presetSubtype="0" fill="hold" nodeType="clickEffect">
                                  <p:stCondLst>
                                    <p:cond delay="0"/>
                                  </p:stCondLst>
                                  <p:childTnLst>
                                    <p:set>
                                      <p:cBhvr>
                                        <p:cTn id="65" dur="1" fill="hold">
                                          <p:stCondLst>
                                            <p:cond delay="0"/>
                                          </p:stCondLst>
                                        </p:cTn>
                                        <p:tgtEl>
                                          <p:spTgt spid="3">
                                            <p:txEl>
                                              <p:pRg st="12" end="12"/>
                                            </p:txEl>
                                          </p:spTgt>
                                        </p:tgtEl>
                                        <p:attrNameLst>
                                          <p:attrName>style.visibility</p:attrName>
                                        </p:attrNameLst>
                                      </p:cBhvr>
                                      <p:to>
                                        <p:strVal val="visible"/>
                                      </p:to>
                                    </p:set>
                                    <p:animEffect transition="in" filter="fade">
                                      <p:cBhvr>
                                        <p:cTn id="66" dur="1000"/>
                                        <p:tgtEl>
                                          <p:spTgt spid="3">
                                            <p:txEl>
                                              <p:pRg st="12" end="12"/>
                                            </p:txEl>
                                          </p:spTgt>
                                        </p:tgtEl>
                                      </p:cBhvr>
                                    </p:animEffect>
                                    <p:anim calcmode="lin" valueType="num">
                                      <p:cBhvr>
                                        <p:cTn id="67"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8" dur="1000" fill="hold"/>
                                        <p:tgtEl>
                                          <p:spTgt spid="3">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42" presetClass="entr" presetSubtype="0" fill="hold" grpId="0" nodeType="clickEffect">
                                  <p:stCondLst>
                                    <p:cond delay="0"/>
                                  </p:stCondLst>
                                  <p:childTnLst>
                                    <p:set>
                                      <p:cBhvr>
                                        <p:cTn id="72" dur="1" fill="hold">
                                          <p:stCondLst>
                                            <p:cond delay="0"/>
                                          </p:stCondLst>
                                        </p:cTn>
                                        <p:tgtEl>
                                          <p:spTgt spid="9"/>
                                        </p:tgtEl>
                                        <p:attrNameLst>
                                          <p:attrName>style.visibility</p:attrName>
                                        </p:attrNameLst>
                                      </p:cBhvr>
                                      <p:to>
                                        <p:strVal val="visible"/>
                                      </p:to>
                                    </p:set>
                                    <p:animEffect transition="in" filter="fade">
                                      <p:cBhvr>
                                        <p:cTn id="73" dur="1000"/>
                                        <p:tgtEl>
                                          <p:spTgt spid="9"/>
                                        </p:tgtEl>
                                      </p:cBhvr>
                                    </p:animEffect>
                                    <p:anim calcmode="lin" valueType="num">
                                      <p:cBhvr>
                                        <p:cTn id="74" dur="1000" fill="hold"/>
                                        <p:tgtEl>
                                          <p:spTgt spid="9"/>
                                        </p:tgtEl>
                                        <p:attrNameLst>
                                          <p:attrName>ppt_x</p:attrName>
                                        </p:attrNameLst>
                                      </p:cBhvr>
                                      <p:tavLst>
                                        <p:tav tm="0">
                                          <p:val>
                                            <p:strVal val="#ppt_x"/>
                                          </p:val>
                                        </p:tav>
                                        <p:tav tm="100000">
                                          <p:val>
                                            <p:strVal val="#ppt_x"/>
                                          </p:val>
                                        </p:tav>
                                      </p:tavLst>
                                    </p:anim>
                                    <p:anim calcmode="lin" valueType="num">
                                      <p:cBhvr>
                                        <p:cTn id="75"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47333B-3F5A-1075-F057-D3359D63610F}"/>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70019707-61F2-4E8E-4EB9-C11B16E77BF0}"/>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Special Types</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D6961807-D204-4416-F887-6F695DBC7607}"/>
              </a:ext>
            </a:extLst>
          </p:cNvPr>
          <p:cNvSpPr txBox="1"/>
          <p:nvPr/>
        </p:nvSpPr>
        <p:spPr>
          <a:xfrm>
            <a:off x="142630" y="655071"/>
            <a:ext cx="11483853" cy="4276958"/>
          </a:xfrm>
          <a:prstGeom prst="rect">
            <a:avLst/>
          </a:prstGeom>
          <a:noFill/>
        </p:spPr>
        <p:txBody>
          <a:bodyPr wrap="square" lIns="121867" tIns="60933" rIns="121867" bIns="60933" rtlCol="0">
            <a:spAutoFit/>
          </a:bodyPr>
          <a:lstStyle/>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'any' type allows you to opt-out of type checking for a variable. It can hold any value, and you can perform any operation on it without TypeScript raising an error.</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'unknown' type is similar to 'any' in that it can hold any value, but it is safer because you cannot perform operations on it without first checking its type.</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Working with arrays - let</a:t>
            </a:r>
            <a:r>
              <a:rPr lang="en-IN" sz="1799" kern="1200" dirty="0">
                <a:solidFill>
                  <a:prstClr val="black"/>
                </a:solidFill>
                <a:latin typeface="Aptos" panose="02110004020202020204"/>
                <a:ea typeface="+mn-ea"/>
                <a:cs typeface="+mn-cs"/>
              </a:rPr>
              <a:t> </a:t>
            </a:r>
            <a:r>
              <a:rPr lang="en-IN" sz="1799" kern="1200" dirty="0" err="1">
                <a:solidFill>
                  <a:prstClr val="black"/>
                </a:solidFill>
                <a:latin typeface="Aptos" panose="02110004020202020204"/>
                <a:ea typeface="+mn-ea"/>
                <a:cs typeface="+mn-cs"/>
              </a:rPr>
              <a:t>arrName</a:t>
            </a:r>
            <a:r>
              <a:rPr lang="en-IN" sz="1799" kern="1200" dirty="0">
                <a:solidFill>
                  <a:prstClr val="black"/>
                </a:solidFill>
                <a:latin typeface="Aptos" panose="02110004020202020204"/>
                <a:ea typeface="+mn-ea"/>
                <a:cs typeface="+mn-cs"/>
              </a:rPr>
              <a:t>: </a:t>
            </a:r>
            <a:r>
              <a:rPr lang="en-IN" sz="1799" kern="1200" dirty="0" err="1">
                <a:solidFill>
                  <a:prstClr val="black"/>
                </a:solidFill>
                <a:latin typeface="Aptos" panose="02110004020202020204"/>
                <a:ea typeface="+mn-ea"/>
                <a:cs typeface="+mn-cs"/>
              </a:rPr>
              <a:t>dataType</a:t>
            </a:r>
            <a:r>
              <a:rPr lang="en-IN" sz="1799" kern="1200" dirty="0">
                <a:solidFill>
                  <a:prstClr val="black"/>
                </a:solidFill>
                <a:latin typeface="Aptos" panose="02110004020202020204"/>
                <a:ea typeface="+mn-ea"/>
                <a:cs typeface="+mn-cs"/>
              </a:rPr>
              <a:t>[] = [];</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Tuple, </a:t>
            </a:r>
            <a:r>
              <a:rPr lang="en-US" sz="1799" kern="1200" dirty="0">
                <a:solidFill>
                  <a:prstClr val="black"/>
                </a:solidFill>
                <a:latin typeface="Aptos" panose="02110004020202020204"/>
                <a:ea typeface="+mn-ea"/>
                <a:cs typeface="+mn-cs"/>
              </a:rPr>
              <a:t>A tuple is a typed array with a pre-defined length and types for each index. Tuples are great because they allow each element in the array to be a known type of value.</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Object - TypeScript has a specific syntax for typing objects.</a:t>
            </a:r>
          </a:p>
          <a:p>
            <a:pPr defTabSz="914126">
              <a:buClrTx/>
            </a:pPr>
            <a:br>
              <a:rPr lang="en-US" sz="1799" kern="1200" dirty="0">
                <a:solidFill>
                  <a:prstClr val="black"/>
                </a:solidFill>
                <a:latin typeface="Aptos" panose="02110004020202020204"/>
                <a:ea typeface="+mn-ea"/>
                <a:cs typeface="+mn-cs"/>
              </a:rPr>
            </a:b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IN"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E7FD553F-2E68-3343-093A-607A73FC536F}"/>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3838F351-4C67-8467-D2B1-8C2BEFCC57E1}"/>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72DC512A-1222-19CE-39EA-D0C2D8C687A6}"/>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54845FDA-EFB2-65B1-04BD-46A223D7B6A8}"/>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2984537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1000"/>
                                        <p:tgtEl>
                                          <p:spTgt spid="3">
                                            <p:txEl>
                                              <p:pRg st="4" end="4"/>
                                            </p:txEl>
                                          </p:spTgt>
                                        </p:tgtEl>
                                      </p:cBhvr>
                                    </p:animEffect>
                                    <p:anim calcmode="lin" valueType="num">
                                      <p:cBhvr>
                                        <p:cTn id="28"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0F81-44B1-80D5-E0EB-3FD96C8DFC36}"/>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E9DE3B7D-434D-16AF-87CF-BE021BAD9DB3}"/>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TypeScript Type Aliases and Interfaces</a:t>
            </a:r>
          </a:p>
        </p:txBody>
      </p:sp>
      <p:sp>
        <p:nvSpPr>
          <p:cNvPr id="3" name="TextBox 2">
            <a:extLst>
              <a:ext uri="{FF2B5EF4-FFF2-40B4-BE49-F238E27FC236}">
                <a16:creationId xmlns:a16="http://schemas.microsoft.com/office/drawing/2014/main" id="{47972995-9FAA-FB0C-EA39-324BC62639D0}"/>
              </a:ext>
            </a:extLst>
          </p:cNvPr>
          <p:cNvSpPr txBox="1"/>
          <p:nvPr/>
        </p:nvSpPr>
        <p:spPr>
          <a:xfrm>
            <a:off x="142630" y="655071"/>
            <a:ext cx="11483853" cy="4276116"/>
          </a:xfrm>
          <a:prstGeom prst="rect">
            <a:avLst/>
          </a:prstGeom>
          <a:noFill/>
        </p:spPr>
        <p:txBody>
          <a:bodyPr wrap="square" lIns="121867" tIns="60933" rIns="121867" bIns="60933" rtlCol="0">
            <a:spAutoFit/>
          </a:bodyPr>
          <a:lstStyle/>
          <a:p>
            <a:pPr defTabSz="914126">
              <a:buClrTx/>
            </a:pPr>
            <a:r>
              <a:rPr lang="en-US" sz="1799" b="1" kern="1200" dirty="0">
                <a:solidFill>
                  <a:prstClr val="black"/>
                </a:solidFill>
                <a:latin typeface="Aptos" panose="02110004020202020204"/>
                <a:ea typeface="+mn-ea"/>
                <a:cs typeface="+mn-cs"/>
              </a:rPr>
              <a:t>Extending:</a:t>
            </a:r>
            <a:r>
              <a:rPr lang="en-US" sz="1799" kern="1200" dirty="0">
                <a:solidFill>
                  <a:prstClr val="black"/>
                </a:solidFill>
                <a:latin typeface="Aptos" panose="02110004020202020204"/>
                <a:ea typeface="+mn-ea"/>
                <a:cs typeface="+mn-cs"/>
              </a:rPr>
              <a:t> Both can be extended, but interfaces support declaration merging.</a:t>
            </a:r>
          </a:p>
          <a:p>
            <a:pPr defTabSz="914126">
              <a:buClrTx/>
            </a:pPr>
            <a:r>
              <a:rPr lang="en-US" sz="1799" b="1" kern="1200" dirty="0">
                <a:solidFill>
                  <a:prstClr val="black"/>
                </a:solidFill>
                <a:latin typeface="Aptos" panose="02110004020202020204"/>
                <a:ea typeface="+mn-ea"/>
                <a:cs typeface="+mn-cs"/>
              </a:rPr>
              <a:t>Unions/Intersections:</a:t>
            </a:r>
            <a:r>
              <a:rPr lang="en-US" sz="1799" kern="1200" dirty="0">
                <a:solidFill>
                  <a:prstClr val="black"/>
                </a:solidFill>
                <a:latin typeface="Aptos" panose="02110004020202020204"/>
                <a:ea typeface="+mn-ea"/>
                <a:cs typeface="+mn-cs"/>
              </a:rPr>
              <a:t> Only type aliases support union and intersection types.</a:t>
            </a:r>
          </a:p>
          <a:p>
            <a:pPr defTabSz="914126">
              <a:buClrTx/>
            </a:pPr>
            <a:r>
              <a:rPr lang="en-US" sz="1799" b="1" kern="1200" dirty="0">
                <a:solidFill>
                  <a:prstClr val="black"/>
                </a:solidFill>
                <a:latin typeface="Aptos" panose="02110004020202020204"/>
                <a:ea typeface="+mn-ea"/>
                <a:cs typeface="+mn-cs"/>
              </a:rPr>
              <a:t>Implements:</a:t>
            </a:r>
            <a:r>
              <a:rPr lang="en-US" sz="1799" kern="1200" dirty="0">
                <a:solidFill>
                  <a:prstClr val="black"/>
                </a:solidFill>
                <a:latin typeface="Aptos" panose="02110004020202020204"/>
                <a:ea typeface="+mn-ea"/>
                <a:cs typeface="+mn-cs"/>
              </a:rPr>
              <a:t> Classes can implement either.</a:t>
            </a:r>
          </a:p>
          <a:p>
            <a:pPr defTabSz="914126">
              <a:buClrTx/>
            </a:pPr>
            <a:r>
              <a:rPr lang="en-US" sz="1799" b="1" kern="1200" dirty="0">
                <a:solidFill>
                  <a:prstClr val="black"/>
                </a:solidFill>
                <a:latin typeface="Aptos" panose="02110004020202020204"/>
                <a:ea typeface="+mn-ea"/>
                <a:cs typeface="+mn-cs"/>
              </a:rPr>
              <a:t>Recommendation:</a:t>
            </a:r>
            <a:r>
              <a:rPr lang="en-US" sz="1799" kern="1200" dirty="0">
                <a:solidFill>
                  <a:prstClr val="black"/>
                </a:solidFill>
                <a:latin typeface="Aptos" panose="02110004020202020204"/>
                <a:ea typeface="+mn-ea"/>
                <a:cs typeface="+mn-cs"/>
              </a:rPr>
              <a:t> Use interface for objects, type for everything else.</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Best Practices:</a:t>
            </a: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Use interface for defining object shapes and public APIs.</a:t>
            </a:r>
          </a:p>
          <a:p>
            <a:pPr defTabSz="914126">
              <a:buClrTx/>
            </a:pPr>
            <a:r>
              <a:rPr lang="en-US" sz="1799" kern="1200" dirty="0">
                <a:solidFill>
                  <a:prstClr val="black"/>
                </a:solidFill>
                <a:latin typeface="Aptos" panose="02110004020202020204"/>
                <a:ea typeface="+mn-ea"/>
                <a:cs typeface="+mn-cs"/>
              </a:rPr>
              <a:t>Use type for unions, intersections, and primitives.</a:t>
            </a:r>
          </a:p>
          <a:p>
            <a:pPr defTabSz="914126">
              <a:buClrTx/>
            </a:pPr>
            <a:r>
              <a:rPr lang="en-US" sz="1799" kern="1200" dirty="0">
                <a:solidFill>
                  <a:prstClr val="black"/>
                </a:solidFill>
                <a:latin typeface="Aptos" panose="02110004020202020204"/>
                <a:ea typeface="+mn-ea"/>
                <a:cs typeface="+mn-cs"/>
              </a:rPr>
              <a:t>Favor composition over inheritance for types.</a:t>
            </a:r>
          </a:p>
          <a:p>
            <a:pPr defTabSz="914126">
              <a:buClrTx/>
            </a:pPr>
            <a:r>
              <a:rPr lang="en-US" sz="1799" kern="1200" dirty="0">
                <a:solidFill>
                  <a:prstClr val="black"/>
                </a:solidFill>
                <a:latin typeface="Aptos" panose="02110004020202020204"/>
                <a:ea typeface="+mn-ea"/>
                <a:cs typeface="+mn-cs"/>
              </a:rPr>
              <a:t>Document your types and interfaces for clarity.</a:t>
            </a:r>
          </a:p>
          <a:p>
            <a:pPr defTabSz="914126">
              <a:buClrTx/>
            </a:pPr>
            <a:endParaRPr lang="en-US" sz="1799" b="1"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Common Pitfalls:</a:t>
            </a: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Using type when you need declaration merging (use interface).</a:t>
            </a:r>
          </a:p>
          <a:p>
            <a:pPr defTabSz="914126">
              <a:buClrTx/>
            </a:pPr>
            <a:r>
              <a:rPr lang="en-US" sz="1799" kern="1200" dirty="0">
                <a:solidFill>
                  <a:prstClr val="black"/>
                </a:solidFill>
                <a:latin typeface="Aptos" panose="02110004020202020204"/>
                <a:ea typeface="+mn-ea"/>
                <a:cs typeface="+mn-cs"/>
              </a:rPr>
              <a:t>Overcomplicating types-keep them simple and focused.</a:t>
            </a:r>
          </a:p>
          <a:p>
            <a:pPr defTabSz="914126">
              <a:buClrTx/>
            </a:pPr>
            <a:r>
              <a:rPr lang="en-US" sz="1799" kern="1200" dirty="0">
                <a:solidFill>
                  <a:prstClr val="black"/>
                </a:solidFill>
                <a:latin typeface="Aptos" panose="02110004020202020204"/>
                <a:ea typeface="+mn-ea"/>
                <a:cs typeface="+mn-cs"/>
              </a:rPr>
              <a:t>Forgetting to update types/interfaces as code evolves.</a:t>
            </a:r>
          </a:p>
        </p:txBody>
      </p:sp>
      <p:sp>
        <p:nvSpPr>
          <p:cNvPr id="4" name="TextBox 3">
            <a:extLst>
              <a:ext uri="{FF2B5EF4-FFF2-40B4-BE49-F238E27FC236}">
                <a16:creationId xmlns:a16="http://schemas.microsoft.com/office/drawing/2014/main" id="{19501F94-EF83-CAA0-D953-6A5D8C8A12AA}"/>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8AD7142A-E97A-1A71-4A82-CD69E0238C41}"/>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5C3249FD-A198-9F37-BF6A-BF6B0054802A}"/>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E2A8E718-DA37-F45D-F908-7DEB7754008B}"/>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2011964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1000"/>
                                        <p:tgtEl>
                                          <p:spTgt spid="3">
                                            <p:txEl>
                                              <p:pRg st="9" end="9"/>
                                            </p:txEl>
                                          </p:spTgt>
                                        </p:tgtEl>
                                      </p:cBhvr>
                                    </p:animEffect>
                                    <p:anim calcmode="lin" valueType="num">
                                      <p:cBhvr>
                                        <p:cTn id="5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11" end="11"/>
                                            </p:txEl>
                                          </p:spTgt>
                                        </p:tgtEl>
                                        <p:attrNameLst>
                                          <p:attrName>style.visibility</p:attrName>
                                        </p:attrNameLst>
                                      </p:cBhvr>
                                      <p:to>
                                        <p:strVal val="visible"/>
                                      </p:to>
                                    </p:set>
                                    <p:animEffect transition="in" filter="fade">
                                      <p:cBhvr>
                                        <p:cTn id="56" dur="1000"/>
                                        <p:tgtEl>
                                          <p:spTgt spid="3">
                                            <p:txEl>
                                              <p:pRg st="11" end="11"/>
                                            </p:txEl>
                                          </p:spTgt>
                                        </p:tgtEl>
                                      </p:cBhvr>
                                    </p:animEffect>
                                    <p:anim calcmode="lin" valueType="num">
                                      <p:cBhvr>
                                        <p:cTn id="57"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3">
                                            <p:txEl>
                                              <p:pRg st="12" end="12"/>
                                            </p:txEl>
                                          </p:spTgt>
                                        </p:tgtEl>
                                        <p:attrNameLst>
                                          <p:attrName>style.visibility</p:attrName>
                                        </p:attrNameLst>
                                      </p:cBhvr>
                                      <p:to>
                                        <p:strVal val="visible"/>
                                      </p:to>
                                    </p:set>
                                    <p:animEffect transition="in" filter="fade">
                                      <p:cBhvr>
                                        <p:cTn id="61" dur="1000"/>
                                        <p:tgtEl>
                                          <p:spTgt spid="3">
                                            <p:txEl>
                                              <p:pRg st="12" end="12"/>
                                            </p:txEl>
                                          </p:spTgt>
                                        </p:tgtEl>
                                      </p:cBhvr>
                                    </p:animEffect>
                                    <p:anim calcmode="lin" valueType="num">
                                      <p:cBhvr>
                                        <p:cTn id="62"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3"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64" presetID="42" presetClass="entr" presetSubtype="0" fill="hold" nodeType="withEffect">
                                  <p:stCondLst>
                                    <p:cond delay="0"/>
                                  </p:stCondLst>
                                  <p:childTnLst>
                                    <p:set>
                                      <p:cBhvr>
                                        <p:cTn id="65" dur="1" fill="hold">
                                          <p:stCondLst>
                                            <p:cond delay="0"/>
                                          </p:stCondLst>
                                        </p:cTn>
                                        <p:tgtEl>
                                          <p:spTgt spid="3">
                                            <p:txEl>
                                              <p:pRg st="13" end="13"/>
                                            </p:txEl>
                                          </p:spTgt>
                                        </p:tgtEl>
                                        <p:attrNameLst>
                                          <p:attrName>style.visibility</p:attrName>
                                        </p:attrNameLst>
                                      </p:cBhvr>
                                      <p:to>
                                        <p:strVal val="visible"/>
                                      </p:to>
                                    </p:set>
                                    <p:animEffect transition="in" filter="fade">
                                      <p:cBhvr>
                                        <p:cTn id="66" dur="1000"/>
                                        <p:tgtEl>
                                          <p:spTgt spid="3">
                                            <p:txEl>
                                              <p:pRg st="13" end="13"/>
                                            </p:txEl>
                                          </p:spTgt>
                                        </p:tgtEl>
                                      </p:cBhvr>
                                    </p:animEffect>
                                    <p:anim calcmode="lin" valueType="num">
                                      <p:cBhvr>
                                        <p:cTn id="67"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68" dur="1000" fill="hold"/>
                                        <p:tgtEl>
                                          <p:spTgt spid="3">
                                            <p:txEl>
                                              <p:pRg st="13" end="13"/>
                                            </p:txEl>
                                          </p:spTgt>
                                        </p:tgtEl>
                                        <p:attrNameLst>
                                          <p:attrName>ppt_y</p:attrName>
                                        </p:attrNameLst>
                                      </p:cBhvr>
                                      <p:tavLst>
                                        <p:tav tm="0">
                                          <p:val>
                                            <p:strVal val="#ppt_y+.1"/>
                                          </p:val>
                                        </p:tav>
                                        <p:tav tm="100000">
                                          <p:val>
                                            <p:strVal val="#ppt_y"/>
                                          </p:val>
                                        </p:tav>
                                      </p:tavLst>
                                    </p:anim>
                                  </p:childTnLst>
                                </p:cTn>
                              </p:par>
                              <p:par>
                                <p:cTn id="69" presetID="42" presetClass="entr" presetSubtype="0" fill="hold" nodeType="withEffect">
                                  <p:stCondLst>
                                    <p:cond delay="0"/>
                                  </p:stCondLst>
                                  <p:childTnLst>
                                    <p:set>
                                      <p:cBhvr>
                                        <p:cTn id="70" dur="1" fill="hold">
                                          <p:stCondLst>
                                            <p:cond delay="0"/>
                                          </p:stCondLst>
                                        </p:cTn>
                                        <p:tgtEl>
                                          <p:spTgt spid="3">
                                            <p:txEl>
                                              <p:pRg st="14" end="14"/>
                                            </p:txEl>
                                          </p:spTgt>
                                        </p:tgtEl>
                                        <p:attrNameLst>
                                          <p:attrName>style.visibility</p:attrName>
                                        </p:attrNameLst>
                                      </p:cBhvr>
                                      <p:to>
                                        <p:strVal val="visible"/>
                                      </p:to>
                                    </p:set>
                                    <p:animEffect transition="in" filter="fade">
                                      <p:cBhvr>
                                        <p:cTn id="71" dur="1000"/>
                                        <p:tgtEl>
                                          <p:spTgt spid="3">
                                            <p:txEl>
                                              <p:pRg st="14" end="14"/>
                                            </p:txEl>
                                          </p:spTgt>
                                        </p:tgtEl>
                                      </p:cBhvr>
                                    </p:animEffect>
                                    <p:anim calcmode="lin" valueType="num">
                                      <p:cBhvr>
                                        <p:cTn id="72"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73"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AE508F-295E-3DC4-A064-3E284A081E8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22210074-1A05-FAF6-B3D4-9F4FE1A1DD0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TypeScript Definitely Typed</a:t>
            </a: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96DEE9A0-C1F1-F751-FA84-80BBD7FB698D}"/>
              </a:ext>
            </a:extLst>
          </p:cNvPr>
          <p:cNvSpPr txBox="1"/>
          <p:nvPr/>
        </p:nvSpPr>
        <p:spPr>
          <a:xfrm>
            <a:off x="142630" y="655071"/>
            <a:ext cx="11483853" cy="5938518"/>
          </a:xfrm>
          <a:prstGeom prst="rect">
            <a:avLst/>
          </a:prstGeom>
          <a:noFill/>
        </p:spPr>
        <p:txBody>
          <a:bodyPr wrap="square" lIns="121867" tIns="60933" rIns="121867" bIns="60933" rtlCol="0">
            <a:spAutoFit/>
          </a:bodyPr>
          <a:lstStyle/>
          <a:p>
            <a:pPr defTabSz="914126">
              <a:buClrTx/>
            </a:pPr>
            <a:r>
              <a:rPr lang="en-US" sz="1799" kern="1200" dirty="0">
                <a:solidFill>
                  <a:prstClr val="black"/>
                </a:solidFill>
                <a:latin typeface="Aptos" panose="02110004020202020204"/>
                <a:ea typeface="+mn-ea"/>
                <a:cs typeface="+mn-cs"/>
              </a:rPr>
              <a:t>NPM packages in the broad JavaScript ecosystem don't always have types available.</a:t>
            </a:r>
          </a:p>
          <a:p>
            <a:pPr defTabSz="914126">
              <a:buClrTx/>
            </a:pPr>
            <a:r>
              <a:rPr lang="en-US" sz="1799" kern="1200" dirty="0">
                <a:solidFill>
                  <a:prstClr val="black"/>
                </a:solidFill>
                <a:latin typeface="Aptos" panose="02110004020202020204"/>
                <a:ea typeface="+mn-ea"/>
                <a:cs typeface="+mn-cs"/>
              </a:rPr>
              <a:t>Sometimes the projects are no longer maintained, and other times they aren't interested in, agree with, or have time to use TypeScript.</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Using untyped NPM packages with TypeScript is not type-safe because types are missing.</a:t>
            </a:r>
          </a:p>
          <a:p>
            <a:pPr defTabSz="914126">
              <a:buClrTx/>
            </a:pPr>
            <a:r>
              <a:rPr lang="en-US" sz="1799" kern="1200" dirty="0">
                <a:solidFill>
                  <a:prstClr val="black"/>
                </a:solidFill>
                <a:latin typeface="Aptos" panose="02110004020202020204"/>
                <a:ea typeface="+mn-ea"/>
                <a:cs typeface="+mn-cs"/>
              </a:rPr>
              <a:t>To help TypeScript developers use such packages, there is a community-maintained project called </a:t>
            </a:r>
            <a:r>
              <a:rPr lang="en-US" sz="1799" kern="1200" dirty="0">
                <a:solidFill>
                  <a:prstClr val="black"/>
                </a:solidFill>
                <a:latin typeface="Aptos" panose="02110004020202020204"/>
                <a:ea typeface="+mn-ea"/>
                <a:cs typeface="+mn-cs"/>
                <a:hlinkClick r:id="rId2"/>
              </a:rPr>
              <a:t>Definitely Typed</a:t>
            </a:r>
            <a:r>
              <a:rPr lang="en-US" sz="1799" kern="1200" dirty="0">
                <a:solidFill>
                  <a:prstClr val="black"/>
                </a:solidFill>
                <a:latin typeface="Aptos" panose="02110004020202020204"/>
                <a:ea typeface="+mn-ea"/>
                <a:cs typeface="+mn-cs"/>
              </a:rPr>
              <a:t>.</a:t>
            </a:r>
          </a:p>
          <a:p>
            <a:pPr defTabSz="914126">
              <a:buClrTx/>
            </a:pPr>
            <a:r>
              <a:rPr lang="en-US" sz="1799" kern="1200" dirty="0">
                <a:solidFill>
                  <a:prstClr val="black"/>
                </a:solidFill>
                <a:latin typeface="Aptos" panose="02110004020202020204"/>
                <a:ea typeface="+mn-ea"/>
                <a:cs typeface="+mn-cs"/>
                <a:hlinkClick r:id="rId3"/>
              </a:rPr>
              <a:t>https://www.npmjs.com/package/@openui5/types</a:t>
            </a:r>
            <a:endParaRPr lang="en-US" sz="1799" kern="1200" dirty="0">
              <a:solidFill>
                <a:prstClr val="black"/>
              </a:solidFill>
              <a:latin typeface="Aptos" panose="02110004020202020204"/>
              <a:ea typeface="+mn-ea"/>
              <a:cs typeface="+mn-cs"/>
            </a:endParaRP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This </a:t>
            </a:r>
            <a:r>
              <a:rPr lang="en-US" sz="1799" kern="1200" dirty="0" err="1">
                <a:solidFill>
                  <a:prstClr val="black"/>
                </a:solidFill>
                <a:latin typeface="Aptos" panose="02110004020202020204"/>
                <a:ea typeface="+mn-ea"/>
                <a:cs typeface="+mn-cs"/>
              </a:rPr>
              <a:t>npm</a:t>
            </a:r>
            <a:r>
              <a:rPr lang="en-US" sz="1799" kern="1200" dirty="0">
                <a:solidFill>
                  <a:prstClr val="black"/>
                </a:solidFill>
                <a:latin typeface="Aptos" panose="02110004020202020204"/>
                <a:ea typeface="+mn-ea"/>
                <a:cs typeface="+mn-cs"/>
              </a:rPr>
              <a:t> package contains the TypeScript type definitions based on ES modules for all the OpenUI5 libraries. </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These definitions can be used to:</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Enable advanced content assist in IDEs, </a:t>
            </a:r>
            <a:r>
              <a:rPr lang="en-US" sz="1799" kern="1200" dirty="0" err="1">
                <a:solidFill>
                  <a:prstClr val="black"/>
                </a:solidFill>
                <a:latin typeface="Aptos" panose="02110004020202020204"/>
                <a:ea typeface="+mn-ea"/>
                <a:cs typeface="+mn-cs"/>
              </a:rPr>
              <a:t>e.g</a:t>
            </a:r>
            <a:r>
              <a:rPr lang="en-US" sz="1799" kern="1200" dirty="0">
                <a:solidFill>
                  <a:prstClr val="black"/>
                </a:solidFill>
                <a:latin typeface="Aptos" panose="02110004020202020204"/>
                <a:ea typeface="+mn-ea"/>
                <a:cs typeface="+mn-cs"/>
              </a:rPr>
              <a:t>: (</a:t>
            </a:r>
            <a:r>
              <a:rPr lang="en-US" sz="1799" kern="1200" dirty="0" err="1">
                <a:solidFill>
                  <a:prstClr val="black"/>
                </a:solidFill>
                <a:latin typeface="Aptos" panose="02110004020202020204"/>
                <a:ea typeface="+mn-ea"/>
                <a:cs typeface="+mn-cs"/>
              </a:rPr>
              <a:t>VSCode</a:t>
            </a:r>
            <a:r>
              <a:rPr lang="en-US" sz="1799" kern="1200" dirty="0">
                <a:solidFill>
                  <a:prstClr val="black"/>
                </a:solidFill>
                <a:latin typeface="Aptos" panose="02110004020202020204"/>
                <a:ea typeface="+mn-ea"/>
                <a:cs typeface="+mn-cs"/>
              </a:rPr>
              <a:t> / IntelliJ / </a:t>
            </a:r>
            <a:r>
              <a:rPr lang="en-US" sz="1799" kern="1200" dirty="0" err="1">
                <a:solidFill>
                  <a:prstClr val="black"/>
                </a:solidFill>
                <a:latin typeface="Aptos" panose="02110004020202020204"/>
                <a:ea typeface="+mn-ea"/>
                <a:cs typeface="+mn-cs"/>
              </a:rPr>
              <a:t>Webstorm</a:t>
            </a:r>
            <a:r>
              <a:rPr lang="en-US" sz="1799" kern="1200" dirty="0">
                <a:solidFill>
                  <a:prstClr val="black"/>
                </a:solidFill>
                <a:latin typeface="Aptos" panose="02110004020202020204"/>
                <a:ea typeface="+mn-ea"/>
                <a:cs typeface="+mn-cs"/>
              </a:rPr>
              <a:t>) for OpenUI5.</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Integrate type checking for OpenUI5 applications using the TypeScript compiler.</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These capabilities are available not only for OpenUI5 apps written in TypeScript, but to some degree also </a:t>
            </a:r>
            <a:r>
              <a:rPr lang="en-US" sz="1799" b="1" kern="1200" dirty="0">
                <a:solidFill>
                  <a:prstClr val="black"/>
                </a:solidFill>
                <a:latin typeface="Aptos" panose="02110004020202020204"/>
                <a:ea typeface="+mn-ea"/>
                <a:cs typeface="+mn-cs"/>
                <a:hlinkClick r:id="rId4"/>
              </a:rPr>
              <a:t>in JavaScript</a:t>
            </a:r>
            <a:r>
              <a:rPr lang="en-US" sz="1799" kern="1200" dirty="0">
                <a:solidFill>
                  <a:prstClr val="black"/>
                </a:solidFill>
                <a:latin typeface="Aptos" panose="02110004020202020204"/>
                <a:ea typeface="+mn-ea"/>
                <a:cs typeface="+mn-cs"/>
              </a:rPr>
              <a:t>.</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NOTE:</a:t>
            </a:r>
            <a:r>
              <a:rPr lang="en-US" sz="1799" kern="1200" dirty="0">
                <a:solidFill>
                  <a:prstClr val="black"/>
                </a:solidFill>
                <a:latin typeface="Aptos" panose="02110004020202020204"/>
                <a:ea typeface="+mn-ea"/>
                <a:cs typeface="+mn-cs"/>
              </a:rPr>
              <a:t> "</a:t>
            </a:r>
            <a:r>
              <a:rPr lang="en-US" sz="1799" i="1" kern="1200" dirty="0">
                <a:solidFill>
                  <a:prstClr val="black"/>
                </a:solidFill>
                <a:latin typeface="Aptos" panose="02110004020202020204"/>
                <a:ea typeface="+mn-ea"/>
                <a:cs typeface="+mn-cs"/>
              </a:rPr>
              <a:t>based on ES modules</a:t>
            </a:r>
            <a:r>
              <a:rPr lang="en-US" sz="1799" kern="1200" dirty="0">
                <a:solidFill>
                  <a:prstClr val="black"/>
                </a:solidFill>
                <a:latin typeface="Aptos" panose="02110004020202020204"/>
                <a:ea typeface="+mn-ea"/>
                <a:cs typeface="+mn-cs"/>
              </a:rPr>
              <a:t>" means that the application code needs to load UI5 modules using the ES6 modules syntax and needs to be transformed to standard UI5 require/define syntax before it is executed. This is the recommended approach!</a:t>
            </a:r>
          </a:p>
          <a:p>
            <a:pPr defTabSz="914126">
              <a:buClrTx/>
            </a:pPr>
            <a:endParaRPr lang="en-IN"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0A5EA6C8-606C-0E76-B733-C2A8153DF18E}"/>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04F10913-E4BE-BEA7-1A55-ABE6FAE44B10}"/>
              </a:ext>
            </a:extLst>
          </p:cNvPr>
          <p:cNvPicPr>
            <a:picLocks noChangeAspect="1"/>
          </p:cNvPicPr>
          <p:nvPr/>
        </p:nvPicPr>
        <p:blipFill>
          <a:blip r:embed="rId5"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DE2B4D7D-2761-BB65-0D88-03269DC36E10}"/>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166D60F4-C508-BDA5-7E86-74926F981BC4}"/>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3543287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1000"/>
                                        <p:tgtEl>
                                          <p:spTgt spid="3">
                                            <p:txEl>
                                              <p:pRg st="5" end="5"/>
                                            </p:txEl>
                                          </p:spTgt>
                                        </p:tgtEl>
                                      </p:cBhvr>
                                    </p:animEffect>
                                    <p:anim calcmode="lin" valueType="num">
                                      <p:cBhvr>
                                        <p:cTn id="2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nodeType="clickEffect">
                                  <p:stCondLst>
                                    <p:cond delay="0"/>
                                  </p:stCondLst>
                                  <p:childTnLst>
                                    <p:set>
                                      <p:cBhvr>
                                        <p:cTn id="33" dur="1" fill="hold">
                                          <p:stCondLst>
                                            <p:cond delay="0"/>
                                          </p:stCondLst>
                                        </p:cTn>
                                        <p:tgtEl>
                                          <p:spTgt spid="3">
                                            <p:txEl>
                                              <p:pRg st="7" end="7"/>
                                            </p:txEl>
                                          </p:spTgt>
                                        </p:tgtEl>
                                        <p:attrNameLst>
                                          <p:attrName>style.visibility</p:attrName>
                                        </p:attrNameLst>
                                      </p:cBhvr>
                                      <p:to>
                                        <p:strVal val="visible"/>
                                      </p:to>
                                    </p:set>
                                    <p:animEffect transition="in" filter="fade">
                                      <p:cBhvr>
                                        <p:cTn id="34" dur="1000"/>
                                        <p:tgtEl>
                                          <p:spTgt spid="3">
                                            <p:txEl>
                                              <p:pRg st="7" end="7"/>
                                            </p:txEl>
                                          </p:spTgt>
                                        </p:tgtEl>
                                      </p:cBhvr>
                                    </p:animEffect>
                                    <p:anim calcmode="lin" valueType="num">
                                      <p:cBhvr>
                                        <p:cTn id="35"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7" end="7"/>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animEffect transition="in" filter="fade">
                                      <p:cBhvr>
                                        <p:cTn id="39" dur="1000"/>
                                        <p:tgtEl>
                                          <p:spTgt spid="3">
                                            <p:txEl>
                                              <p:pRg st="9" end="9"/>
                                            </p:txEl>
                                          </p:spTgt>
                                        </p:tgtEl>
                                      </p:cBhvr>
                                    </p:animEffect>
                                    <p:anim calcmode="lin" valueType="num">
                                      <p:cBhvr>
                                        <p:cTn id="4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10" end="10"/>
                                            </p:txEl>
                                          </p:spTgt>
                                        </p:tgtEl>
                                        <p:attrNameLst>
                                          <p:attrName>style.visibility</p:attrName>
                                        </p:attrNameLst>
                                      </p:cBhvr>
                                      <p:to>
                                        <p:strVal val="visible"/>
                                      </p:to>
                                    </p:set>
                                    <p:animEffect transition="in" filter="fade">
                                      <p:cBhvr>
                                        <p:cTn id="44" dur="1000"/>
                                        <p:tgtEl>
                                          <p:spTgt spid="3">
                                            <p:txEl>
                                              <p:pRg st="10" end="10"/>
                                            </p:txEl>
                                          </p:spTgt>
                                        </p:tgtEl>
                                      </p:cBhvr>
                                    </p:animEffect>
                                    <p:anim calcmode="lin" valueType="num">
                                      <p:cBhvr>
                                        <p:cTn id="45"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11" end="11"/>
                                            </p:txEl>
                                          </p:spTgt>
                                        </p:tgtEl>
                                        <p:attrNameLst>
                                          <p:attrName>style.visibility</p:attrName>
                                        </p:attrNameLst>
                                      </p:cBhvr>
                                      <p:to>
                                        <p:strVal val="visible"/>
                                      </p:to>
                                    </p:set>
                                    <p:animEffect transition="in" filter="fade">
                                      <p:cBhvr>
                                        <p:cTn id="49" dur="1000"/>
                                        <p:tgtEl>
                                          <p:spTgt spid="3">
                                            <p:txEl>
                                              <p:pRg st="11" end="11"/>
                                            </p:txEl>
                                          </p:spTgt>
                                        </p:tgtEl>
                                      </p:cBhvr>
                                    </p:animEffect>
                                    <p:anim calcmode="lin" valueType="num">
                                      <p:cBhvr>
                                        <p:cTn id="50"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3">
                                            <p:txEl>
                                              <p:pRg st="12" end="12"/>
                                            </p:txEl>
                                          </p:spTgt>
                                        </p:tgtEl>
                                        <p:attrNameLst>
                                          <p:attrName>style.visibility</p:attrName>
                                        </p:attrNameLst>
                                      </p:cBhvr>
                                      <p:to>
                                        <p:strVal val="visible"/>
                                      </p:to>
                                    </p:set>
                                    <p:animEffect transition="in" filter="fade">
                                      <p:cBhvr>
                                        <p:cTn id="54" dur="1000"/>
                                        <p:tgtEl>
                                          <p:spTgt spid="3">
                                            <p:txEl>
                                              <p:pRg st="12" end="12"/>
                                            </p:txEl>
                                          </p:spTgt>
                                        </p:tgtEl>
                                      </p:cBhvr>
                                    </p:animEffect>
                                    <p:anim calcmode="lin" valueType="num">
                                      <p:cBhvr>
                                        <p:cTn id="55"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56" dur="1000" fill="hold"/>
                                        <p:tgtEl>
                                          <p:spTgt spid="3">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42" presetClass="entr" presetSubtype="0" fill="hold" nodeType="clickEffect">
                                  <p:stCondLst>
                                    <p:cond delay="0"/>
                                  </p:stCondLst>
                                  <p:childTnLst>
                                    <p:set>
                                      <p:cBhvr>
                                        <p:cTn id="60" dur="1" fill="hold">
                                          <p:stCondLst>
                                            <p:cond delay="0"/>
                                          </p:stCondLst>
                                        </p:cTn>
                                        <p:tgtEl>
                                          <p:spTgt spid="3">
                                            <p:txEl>
                                              <p:pRg st="14" end="14"/>
                                            </p:txEl>
                                          </p:spTgt>
                                        </p:tgtEl>
                                        <p:attrNameLst>
                                          <p:attrName>style.visibility</p:attrName>
                                        </p:attrNameLst>
                                      </p:cBhvr>
                                      <p:to>
                                        <p:strVal val="visible"/>
                                      </p:to>
                                    </p:set>
                                    <p:animEffect transition="in" filter="fade">
                                      <p:cBhvr>
                                        <p:cTn id="61" dur="1000"/>
                                        <p:tgtEl>
                                          <p:spTgt spid="3">
                                            <p:txEl>
                                              <p:pRg st="14" end="14"/>
                                            </p:txEl>
                                          </p:spTgt>
                                        </p:tgtEl>
                                      </p:cBhvr>
                                    </p:animEffect>
                                    <p:anim calcmode="lin" valueType="num">
                                      <p:cBhvr>
                                        <p:cTn id="62"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63"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3DEAC-5215-EAA1-8A20-C3F96F4BA84A}"/>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15442564-B480-63C8-7356-9951A340C076}"/>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TypeScript Configuration – </a:t>
            </a:r>
            <a:r>
              <a:rPr lang="en-US" sz="3199" dirty="0" err="1">
                <a:solidFill>
                  <a:prstClr val="black"/>
                </a:solidFill>
                <a:latin typeface="Cooper Black" panose="0208090404030B020404" pitchFamily="18" charset="0"/>
                <a:cs typeface="Times New Roman" panose="02020603050405020304" pitchFamily="18" charset="0"/>
              </a:rPr>
              <a:t>tsconfig.json</a:t>
            </a:r>
            <a:endParaRPr lang="en-US" sz="3199" dirty="0">
              <a:solidFill>
                <a:prstClr val="black"/>
              </a:solidFill>
              <a:latin typeface="Cooper Black" panose="0208090404030B020404" pitchFamily="18" charset="0"/>
              <a:cs typeface="Times New Roman" panose="02020603050405020304" pitchFamily="18" charset="0"/>
            </a:endParaRP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89DD576-62AB-4147-025C-C8CA963C788D}"/>
              </a:ext>
            </a:extLst>
          </p:cNvPr>
          <p:cNvSpPr txBox="1"/>
          <p:nvPr/>
        </p:nvSpPr>
        <p:spPr>
          <a:xfrm>
            <a:off x="142630" y="655071"/>
            <a:ext cx="11483853" cy="3723104"/>
          </a:xfrm>
          <a:prstGeom prst="rect">
            <a:avLst/>
          </a:prstGeom>
          <a:noFill/>
        </p:spPr>
        <p:txBody>
          <a:bodyPr wrap="square" lIns="121867" tIns="60933" rIns="121867" bIns="60933" rtlCol="0">
            <a:spAutoFit/>
          </a:bodyPr>
          <a:lstStyle/>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a:t>
            </a:r>
            <a:r>
              <a:rPr lang="en-US" sz="1799" kern="1200" dirty="0" err="1">
                <a:solidFill>
                  <a:prstClr val="black"/>
                </a:solidFill>
                <a:latin typeface="Aptos" panose="02110004020202020204"/>
                <a:ea typeface="+mn-ea"/>
                <a:cs typeface="+mn-cs"/>
              </a:rPr>
              <a:t>tsconfig.json</a:t>
            </a:r>
            <a:r>
              <a:rPr lang="en-US" sz="1799" kern="1200" dirty="0">
                <a:solidFill>
                  <a:prstClr val="black"/>
                </a:solidFill>
                <a:latin typeface="Aptos" panose="02110004020202020204"/>
                <a:ea typeface="+mn-ea"/>
                <a:cs typeface="+mn-cs"/>
              </a:rPr>
              <a:t> file is the heart of every TypeScript project.</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It tells the TypeScript compiler how to process your code, which files to include, and which features to enable or disable.</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A well-configured </a:t>
            </a:r>
            <a:r>
              <a:rPr lang="en-US" sz="1799" kern="1200" dirty="0" err="1">
                <a:solidFill>
                  <a:prstClr val="black"/>
                </a:solidFill>
                <a:latin typeface="Aptos" panose="02110004020202020204"/>
                <a:ea typeface="+mn-ea"/>
                <a:cs typeface="+mn-cs"/>
              </a:rPr>
              <a:t>tsconfig.json</a:t>
            </a:r>
            <a:r>
              <a:rPr lang="en-US" sz="1799" kern="1200" dirty="0">
                <a:solidFill>
                  <a:prstClr val="black"/>
                </a:solidFill>
                <a:latin typeface="Aptos" panose="02110004020202020204"/>
                <a:ea typeface="+mn-ea"/>
                <a:cs typeface="+mn-cs"/>
              </a:rPr>
              <a:t> ensures a smooth developer experience and reliable builds.</a:t>
            </a: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defTabSz="914126">
              <a:buClrTx/>
            </a:pPr>
            <a:r>
              <a:rPr lang="en-US" sz="1799" b="1" kern="1200" dirty="0" err="1">
                <a:solidFill>
                  <a:prstClr val="black"/>
                </a:solidFill>
                <a:latin typeface="Aptos" panose="02110004020202020204"/>
                <a:ea typeface="+mn-ea"/>
                <a:cs typeface="+mn-cs"/>
              </a:rPr>
              <a:t>compilerOptions</a:t>
            </a:r>
            <a:r>
              <a:rPr lang="en-US" sz="1799" kern="1200" dirty="0">
                <a:solidFill>
                  <a:prstClr val="black"/>
                </a:solidFill>
                <a:latin typeface="Aptos" panose="02110004020202020204"/>
                <a:ea typeface="+mn-ea"/>
                <a:cs typeface="+mn-cs"/>
              </a:rPr>
              <a:t>: Controls how TypeScript compiles your code (e.g., target, module, strictness).</a:t>
            </a:r>
          </a:p>
          <a:p>
            <a:pPr defTabSz="914126">
              <a:buClrTx/>
            </a:pPr>
            <a:r>
              <a:rPr lang="en-US" sz="1799" b="1" kern="1200" dirty="0">
                <a:solidFill>
                  <a:prstClr val="black"/>
                </a:solidFill>
                <a:latin typeface="Aptos" panose="02110004020202020204"/>
                <a:ea typeface="+mn-ea"/>
                <a:cs typeface="+mn-cs"/>
              </a:rPr>
              <a:t>include</a:t>
            </a:r>
            <a:r>
              <a:rPr lang="en-US" sz="1799" kern="1200" dirty="0">
                <a:solidFill>
                  <a:prstClr val="black"/>
                </a:solidFill>
                <a:latin typeface="Aptos" panose="02110004020202020204"/>
                <a:ea typeface="+mn-ea"/>
                <a:cs typeface="+mn-cs"/>
              </a:rPr>
              <a:t>: Files or folders to include in the compilation.</a:t>
            </a:r>
          </a:p>
          <a:p>
            <a:pPr defTabSz="914126">
              <a:buClrTx/>
            </a:pPr>
            <a:r>
              <a:rPr lang="en-US" sz="1799" b="1" kern="1200" dirty="0">
                <a:solidFill>
                  <a:prstClr val="black"/>
                </a:solidFill>
                <a:latin typeface="Aptos" panose="02110004020202020204"/>
                <a:ea typeface="+mn-ea"/>
                <a:cs typeface="+mn-cs"/>
              </a:rPr>
              <a:t>exclude</a:t>
            </a:r>
            <a:r>
              <a:rPr lang="en-US" sz="1799" kern="1200" dirty="0">
                <a:solidFill>
                  <a:prstClr val="black"/>
                </a:solidFill>
                <a:latin typeface="Aptos" panose="02110004020202020204"/>
                <a:ea typeface="+mn-ea"/>
                <a:cs typeface="+mn-cs"/>
              </a:rPr>
              <a:t>: Files or folders to exclude.</a:t>
            </a:r>
          </a:p>
          <a:p>
            <a:pPr defTabSz="914126">
              <a:buClrTx/>
            </a:pPr>
            <a:r>
              <a:rPr lang="en-US" sz="1799" b="1" kern="1200" dirty="0">
                <a:solidFill>
                  <a:prstClr val="black"/>
                </a:solidFill>
                <a:latin typeface="Aptos" panose="02110004020202020204"/>
                <a:ea typeface="+mn-ea"/>
                <a:cs typeface="+mn-cs"/>
              </a:rPr>
              <a:t>files</a:t>
            </a:r>
            <a:r>
              <a:rPr lang="en-US" sz="1799" kern="1200" dirty="0">
                <a:solidFill>
                  <a:prstClr val="black"/>
                </a:solidFill>
                <a:latin typeface="Aptos" panose="02110004020202020204"/>
                <a:ea typeface="+mn-ea"/>
                <a:cs typeface="+mn-cs"/>
              </a:rPr>
              <a:t>: Explicit list of files to include (rarely used with include).</a:t>
            </a:r>
          </a:p>
          <a:p>
            <a:pPr defTabSz="914126">
              <a:buClrTx/>
            </a:pPr>
            <a:r>
              <a:rPr lang="en-US" sz="1799" b="1" kern="1200" dirty="0">
                <a:solidFill>
                  <a:prstClr val="black"/>
                </a:solidFill>
                <a:latin typeface="Aptos" panose="02110004020202020204"/>
                <a:ea typeface="+mn-ea"/>
                <a:cs typeface="+mn-cs"/>
              </a:rPr>
              <a:t>extends</a:t>
            </a:r>
            <a:r>
              <a:rPr lang="en-US" sz="1799" kern="1200" dirty="0">
                <a:solidFill>
                  <a:prstClr val="black"/>
                </a:solidFill>
                <a:latin typeface="Aptos" panose="02110004020202020204"/>
                <a:ea typeface="+mn-ea"/>
                <a:cs typeface="+mn-cs"/>
              </a:rPr>
              <a:t>: Inherit options from another config file.</a:t>
            </a:r>
          </a:p>
          <a:p>
            <a:pPr defTabSz="914126">
              <a:buClrTx/>
            </a:pPr>
            <a:r>
              <a:rPr lang="en-US" sz="1799" b="1" kern="1200" dirty="0">
                <a:solidFill>
                  <a:prstClr val="black"/>
                </a:solidFill>
                <a:latin typeface="Aptos" panose="02110004020202020204"/>
                <a:ea typeface="+mn-ea"/>
                <a:cs typeface="+mn-cs"/>
              </a:rPr>
              <a:t>references</a:t>
            </a:r>
            <a:r>
              <a:rPr lang="en-US" sz="1799" kern="1200" dirty="0">
                <a:solidFill>
                  <a:prstClr val="black"/>
                </a:solidFill>
                <a:latin typeface="Aptos" panose="02110004020202020204"/>
                <a:ea typeface="+mn-ea"/>
                <a:cs typeface="+mn-cs"/>
              </a:rPr>
              <a:t>: Enable project references for </a:t>
            </a:r>
            <a:r>
              <a:rPr lang="en-US" sz="1799" kern="1200" dirty="0" err="1">
                <a:solidFill>
                  <a:prstClr val="black"/>
                </a:solidFill>
                <a:latin typeface="Aptos" panose="02110004020202020204"/>
                <a:ea typeface="+mn-ea"/>
                <a:cs typeface="+mn-cs"/>
              </a:rPr>
              <a:t>monorepos</a:t>
            </a:r>
            <a:r>
              <a:rPr lang="en-US" sz="1799" kern="1200" dirty="0">
                <a:solidFill>
                  <a:prstClr val="black"/>
                </a:solidFill>
                <a:latin typeface="Aptos" panose="02110004020202020204"/>
                <a:ea typeface="+mn-ea"/>
                <a:cs typeface="+mn-cs"/>
              </a:rPr>
              <a:t> or multi-package setups.</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Use command </a:t>
            </a:r>
            <a:r>
              <a:rPr lang="en-IN" sz="1799" b="1" kern="1200" dirty="0" err="1">
                <a:solidFill>
                  <a:prstClr val="black"/>
                </a:solidFill>
                <a:latin typeface="Aptos" panose="02110004020202020204"/>
                <a:ea typeface="+mn-ea"/>
                <a:cs typeface="+mn-cs"/>
              </a:rPr>
              <a:t>tsc</a:t>
            </a:r>
            <a:r>
              <a:rPr lang="en-IN" sz="1799" b="1" kern="1200" dirty="0">
                <a:solidFill>
                  <a:prstClr val="black"/>
                </a:solidFill>
                <a:latin typeface="Aptos" panose="02110004020202020204"/>
                <a:ea typeface="+mn-ea"/>
                <a:cs typeface="+mn-cs"/>
              </a:rPr>
              <a:t> --</a:t>
            </a:r>
            <a:r>
              <a:rPr lang="en-IN" sz="1799" b="1" kern="1200" dirty="0" err="1">
                <a:solidFill>
                  <a:prstClr val="black"/>
                </a:solidFill>
                <a:latin typeface="Aptos" panose="02110004020202020204"/>
                <a:ea typeface="+mn-ea"/>
                <a:cs typeface="+mn-cs"/>
              </a:rPr>
              <a:t>init</a:t>
            </a:r>
            <a:r>
              <a:rPr lang="en-IN" sz="1799" b="1" kern="1200" dirty="0">
                <a:solidFill>
                  <a:prstClr val="black"/>
                </a:solidFill>
                <a:latin typeface="Aptos" panose="02110004020202020204"/>
                <a:ea typeface="+mn-ea"/>
                <a:cs typeface="+mn-cs"/>
              </a:rPr>
              <a:t> </a:t>
            </a:r>
            <a:r>
              <a:rPr lang="en-IN" sz="1799" kern="1200" dirty="0">
                <a:solidFill>
                  <a:prstClr val="black"/>
                </a:solidFill>
                <a:latin typeface="Aptos" panose="02110004020202020204"/>
                <a:ea typeface="+mn-ea"/>
                <a:cs typeface="+mn-cs"/>
              </a:rPr>
              <a:t>generate the </a:t>
            </a:r>
            <a:r>
              <a:rPr lang="en-IN" sz="1799" kern="1200" dirty="0" err="1">
                <a:solidFill>
                  <a:prstClr val="black"/>
                </a:solidFill>
                <a:latin typeface="Aptos" panose="02110004020202020204"/>
                <a:ea typeface="+mn-ea"/>
                <a:cs typeface="+mn-cs"/>
              </a:rPr>
              <a:t>tsconfig.json</a:t>
            </a:r>
            <a:r>
              <a:rPr lang="en-IN" sz="1799" kern="1200" dirty="0">
                <a:solidFill>
                  <a:prstClr val="black"/>
                </a:solidFill>
                <a:latin typeface="Aptos" panose="02110004020202020204"/>
                <a:ea typeface="+mn-ea"/>
                <a:cs typeface="+mn-cs"/>
              </a:rPr>
              <a:t> file</a:t>
            </a:r>
            <a:endParaRPr lang="en-US"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8BB5D258-38D7-CD40-A5A1-34E08462690F}"/>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47412777-C56F-37F1-CDF7-70A5C0E48F49}"/>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6C66A549-56DD-AD4D-ECB5-F49CA746255E}"/>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B1510434-9946-EBAD-BC57-0574D5FEA366}"/>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32344797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1000"/>
                                        <p:tgtEl>
                                          <p:spTgt spid="3">
                                            <p:txEl>
                                              <p:pRg st="9" end="9"/>
                                            </p:txEl>
                                          </p:spTgt>
                                        </p:tgtEl>
                                      </p:cBhvr>
                                    </p:animEffect>
                                    <p:anim calcmode="lin" valueType="num">
                                      <p:cBhvr>
                                        <p:cTn id="5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11" end="11"/>
                                            </p:txEl>
                                          </p:spTgt>
                                        </p:tgtEl>
                                        <p:attrNameLst>
                                          <p:attrName>style.visibility</p:attrName>
                                        </p:attrNameLst>
                                      </p:cBhvr>
                                      <p:to>
                                        <p:strVal val="visible"/>
                                      </p:to>
                                    </p:set>
                                    <p:animEffect transition="in" filter="fade">
                                      <p:cBhvr>
                                        <p:cTn id="56" dur="1000"/>
                                        <p:tgtEl>
                                          <p:spTgt spid="3">
                                            <p:txEl>
                                              <p:pRg st="11" end="11"/>
                                            </p:txEl>
                                          </p:spTgt>
                                        </p:tgtEl>
                                      </p:cBhvr>
                                    </p:animEffect>
                                    <p:anim calcmode="lin" valueType="num">
                                      <p:cBhvr>
                                        <p:cTn id="57"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40C5-B7F0-2F8F-98AD-37195EF959CA}"/>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FC087EDC-D62A-866D-037C-620E771D78A0}"/>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Why Use TypeScript with Node.js?</a:t>
            </a: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D3E04FC-AAF3-AAC9-8860-390477212A26}"/>
              </a:ext>
            </a:extLst>
          </p:cNvPr>
          <p:cNvSpPr txBox="1"/>
          <p:nvPr/>
        </p:nvSpPr>
        <p:spPr>
          <a:xfrm>
            <a:off x="142630" y="655071"/>
            <a:ext cx="11483853" cy="4246188"/>
          </a:xfrm>
          <a:prstGeom prst="rect">
            <a:avLst/>
          </a:prstGeom>
          <a:noFill/>
        </p:spPr>
        <p:txBody>
          <a:bodyPr wrap="square" lIns="121867" tIns="60933" rIns="121867" bIns="60933" rtlCol="0">
            <a:spAutoFit/>
          </a:bodyPr>
          <a:lstStyle/>
          <a:p>
            <a:pPr defTabSz="914126">
              <a:buClrTx/>
            </a:pPr>
            <a:r>
              <a:rPr lang="en-IN" sz="1799" kern="1200" dirty="0">
                <a:solidFill>
                  <a:prstClr val="black"/>
                </a:solidFill>
                <a:latin typeface="Aptos" panose="02110004020202020204"/>
                <a:ea typeface="+mn-ea"/>
                <a:cs typeface="+mn-cs"/>
              </a:rPr>
              <a:t>TypeScript brings static typing to Node.js development, providing better tooling, improved code quality, and enhanced developer experience.</a:t>
            </a:r>
          </a:p>
          <a:p>
            <a:pPr defTabSz="914126">
              <a:buClrTx/>
            </a:pPr>
            <a:endParaRPr lang="en-IN" sz="1799" kern="1200" dirty="0">
              <a:solidFill>
                <a:prstClr val="black"/>
              </a:solidFill>
              <a:latin typeface="Aptos" panose="02110004020202020204"/>
              <a:ea typeface="+mn-ea"/>
              <a:cs typeface="+mn-cs"/>
            </a:endParaRPr>
          </a:p>
          <a:p>
            <a:pPr defTabSz="914126">
              <a:buClrTx/>
            </a:pPr>
            <a:r>
              <a:rPr lang="en-IN" sz="1799" kern="1200" dirty="0">
                <a:solidFill>
                  <a:prstClr val="black"/>
                </a:solidFill>
                <a:latin typeface="Aptos" panose="02110004020202020204"/>
                <a:ea typeface="+mn-ea"/>
                <a:cs typeface="+mn-cs"/>
              </a:rPr>
              <a:t>Key benefits include:</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Type safety for JavaScript code</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Better IDE support with autocompletion</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Early error detection during development</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Improved code maintainability and documentation</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Easier refactoring</a:t>
            </a:r>
          </a:p>
          <a:p>
            <a:pPr marL="285664" indent="-285664" defTabSz="914126">
              <a:buClrTx/>
              <a:buFont typeface="Arial" panose="020B0604020202020204" pitchFamily="34" charset="0"/>
              <a:buChar char="•"/>
            </a:pPr>
            <a:endParaRPr lang="en-IN" sz="1799" kern="1200" dirty="0">
              <a:solidFill>
                <a:prstClr val="black"/>
              </a:solidFill>
              <a:latin typeface="Aptos" panose="02110004020202020204"/>
              <a:ea typeface="+mn-ea"/>
              <a:cs typeface="+mn-cs"/>
            </a:endParaRPr>
          </a:p>
          <a:p>
            <a:pPr defTabSz="914126">
              <a:buClrTx/>
            </a:pP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mkdir</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my-</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ts</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-node-app</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cd my-</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ts</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-node-app</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npm</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init</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-y</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npm</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install typescript @types/node --save-dev</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npx</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tsc</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init</a:t>
            </a:r>
            <a:endPar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endParaRPr>
          </a:p>
          <a:p>
            <a:pPr defTabSz="914126">
              <a:buClrTx/>
            </a:pPr>
            <a:endParaRPr lang="en-IN"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8C2205E2-4842-2F5B-2AB6-A7577ABDDD09}"/>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F9D7F6E5-9726-86A4-131E-E9DDA9650FB7}"/>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24B8872D-FD14-FC67-423B-B1282B22F602}"/>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BE7A0ED9-BBA4-B0D4-0C6D-D55C245C4DCA}"/>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3700680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fade">
                                      <p:cBhvr>
                                        <p:cTn id="19" dur="1000"/>
                                        <p:tgtEl>
                                          <p:spTgt spid="3">
                                            <p:txEl>
                                              <p:pRg st="3" end="3"/>
                                            </p:txEl>
                                          </p:spTgt>
                                        </p:tgtEl>
                                      </p:cBhvr>
                                    </p:animEffect>
                                    <p:anim calcmode="lin" valueType="num">
                                      <p:cBhvr>
                                        <p:cTn id="20"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1"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nodeType="clickEffect">
                                  <p:stCondLst>
                                    <p:cond delay="0"/>
                                  </p:stCondLst>
                                  <p:childTnLst>
                                    <p:set>
                                      <p:cBhvr>
                                        <p:cTn id="45" dur="1" fill="hold">
                                          <p:stCondLst>
                                            <p:cond delay="0"/>
                                          </p:stCondLst>
                                        </p:cTn>
                                        <p:tgtEl>
                                          <p:spTgt spid="3">
                                            <p:txEl>
                                              <p:pRg st="9" end="9"/>
                                            </p:txEl>
                                          </p:spTgt>
                                        </p:tgtEl>
                                        <p:attrNameLst>
                                          <p:attrName>style.visibility</p:attrName>
                                        </p:attrNameLst>
                                      </p:cBhvr>
                                      <p:to>
                                        <p:strVal val="visible"/>
                                      </p:to>
                                    </p:set>
                                    <p:animEffect transition="in" filter="fade">
                                      <p:cBhvr>
                                        <p:cTn id="46" dur="1000"/>
                                        <p:tgtEl>
                                          <p:spTgt spid="3">
                                            <p:txEl>
                                              <p:pRg st="9" end="9"/>
                                            </p:txEl>
                                          </p:spTgt>
                                        </p:tgtEl>
                                      </p:cBhvr>
                                    </p:animEffect>
                                    <p:anim calcmode="lin" valueType="num">
                                      <p:cBhvr>
                                        <p:cTn id="47"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8"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4B0702-1181-ED7A-4F5A-61CE49492D6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B96E1733-6EDA-5A65-BC4D-CA7F600990D2}"/>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Decorators and Metadata reflection</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832865A0-2AEB-B623-2E72-0DD6FCBFFBE4}"/>
              </a:ext>
            </a:extLst>
          </p:cNvPr>
          <p:cNvSpPr txBox="1"/>
          <p:nvPr/>
        </p:nvSpPr>
        <p:spPr>
          <a:xfrm>
            <a:off x="142630" y="655071"/>
            <a:ext cx="11483853" cy="1784921"/>
          </a:xfrm>
          <a:prstGeom prst="rect">
            <a:avLst/>
          </a:prstGeom>
          <a:noFill/>
        </p:spPr>
        <p:txBody>
          <a:bodyPr wrap="square" lIns="121867" tIns="60933" rIns="121867" bIns="60933" rtlCol="0">
            <a:spAutoFit/>
          </a:bodyPr>
          <a:lstStyle/>
          <a:p>
            <a:r>
              <a:rPr lang="en-IN" sz="1800" b="1" dirty="0"/>
              <a:t>Decorators</a:t>
            </a:r>
            <a:r>
              <a:rPr lang="en-IN" sz="1800" dirty="0"/>
              <a:t> are special functions prefixed with </a:t>
            </a:r>
            <a:r>
              <a:rPr lang="en-IN" dirty="0"/>
              <a:t>@</a:t>
            </a:r>
            <a:r>
              <a:rPr lang="en-IN" sz="1800" dirty="0"/>
              <a:t> that attach to classes, methods, properties, or parameters and add behavior without modifying the original code — similar to Java Annotations or Python Decorators.</a:t>
            </a:r>
          </a:p>
          <a:p>
            <a:endParaRPr lang="en-IN" sz="1800" dirty="0"/>
          </a:p>
          <a:p>
            <a:r>
              <a:rPr lang="en-IN" sz="1800" b="1" dirty="0"/>
              <a:t>Metadata Reflection</a:t>
            </a:r>
            <a:r>
              <a:rPr lang="en-IN" sz="1800" dirty="0"/>
              <a:t> (</a:t>
            </a:r>
            <a:r>
              <a:rPr lang="en-IN" dirty="0"/>
              <a:t>reflect-metadata</a:t>
            </a:r>
            <a:r>
              <a:rPr lang="en-IN" sz="1800" dirty="0"/>
              <a:t>) lets decorators read/write hidden metadata about classes at runtime — used heavily by frameworks like </a:t>
            </a:r>
            <a:r>
              <a:rPr lang="en-IN" sz="1800" dirty="0" err="1"/>
              <a:t>NestJS</a:t>
            </a:r>
            <a:r>
              <a:rPr lang="en-IN" sz="1800" dirty="0"/>
              <a:t>, </a:t>
            </a:r>
            <a:r>
              <a:rPr lang="en-IN" sz="1800" dirty="0" err="1"/>
              <a:t>TypeORM</a:t>
            </a:r>
            <a:r>
              <a:rPr lang="en-IN" sz="1800" dirty="0"/>
              <a:t>.</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79340446-C47C-368C-A5D5-DC6113DFF60D}"/>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D83124F4-F45F-955D-2CB3-4DF470CC6EE5}"/>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84A4F28-26D6-984F-651A-BE13F35DB6D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3BE59D52-D349-DFA3-A09E-E94FFE6532F5}"/>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776C19F5-9770-2214-4519-4E4EF07FF417}"/>
              </a:ext>
            </a:extLst>
          </p:cNvPr>
          <p:cNvPicPr>
            <a:picLocks noChangeAspect="1"/>
          </p:cNvPicPr>
          <p:nvPr/>
        </p:nvPicPr>
        <p:blipFill>
          <a:blip r:embed="rId3"/>
          <a:stretch>
            <a:fillRect/>
          </a:stretch>
        </p:blipFill>
        <p:spPr>
          <a:xfrm>
            <a:off x="230069" y="2361084"/>
            <a:ext cx="6305743" cy="3284004"/>
          </a:xfrm>
          <a:prstGeom prst="rect">
            <a:avLst/>
          </a:prstGeom>
        </p:spPr>
      </p:pic>
    </p:spTree>
    <p:extLst>
      <p:ext uri="{BB962C8B-B14F-4D97-AF65-F5344CB8AC3E}">
        <p14:creationId xmlns:p14="http://schemas.microsoft.com/office/powerpoint/2010/main" val="850370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8F22A-ED5F-19DB-C6E6-DB4A526F879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E74E6F4E-1B26-9923-1CE7-E904005CC2E3}"/>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Utility types</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FEC8B4B3-B2C1-FA9E-C6AD-38583D421B6E}"/>
              </a:ext>
            </a:extLst>
          </p:cNvPr>
          <p:cNvSpPr txBox="1"/>
          <p:nvPr/>
        </p:nvSpPr>
        <p:spPr>
          <a:xfrm>
            <a:off x="142630" y="655071"/>
            <a:ext cx="11483853" cy="677054"/>
          </a:xfrm>
          <a:prstGeom prst="rect">
            <a:avLst/>
          </a:prstGeom>
          <a:noFill/>
        </p:spPr>
        <p:txBody>
          <a:bodyPr wrap="square" lIns="121867" tIns="60933" rIns="121867" bIns="60933" rtlCol="0">
            <a:spAutoFit/>
          </a:bodyPr>
          <a:lstStyle/>
          <a:p>
            <a:pPr lvl="0" defTabSz="914126">
              <a:buClrTx/>
            </a:pPr>
            <a:r>
              <a:rPr lang="en-IN" sz="1800" dirty="0"/>
              <a:t>Utility types are </a:t>
            </a:r>
            <a:r>
              <a:rPr lang="en-IN" sz="1800" b="1" dirty="0"/>
              <a:t>built-in generic types</a:t>
            </a:r>
            <a:r>
              <a:rPr lang="en-IN" sz="1800" dirty="0"/>
              <a:t> that transform existing types into new ones — no need to rewrite interfaces from scratch.</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B1FCC746-7E15-3804-B444-402B79CA2E02}"/>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B4C17AE5-47AE-7205-F5D5-D2609F3A13DD}"/>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99ED7B7-7102-3EC7-77D8-46C9C026B5C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DD59A12F-CE3C-9466-2D41-C78D2D9F0F2D}"/>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33087834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6CC22-9394-ACCF-5DC2-E4DA586A211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D9A00D44-33DF-8A5B-79D8-646DDDCD3E48}"/>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Partial, Required, Pick</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3B07EAC5-5390-E172-20DD-A31D46621D9D}"/>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D6B3B871-260F-E430-BFBE-D3B54822222B}"/>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DC5DDD0B-AFA8-4C3F-FFA2-08EE5D685BA6}"/>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17BFADA8-E1AD-F056-B711-75AA1E152E00}"/>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95E6A19C-43DA-D632-FB08-344FDAE1F355}"/>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22592F77-7AD8-9FFD-3956-F765331024F6}"/>
              </a:ext>
            </a:extLst>
          </p:cNvPr>
          <p:cNvPicPr>
            <a:picLocks noChangeAspect="1"/>
          </p:cNvPicPr>
          <p:nvPr/>
        </p:nvPicPr>
        <p:blipFill>
          <a:blip r:embed="rId3"/>
          <a:stretch>
            <a:fillRect/>
          </a:stretch>
        </p:blipFill>
        <p:spPr>
          <a:xfrm>
            <a:off x="230070" y="643048"/>
            <a:ext cx="3838250" cy="5967903"/>
          </a:xfrm>
          <a:prstGeom prst="rect">
            <a:avLst/>
          </a:prstGeom>
        </p:spPr>
      </p:pic>
      <p:pic>
        <p:nvPicPr>
          <p:cNvPr id="11" name="Picture 10">
            <a:extLst>
              <a:ext uri="{FF2B5EF4-FFF2-40B4-BE49-F238E27FC236}">
                <a16:creationId xmlns:a16="http://schemas.microsoft.com/office/drawing/2014/main" id="{CB164E33-B154-9DD5-E38E-BF830BF934A1}"/>
              </a:ext>
            </a:extLst>
          </p:cNvPr>
          <p:cNvPicPr>
            <a:picLocks noChangeAspect="1"/>
          </p:cNvPicPr>
          <p:nvPr/>
        </p:nvPicPr>
        <p:blipFill>
          <a:blip r:embed="rId4"/>
          <a:stretch>
            <a:fillRect/>
          </a:stretch>
        </p:blipFill>
        <p:spPr>
          <a:xfrm>
            <a:off x="4180131" y="632995"/>
            <a:ext cx="4465679" cy="5916417"/>
          </a:xfrm>
          <a:prstGeom prst="rect">
            <a:avLst/>
          </a:prstGeom>
        </p:spPr>
      </p:pic>
      <p:pic>
        <p:nvPicPr>
          <p:cNvPr id="13" name="Picture 12">
            <a:extLst>
              <a:ext uri="{FF2B5EF4-FFF2-40B4-BE49-F238E27FC236}">
                <a16:creationId xmlns:a16="http://schemas.microsoft.com/office/drawing/2014/main" id="{DEFD9FA4-23EA-80E1-2004-9BFF0E90299B}"/>
              </a:ext>
            </a:extLst>
          </p:cNvPr>
          <p:cNvPicPr>
            <a:picLocks noChangeAspect="1"/>
          </p:cNvPicPr>
          <p:nvPr/>
        </p:nvPicPr>
        <p:blipFill>
          <a:blip r:embed="rId5"/>
          <a:stretch>
            <a:fillRect/>
          </a:stretch>
        </p:blipFill>
        <p:spPr>
          <a:xfrm>
            <a:off x="8688180" y="632995"/>
            <a:ext cx="4768779" cy="5916395"/>
          </a:xfrm>
          <a:prstGeom prst="rect">
            <a:avLst/>
          </a:prstGeom>
        </p:spPr>
      </p:pic>
    </p:spTree>
    <p:extLst>
      <p:ext uri="{BB962C8B-B14F-4D97-AF65-F5344CB8AC3E}">
        <p14:creationId xmlns:p14="http://schemas.microsoft.com/office/powerpoint/2010/main" val="33424581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5702A-8C10-19E0-FBA1-6FD7A619919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F04F07F1-AA66-4370-A792-9C5C8F9E416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Omit and </a:t>
            </a:r>
            <a:r>
              <a:rPr kumimoji="0" lang="en-US" sz="3199" b="0" i="0" u="none" strike="noStrike" kern="1200" cap="none" spc="0" normalizeH="0" baseline="0" noProof="0" dirty="0" err="1">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ReadOnly</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4" name="TextBox 3">
            <a:extLst>
              <a:ext uri="{FF2B5EF4-FFF2-40B4-BE49-F238E27FC236}">
                <a16:creationId xmlns:a16="http://schemas.microsoft.com/office/drawing/2014/main" id="{A8AD9308-FBD6-0FC5-3E5F-6FD307AE2C96}"/>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1B0178DD-5A7C-29E4-85F3-28687C0A93BD}"/>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5DE86D9-BA52-CDFA-194E-433DAF44F30A}"/>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8162C130-2087-82D0-7E3A-0DB88DFF1C1B}"/>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BBA8AF95-156B-2E8F-029B-4B02199A1066}"/>
              </a:ext>
            </a:extLst>
          </p:cNvPr>
          <p:cNvPicPr>
            <a:picLocks noChangeAspect="1"/>
          </p:cNvPicPr>
          <p:nvPr/>
        </p:nvPicPr>
        <p:blipFill>
          <a:blip r:embed="rId3"/>
          <a:stretch>
            <a:fillRect/>
          </a:stretch>
        </p:blipFill>
        <p:spPr>
          <a:xfrm>
            <a:off x="230069" y="655071"/>
            <a:ext cx="3636249" cy="5969000"/>
          </a:xfrm>
          <a:prstGeom prst="rect">
            <a:avLst/>
          </a:prstGeom>
        </p:spPr>
      </p:pic>
      <p:pic>
        <p:nvPicPr>
          <p:cNvPr id="11" name="Picture 10">
            <a:extLst>
              <a:ext uri="{FF2B5EF4-FFF2-40B4-BE49-F238E27FC236}">
                <a16:creationId xmlns:a16="http://schemas.microsoft.com/office/drawing/2014/main" id="{03E8CD24-B408-C624-8844-6AB70FE74EBB}"/>
              </a:ext>
            </a:extLst>
          </p:cNvPr>
          <p:cNvPicPr>
            <a:picLocks noChangeAspect="1"/>
          </p:cNvPicPr>
          <p:nvPr/>
        </p:nvPicPr>
        <p:blipFill>
          <a:blip r:embed="rId4"/>
          <a:stretch>
            <a:fillRect/>
          </a:stretch>
        </p:blipFill>
        <p:spPr>
          <a:xfrm>
            <a:off x="4021881" y="648511"/>
            <a:ext cx="3679619" cy="5907461"/>
          </a:xfrm>
          <a:prstGeom prst="rect">
            <a:avLst/>
          </a:prstGeom>
        </p:spPr>
      </p:pic>
      <p:pic>
        <p:nvPicPr>
          <p:cNvPr id="8" name="Picture 7">
            <a:extLst>
              <a:ext uri="{FF2B5EF4-FFF2-40B4-BE49-F238E27FC236}">
                <a16:creationId xmlns:a16="http://schemas.microsoft.com/office/drawing/2014/main" id="{8A10D05F-D1B9-7910-F2E4-6B496B597812}"/>
              </a:ext>
            </a:extLst>
          </p:cNvPr>
          <p:cNvPicPr>
            <a:picLocks noChangeAspect="1"/>
          </p:cNvPicPr>
          <p:nvPr/>
        </p:nvPicPr>
        <p:blipFill>
          <a:blip r:embed="rId5"/>
          <a:stretch>
            <a:fillRect/>
          </a:stretch>
        </p:blipFill>
        <p:spPr>
          <a:xfrm>
            <a:off x="7745568" y="655071"/>
            <a:ext cx="4213188" cy="3314870"/>
          </a:xfrm>
          <a:prstGeom prst="rect">
            <a:avLst/>
          </a:prstGeom>
        </p:spPr>
      </p:pic>
    </p:spTree>
    <p:extLst>
      <p:ext uri="{BB962C8B-B14F-4D97-AF65-F5344CB8AC3E}">
        <p14:creationId xmlns:p14="http://schemas.microsoft.com/office/powerpoint/2010/main" val="36445294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ACE11-3054-8F8D-BC7E-44F60BD8B11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976BEE75-5FBA-2AF7-FD09-61D9740C77E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Summary</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4" name="TextBox 3">
            <a:extLst>
              <a:ext uri="{FF2B5EF4-FFF2-40B4-BE49-F238E27FC236}">
                <a16:creationId xmlns:a16="http://schemas.microsoft.com/office/drawing/2014/main" id="{AEF3ECF1-4F84-BF9C-5D8E-C1E9F328145A}"/>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87BB65FB-9B11-4E7F-DB6A-9303E3D12C84}"/>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5A0AB5B6-DA56-A01A-74EF-1BEB2EB90BD4}"/>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4C404FEF-D202-6D81-2563-E2290EC1F0F4}"/>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54E4B9FF-57E0-86F0-DE67-D3E4BE8C31DC}"/>
              </a:ext>
            </a:extLst>
          </p:cNvPr>
          <p:cNvPicPr>
            <a:picLocks noChangeAspect="1"/>
          </p:cNvPicPr>
          <p:nvPr/>
        </p:nvPicPr>
        <p:blipFill>
          <a:blip r:embed="rId3"/>
          <a:stretch>
            <a:fillRect/>
          </a:stretch>
        </p:blipFill>
        <p:spPr>
          <a:xfrm>
            <a:off x="341880" y="822593"/>
            <a:ext cx="7137767" cy="2514729"/>
          </a:xfrm>
          <a:prstGeom prst="rect">
            <a:avLst/>
          </a:prstGeom>
        </p:spPr>
      </p:pic>
    </p:spTree>
    <p:extLst>
      <p:ext uri="{BB962C8B-B14F-4D97-AF65-F5344CB8AC3E}">
        <p14:creationId xmlns:p14="http://schemas.microsoft.com/office/powerpoint/2010/main" val="20190635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8EA02-2871-554B-3DAE-2BFB3E42B38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05E98330-DA1E-3C92-FB80-EB0B879A034E}"/>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9CB7DBB7-8CD3-414B-DA4F-4F4BE3619AED}"/>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DDAECCF9-0156-D1E4-D017-6ADC112294AD}"/>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95561B79-7273-D5FF-3FA5-7A1FB58B2083}"/>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A8F5D821-0343-757B-96BF-FFF5BD7705E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83B7D3D4-C359-D74B-6100-5CEA13C33092}"/>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16541958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27F7AC-C81E-EBAD-5BB9-0B2ECD38828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80DD1FF3-F1D5-6A6E-DC3A-9BC627E5FF7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04F0814F-7C40-E6D8-A2B2-406E4F940116}"/>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AF65218C-CFDB-89AE-9513-57FA1AF42F8F}"/>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CF92C177-ADB6-DF5A-081B-464E0C47EADB}"/>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71CB699-0610-BF57-F496-6D1903F1D70A}"/>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7067E6D7-0574-55EF-674D-06FD0FFEA8BE}"/>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4372619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Flowchart: Connector 4"/>
          <p:cNvSpPr/>
          <p:nvPr/>
        </p:nvSpPr>
        <p:spPr>
          <a:xfrm>
            <a:off x="5806380" y="28829"/>
            <a:ext cx="5557368" cy="5468483"/>
          </a:xfrm>
          <a:prstGeom prst="flowChartConnector">
            <a:avLst/>
          </a:prstGeom>
          <a:gradFill flip="none" rotWithShape="1">
            <a:gsLst>
              <a:gs pos="0">
                <a:srgbClr val="55E96E"/>
              </a:gs>
              <a:gs pos="46000">
                <a:srgbClr val="0AEC25"/>
              </a:gs>
              <a:gs pos="100000">
                <a:srgbClr val="00B050"/>
              </a:gs>
            </a:gsLst>
            <a:path path="circle">
              <a:fillToRect l="50000" t="130000" r="50000" b="-3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Placeholder 11">
            <a:extLst>
              <a:ext uri="{FF2B5EF4-FFF2-40B4-BE49-F238E27FC236}">
                <a16:creationId xmlns:a16="http://schemas.microsoft.com/office/drawing/2014/main" id="{420F5850-2D59-4C25-ADFF-E9013C5A6A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611" y="14067"/>
            <a:ext cx="6784876" cy="6254347"/>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p:spPr>
      </p:pic>
      <p:sp>
        <p:nvSpPr>
          <p:cNvPr id="7"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8" name="TextBox 7">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rgbClr val="75C042"/>
                </a:solidFill>
                <a:effectLst/>
              </a:rPr>
              <a:t>What We </a:t>
            </a:r>
            <a:r>
              <a:rPr lang="en-IN" sz="4000" b="1" i="0" dirty="0">
                <a:solidFill>
                  <a:srgbClr val="55E96E"/>
                </a:solidFill>
                <a:effectLst/>
                <a:latin typeface="Segoe UI Light" panose="020B0502040204020203" pitchFamily="34" charset="0"/>
                <a:cs typeface="Segoe UI Light" panose="020B0502040204020203" pitchFamily="34" charset="0"/>
              </a:rPr>
              <a:t>Did</a:t>
            </a:r>
            <a:endParaRPr lang="en-IN" sz="4000" b="1" dirty="0">
              <a:solidFill>
                <a:srgbClr val="55E96E"/>
              </a:solidFill>
              <a:latin typeface="Segoe UI Light" panose="020B0502040204020203" pitchFamily="34" charset="0"/>
              <a:cs typeface="Segoe UI Light" panose="020B0502040204020203" pitchFamily="34" charset="0"/>
            </a:endParaRPr>
          </a:p>
        </p:txBody>
      </p:sp>
      <p:sp>
        <p:nvSpPr>
          <p:cNvPr id="9" name="TextBox 8">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10" name="Group 9">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11"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rgbClr val="00B050"/>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rgbClr val="75C04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rgbClr val="0AEC25"/>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14" name="Google Shape;845;p16"/>
          <p:cNvSpPr/>
          <p:nvPr/>
        </p:nvSpPr>
        <p:spPr>
          <a:xfrm>
            <a:off x="-1" y="0"/>
            <a:ext cx="1993020" cy="982572"/>
          </a:xfrm>
          <a:custGeom>
            <a:avLst/>
            <a:gdLst/>
            <a:ahLst/>
            <a:cxnLst/>
            <a:rect l="l" t="t" r="r" b="b"/>
            <a:pathLst>
              <a:path w="1993020" h="1803466" extrusionOk="0">
                <a:moveTo>
                  <a:pt x="0" y="0"/>
                </a:moveTo>
                <a:lnTo>
                  <a:pt x="1993020" y="0"/>
                </a:lnTo>
                <a:lnTo>
                  <a:pt x="1229306" y="1803466"/>
                </a:lnTo>
                <a:lnTo>
                  <a:pt x="0" y="1803466"/>
                </a:lnTo>
                <a:lnTo>
                  <a:pt x="0" y="0"/>
                </a:lnTo>
                <a:close/>
              </a:path>
            </a:pathLst>
          </a:custGeom>
          <a:solidFill>
            <a:srgbClr val="75C042"/>
          </a:solidFill>
          <a:ln>
            <a:noFill/>
          </a:ln>
        </p:spPr>
        <p:txBody>
          <a:bodyPr spcFirstLastPara="1" wrap="square" lIns="91425" tIns="45700" rIns="91425" bIns="4570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75C042"/>
              </a:solidFill>
              <a:effectLst/>
              <a:uLnTx/>
              <a:uFillTx/>
              <a:latin typeface="Calibri"/>
              <a:ea typeface="Calibri"/>
              <a:cs typeface="Calibri"/>
              <a:sym typeface="Calibri"/>
            </a:endParaRPr>
          </a:p>
        </p:txBody>
      </p:sp>
      <p:sp>
        <p:nvSpPr>
          <p:cNvPr id="16"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r>
              <a:rPr lang="en-US" sz="16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6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1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9972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barn(inVertical)">
                                      <p:cBhvr>
                                        <p:cTn id="10" dur="500"/>
                                        <p:tgtEl>
                                          <p:spTgt spid="9"/>
                                        </p:tgtEl>
                                      </p:cBhvr>
                                    </p:animEffect>
                                  </p:childTnLst>
                                </p:cTn>
                              </p:par>
                              <p:par>
                                <p:cTn id="11" presetID="16" presetClass="entr" presetSubtype="21"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barn(inVertical)">
                                      <p:cBhvr>
                                        <p:cTn id="13" dur="500"/>
                                        <p:tgtEl>
                                          <p:spTgt spid="10"/>
                                        </p:tgtEl>
                                      </p:cBhvr>
                                    </p:animEffect>
                                  </p:childTnLst>
                                </p:cTn>
                              </p:par>
                              <p:par>
                                <p:cTn id="14" presetID="16" presetClass="entr" presetSubtype="21"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arn(inVertical)">
                                      <p:cBhvr>
                                        <p:cTn id="16" dur="500"/>
                                        <p:tgtEl>
                                          <p:spTgt spid="7"/>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barn(inVertical)">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p:bldP spid="9"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rgbClr val="75C042"/>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a:t>
            </a:r>
            <a:r>
              <a:rPr lang="en-US" sz="5400" b="1" kern="0" dirty="0">
                <a:solidFill>
                  <a:srgbClr val="75C042"/>
                </a:solidFill>
                <a:latin typeface="Segoe UI" panose="020B0502040204020203" pitchFamily="34" charset="0"/>
                <a:ea typeface="Calibri Light" charset="0"/>
                <a:cs typeface="Segoe UI" panose="020B0502040204020203" pitchFamily="34" charset="0"/>
              </a:rPr>
              <a:t>Day 1</a:t>
            </a:r>
            <a:endParaRPr lang="en-US" sz="5400" b="1" dirty="0">
              <a:solidFill>
                <a:srgbClr val="75C042"/>
              </a:solidFill>
              <a:latin typeface="Segoe UI" panose="020B0502040204020203" pitchFamily="34" charset="0"/>
              <a:ea typeface="Calibri Light" charset="0"/>
              <a:cs typeface="Segoe UI" panose="020B0502040204020203" pitchFamily="34" charset="0"/>
            </a:endParaRPr>
          </a:p>
        </p:txBody>
      </p:sp>
      <p:grpSp>
        <p:nvGrpSpPr>
          <p:cNvPr id="4" name="Group 3">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5" name="Oval 4">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7" name="Oval 6">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9" name="Oval 8">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sp>
        <p:nvSpPr>
          <p:cNvPr id="11" name="Rectangle 10">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tx1"/>
                </a:solidFill>
              </a:rPr>
              <a:t>www.anubhavtrainings.com</a:t>
            </a:r>
          </a:p>
        </p:txBody>
      </p:sp>
      <p:sp>
        <p:nvSpPr>
          <p:cNvPr id="12" name="Right Triangle 11"/>
          <p:cNvSpPr/>
          <p:nvPr/>
        </p:nvSpPr>
        <p:spPr>
          <a:xfrm rot="19603165">
            <a:off x="394348" y="-1369124"/>
            <a:ext cx="4191287" cy="2738247"/>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rgbClr val="00B050"/>
                </a:solidFill>
              </a:ln>
              <a:solidFill>
                <a:srgbClr val="00B050"/>
              </a:solidFill>
            </a:endParaRPr>
          </a:p>
        </p:txBody>
      </p:sp>
      <p:sp>
        <p:nvSpPr>
          <p:cNvPr id="13" name="Right Triangle 12"/>
          <p:cNvSpPr/>
          <p:nvPr/>
        </p:nvSpPr>
        <p:spPr>
          <a:xfrm rot="16200000">
            <a:off x="6874209" y="1545491"/>
            <a:ext cx="4718460" cy="5910772"/>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rgbClr val="00B050"/>
                </a:solidFill>
              </a:ln>
              <a:solidFill>
                <a:srgbClr val="00B050"/>
              </a:solidFill>
            </a:endParaRPr>
          </a:p>
        </p:txBody>
      </p:sp>
      <p:sp>
        <p:nvSpPr>
          <p:cNvPr id="14" name="Minus 13"/>
          <p:cNvSpPr/>
          <p:nvPr/>
        </p:nvSpPr>
        <p:spPr>
          <a:xfrm rot="19276189">
            <a:off x="4275114" y="4157244"/>
            <a:ext cx="9864485" cy="472198"/>
          </a:xfrm>
          <a:prstGeom prst="mathMinus">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r>
              <a:rPr lang="en-US" sz="1600" dirty="0">
                <a:solidFill>
                  <a:schemeClr val="tx1"/>
                </a:solidFill>
                <a:latin typeface="Cambria" panose="02040503050406030204" pitchFamily="18" charset="0"/>
                <a:ea typeface="Cambria" panose="02040503050406030204" pitchFamily="18" charset="0"/>
                <a:cs typeface="Corben"/>
                <a:sym typeface="Corben"/>
              </a:rPr>
              <a:t>www.anubhavtrainings.com</a:t>
            </a:r>
            <a:endParaRPr sz="1600" dirty="0">
              <a:solidFill>
                <a:schemeClr val="tx1"/>
              </a:solidFill>
              <a:latin typeface="Cambria" panose="02040503050406030204" pitchFamily="18" charset="0"/>
              <a:ea typeface="Cambria" panose="02040503050406030204" pitchFamily="18" charset="0"/>
              <a:cs typeface="Corben"/>
              <a:sym typeface="Corben"/>
            </a:endParaRPr>
          </a:p>
        </p:txBody>
      </p:sp>
      <p:pic>
        <p:nvPicPr>
          <p:cNvPr id="1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3997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barn(inVertical)">
                                      <p:cBhvr>
                                        <p:cTn id="15" dur="50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barn(inVertical)">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1"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943"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pitchFamily="34" charset="0"/>
                <a:ea typeface="+mn-ea"/>
                <a:cs typeface="Arial" panose="020B0604020202020204" pitchFamily="34" charset="0"/>
              </a:rPr>
              <a:t>Contact us today!</a:t>
            </a:r>
          </a:p>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0" i="0" u="none" strike="noStrike" kern="1200" cap="none" spc="0" normalizeH="0" baseline="0" noProof="0" dirty="0">
                <a:ln>
                  <a:noFill/>
                </a:ln>
                <a:solidFill>
                  <a:srgbClr val="44546A"/>
                </a:solidFill>
                <a:effectLst/>
                <a:uLnTx/>
                <a:uFillTx/>
                <a:latin typeface="Arial" panose="020B0604020202020204"/>
                <a:ea typeface="+mn-ea"/>
                <a:cs typeface="+mn-cs"/>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rPr>
              <a:t>We build the workforce of the future.</a:t>
            </a:r>
            <a:endParaRPr kumimoji="0" lang="en-US"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30,000+</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25000+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We’re committed to empower you to be</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2799" b="1" i="0" u="none" strike="noStrike" kern="1200" cap="none" spc="0" normalizeH="0" baseline="0" noProof="0" dirty="0">
                <a:ln>
                  <a:noFill/>
                </a:ln>
                <a:solidFill>
                  <a:srgbClr val="2AC6D1">
                    <a:lumMod val="40000"/>
                    <a:lumOff val="60000"/>
                  </a:srgbClr>
                </a:solidFill>
                <a:effectLst/>
                <a:uLnTx/>
                <a:uFillTx/>
                <a:latin typeface="Arial" panose="020B0604020202020204" pitchFamily="34" charset="0"/>
                <a:ea typeface="+mn-ea"/>
                <a:cs typeface="Arial" panose="020B0604020202020204" pitchFamily="34" charset="0"/>
              </a:rPr>
              <a:t>#FutureReady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100" normalizeH="0" baseline="0" noProof="0" dirty="0">
                <a:ln>
                  <a:noFill/>
                </a:ln>
                <a:solidFill>
                  <a:srgbClr val="F97700"/>
                </a:solidFill>
                <a:effectLst/>
                <a:uLnTx/>
                <a:uFillTx/>
                <a:latin typeface="Arial" panose="020B0604020202020204"/>
                <a:ea typeface="+mn-ea"/>
                <a:cs typeface="+mn-cs"/>
              </a:rPr>
              <a:t>FREE WEBINARS </a:t>
            </a:r>
          </a:p>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F97700"/>
                </a:solidFill>
                <a:effectLst/>
                <a:uLnTx/>
                <a:uFillTx/>
                <a:latin typeface="Arial" panose="020B0604020202020204"/>
                <a:ea typeface="+mn-ea"/>
                <a:cs typeface="+mn-cs"/>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a:ea typeface="+mn-ea"/>
              <a:cs typeface="+mn-cs"/>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a:ea typeface="+mn-ea"/>
                <a:cs typeface="+mn-cs"/>
              </a:rPr>
              <a:t>Enroll Now!</a:t>
            </a:r>
            <a:endParaRPr kumimoji="0" lang="en-US" sz="1799" b="1" i="0" u="none" strike="noStrike" kern="1200" cap="none" spc="0" normalizeH="0" baseline="0" noProof="0" dirty="0">
              <a:ln>
                <a:noFill/>
              </a:ln>
              <a:solidFill>
                <a:srgbClr val="000000"/>
              </a:solidFill>
              <a:effectLst/>
              <a:uLnTx/>
              <a:uFillTx/>
              <a:latin typeface="Arial" panose="020B0604020202020204"/>
              <a:ea typeface="+mn-ea"/>
              <a:cs typeface="+mn-cs"/>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602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SlideModel - Sustainablity Strategy">
      <a:dk1>
        <a:srgbClr val="433835"/>
      </a:dk1>
      <a:lt1>
        <a:srgbClr val="FFFFFF"/>
      </a:lt1>
      <a:dk2>
        <a:srgbClr val="070707"/>
      </a:dk2>
      <a:lt2>
        <a:srgbClr val="FFFFFF"/>
      </a:lt2>
      <a:accent1>
        <a:srgbClr val="75C042"/>
      </a:accent1>
      <a:accent2>
        <a:srgbClr val="F0F6FB"/>
      </a:accent2>
      <a:accent3>
        <a:srgbClr val="243769"/>
      </a:accent3>
      <a:accent4>
        <a:srgbClr val="8FBBE1"/>
      </a:accent4>
      <a:accent5>
        <a:srgbClr val="E3F2D9"/>
      </a:accent5>
      <a:accent6>
        <a:srgbClr val="002060"/>
      </a:accent6>
      <a:hlink>
        <a:srgbClr val="FCD7DB"/>
      </a:hlink>
      <a:folHlink>
        <a:srgbClr val="F0E9E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Office Theme">
  <a:themeElements>
    <a:clrScheme name="Custom 76">
      <a:dk1>
        <a:srgbClr val="000000"/>
      </a:dk1>
      <a:lt1>
        <a:srgbClr val="FFFFFF"/>
      </a:lt1>
      <a:dk2>
        <a:srgbClr val="1F497D"/>
      </a:dk2>
      <a:lt2>
        <a:srgbClr val="EEECE1"/>
      </a:lt2>
      <a:accent1>
        <a:srgbClr val="BDBDBD"/>
      </a:accent1>
      <a:accent2>
        <a:srgbClr val="98C536"/>
      </a:accent2>
      <a:accent3>
        <a:srgbClr val="6D6D6D"/>
      </a:accent3>
      <a:accent4>
        <a:srgbClr val="1767AC"/>
      </a:accent4>
      <a:accent5>
        <a:srgbClr val="E5E6E8"/>
      </a:accent5>
      <a:accent6>
        <a:srgbClr val="99C274"/>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3_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1_Office Theme">
  <a:themeElements>
    <a:clrScheme name="Custom 51">
      <a:dk1>
        <a:sysClr val="windowText" lastClr="000000"/>
      </a:dk1>
      <a:lt1>
        <a:sysClr val="window" lastClr="FFFFFF"/>
      </a:lt1>
      <a:dk2>
        <a:srgbClr val="0E2841"/>
      </a:dk2>
      <a:lt2>
        <a:srgbClr val="E8E8E8"/>
      </a:lt2>
      <a:accent1>
        <a:srgbClr val="3B31A9"/>
      </a:accent1>
      <a:accent2>
        <a:srgbClr val="5047C9"/>
      </a:accent2>
      <a:accent3>
        <a:srgbClr val="625ACE"/>
      </a:accent3>
      <a:accent4>
        <a:srgbClr val="817AD8"/>
      </a:accent4>
      <a:accent5>
        <a:srgbClr val="AAA5E5"/>
      </a:accent5>
      <a:accent6>
        <a:srgbClr val="CAC7EF"/>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810</TotalTime>
  <Words>1918</Words>
  <Application>Microsoft Office PowerPoint</Application>
  <PresentationFormat>Custom</PresentationFormat>
  <Paragraphs>238</Paragraphs>
  <Slides>24</Slides>
  <Notes>5</Notes>
  <HiddenSlides>0</HiddenSlides>
  <MMClips>0</MMClips>
  <ScaleCrop>false</ScaleCrop>
  <HeadingPairs>
    <vt:vector size="6" baseType="variant">
      <vt:variant>
        <vt:lpstr>Fonts Used</vt:lpstr>
      </vt:variant>
      <vt:variant>
        <vt:i4>15</vt:i4>
      </vt:variant>
      <vt:variant>
        <vt:lpstr>Theme</vt:lpstr>
      </vt:variant>
      <vt:variant>
        <vt:i4>4</vt:i4>
      </vt:variant>
      <vt:variant>
        <vt:lpstr>Slide Titles</vt:lpstr>
      </vt:variant>
      <vt:variant>
        <vt:i4>24</vt:i4>
      </vt:variant>
    </vt:vector>
  </HeadingPairs>
  <TitlesOfParts>
    <vt:vector size="43" baseType="lpstr">
      <vt:lpstr>Aptos</vt:lpstr>
      <vt:lpstr>Cooper Black</vt:lpstr>
      <vt:lpstr>Aptos Display</vt:lpstr>
      <vt:lpstr>Arial Black</vt:lpstr>
      <vt:lpstr>Gill Sans</vt:lpstr>
      <vt:lpstr>Corben</vt:lpstr>
      <vt:lpstr>Cambria</vt:lpstr>
      <vt:lpstr>Open Sans</vt:lpstr>
      <vt:lpstr>Quattrocento Sans</vt:lpstr>
      <vt:lpstr>Calibri</vt:lpstr>
      <vt:lpstr>Cascadia Code</vt:lpstr>
      <vt:lpstr>Consolas</vt:lpstr>
      <vt:lpstr>Segoe UI Light</vt:lpstr>
      <vt:lpstr>Segoe UI</vt:lpstr>
      <vt:lpstr>Arial</vt:lpstr>
      <vt:lpstr>Office Theme</vt:lpstr>
      <vt:lpstr>2_Office Theme</vt:lpstr>
      <vt:lpstr>3_Office Theme</vt:lpstr>
      <vt:lpstr>1_Office Theme</vt:lpstr>
      <vt:lpstr>SAP BTP CAPM “TypeScript” for Developers</vt:lpstr>
      <vt:lpstr>PowerPoint Presentation</vt:lpstr>
      <vt:lpstr>Agenda </vt:lpstr>
      <vt:lpstr>PowerPoint Presentation</vt:lpstr>
      <vt:lpstr>Who is this course for</vt:lpstr>
      <vt:lpstr>Course Outlook – 10 Hours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ABAP ON CLOUD  RESTFUL APPLICATION  PROGRAMMING EMBEDDED STEAMPUNK TRAINING</dc:title>
  <dc:creator>anurag</dc:creator>
  <cp:lastModifiedBy>Anubhav Oberoy</cp:lastModifiedBy>
  <cp:revision>46</cp:revision>
  <dcterms:created xsi:type="dcterms:W3CDTF">2023-10-03T21:33:12Z</dcterms:created>
  <dcterms:modified xsi:type="dcterms:W3CDTF">2026-06-09T13:11:05Z</dcterms:modified>
</cp:coreProperties>
</file>