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709" r:id="rId3"/>
    <p:sldMasterId id="2147483741" r:id="rId4"/>
    <p:sldMasterId id="2147483764" r:id="rId5"/>
  </p:sldMasterIdLst>
  <p:notesMasterIdLst>
    <p:notesMasterId r:id="rId86"/>
  </p:notesMasterIdLst>
  <p:sldIdLst>
    <p:sldId id="256" r:id="rId6"/>
    <p:sldId id="402" r:id="rId7"/>
    <p:sldId id="423" r:id="rId8"/>
    <p:sldId id="259" r:id="rId9"/>
    <p:sldId id="456" r:id="rId10"/>
    <p:sldId id="257" r:id="rId11"/>
    <p:sldId id="258" r:id="rId12"/>
    <p:sldId id="457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458" r:id="rId45"/>
    <p:sldId id="459" r:id="rId46"/>
    <p:sldId id="460" r:id="rId47"/>
    <p:sldId id="461" r:id="rId48"/>
    <p:sldId id="462" r:id="rId49"/>
    <p:sldId id="463" r:id="rId50"/>
    <p:sldId id="464" r:id="rId51"/>
    <p:sldId id="465" r:id="rId52"/>
    <p:sldId id="466" r:id="rId53"/>
    <p:sldId id="467" r:id="rId54"/>
    <p:sldId id="468" r:id="rId55"/>
    <p:sldId id="469" r:id="rId56"/>
    <p:sldId id="470" r:id="rId57"/>
    <p:sldId id="471" r:id="rId58"/>
    <p:sldId id="472" r:id="rId59"/>
    <p:sldId id="473" r:id="rId60"/>
    <p:sldId id="474" r:id="rId61"/>
    <p:sldId id="475" r:id="rId62"/>
    <p:sldId id="476" r:id="rId63"/>
    <p:sldId id="477" r:id="rId64"/>
    <p:sldId id="478" r:id="rId65"/>
    <p:sldId id="479" r:id="rId66"/>
    <p:sldId id="480" r:id="rId67"/>
    <p:sldId id="481" r:id="rId68"/>
    <p:sldId id="482" r:id="rId69"/>
    <p:sldId id="483" r:id="rId70"/>
    <p:sldId id="484" r:id="rId71"/>
    <p:sldId id="485" r:id="rId72"/>
    <p:sldId id="486" r:id="rId73"/>
    <p:sldId id="487" r:id="rId74"/>
    <p:sldId id="488" r:id="rId75"/>
    <p:sldId id="489" r:id="rId76"/>
    <p:sldId id="490" r:id="rId77"/>
    <p:sldId id="491" r:id="rId78"/>
    <p:sldId id="492" r:id="rId79"/>
    <p:sldId id="291" r:id="rId80"/>
    <p:sldId id="292" r:id="rId81"/>
    <p:sldId id="430" r:id="rId82"/>
    <p:sldId id="406" r:id="rId83"/>
    <p:sldId id="407" r:id="rId84"/>
    <p:sldId id="409" r:id="rId85"/>
  </p:sldIdLst>
  <p:sldSz cx="12188825" cy="6858000"/>
  <p:notesSz cx="6858000" cy="9144000"/>
  <p:embeddedFontLst>
    <p:embeddedFont>
      <p:font typeface="Arial Black" panose="020B0A04020102020204" pitchFamily="34" charset="0"/>
      <p:regular r:id="rId87"/>
      <p:bold r:id="rId88"/>
    </p:embeddedFont>
    <p:embeddedFont>
      <p:font typeface="Cambria" panose="02040503050406030204" pitchFamily="18" charset="0"/>
      <p:regular r:id="rId89"/>
      <p:bold r:id="rId90"/>
      <p:italic r:id="rId91"/>
      <p:boldItalic r:id="rId92"/>
    </p:embeddedFont>
    <p:embeddedFont>
      <p:font typeface="Cooper Black" panose="0208090404030B020404" pitchFamily="18" charset="0"/>
      <p:regular r:id="rId93"/>
    </p:embeddedFont>
    <p:embeddedFont>
      <p:font typeface="Corben" panose="020B0604020202020204" charset="0"/>
      <p:bold r:id="rId94"/>
    </p:embeddedFont>
    <p:embeddedFont>
      <p:font typeface="Gill Sans" panose="020B0604020202020204" charset="0"/>
      <p:regular r:id="rId95"/>
      <p:bold r:id="rId96"/>
    </p:embeddedFont>
    <p:embeddedFont>
      <p:font typeface="Open Sans" panose="020B0606030504020204" pitchFamily="34" charset="0"/>
      <p:regular r:id="rId97"/>
      <p:bold r:id="rId98"/>
      <p:italic r:id="rId99"/>
      <p:boldItalic r:id="rId100"/>
    </p:embeddedFont>
    <p:embeddedFont>
      <p:font typeface="Quattrocento Sans" panose="020B0502050000020003" pitchFamily="34" charset="0"/>
      <p:regular r:id="rId101"/>
      <p:bold r:id="rId102"/>
      <p:italic r:id="rId103"/>
      <p:boldItalic r:id="rId104"/>
    </p:embeddedFont>
    <p:embeddedFont>
      <p:font typeface="Segoe UI" panose="020B0502040204020203" pitchFamily="34" charset="0"/>
      <p:regular r:id="rId105"/>
      <p:bold r:id="rId106"/>
      <p:italic r:id="rId107"/>
      <p:boldItalic r:id="rId108"/>
    </p:embeddedFont>
    <p:embeddedFont>
      <p:font typeface="Segoe UI Light" panose="020B0502040204020203" pitchFamily="34" charset="0"/>
      <p:regular r:id="rId109"/>
      <p:italic r:id="rId1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3" roundtripDataSignature="AMtx7mjDuvg+AJ5SXhqS019oXJCQRER+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8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font" Target="fonts/font3.fntdata"/><Relationship Id="rId205" Type="http://schemas.openxmlformats.org/officeDocument/2006/relationships/viewProps" Target="viewProps.xml"/><Relationship Id="rId16" Type="http://schemas.openxmlformats.org/officeDocument/2006/relationships/slide" Target="slides/slide11.xml"/><Relationship Id="rId107" Type="http://schemas.openxmlformats.org/officeDocument/2006/relationships/font" Target="fonts/font21.fntdata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font" Target="fonts/font16.fntdata"/><Relationship Id="rId5" Type="http://schemas.openxmlformats.org/officeDocument/2006/relationships/slideMaster" Target="slideMasters/slideMaster5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206" Type="http://schemas.openxmlformats.org/officeDocument/2006/relationships/theme" Target="theme/theme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font" Target="fonts/font17.fntdata"/><Relationship Id="rId108" Type="http://schemas.openxmlformats.org/officeDocument/2006/relationships/font" Target="fonts/font22.fntdata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font" Target="fonts/font20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font" Target="fonts/font13.fntdata"/><Relationship Id="rId101" Type="http://schemas.openxmlformats.org/officeDocument/2006/relationships/font" Target="fonts/font1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07" Type="http://schemas.openxmlformats.org/officeDocument/2006/relationships/tableStyles" Target="tableStyle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font" Target="fonts/font23.fntdata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font" Target="fonts/font11.fntdata"/><Relationship Id="rId104" Type="http://schemas.openxmlformats.org/officeDocument/2006/relationships/font" Target="fonts/font18.fntdata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font" Target="fonts/font1.fntdata"/><Relationship Id="rId110" Type="http://schemas.openxmlformats.org/officeDocument/2006/relationships/font" Target="fonts/font24.fntdata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203" Type="http://customschemas.google.com/relationships/presentationmetadata" Target="meta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font" Target="fonts/font14.fntdata"/><Relationship Id="rId105" Type="http://schemas.openxmlformats.org/officeDocument/2006/relationships/font" Target="fonts/font19.fntdata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font" Target="fonts/font7.fntdata"/><Relationship Id="rId98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font" Target="fonts/font2.fntdata"/><Relationship Id="rId20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90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6"/>
          <p:cNvSpPr/>
          <p:nvPr/>
        </p:nvSpPr>
        <p:spPr>
          <a:xfrm flipH="1">
            <a:off x="-2" y="3058359"/>
            <a:ext cx="7462565" cy="3799641"/>
          </a:xfrm>
          <a:custGeom>
            <a:avLst/>
            <a:gdLst/>
            <a:ahLst/>
            <a:cxnLst/>
            <a:rect l="l" t="t" r="r" b="b"/>
            <a:pathLst>
              <a:path w="12188831" h="5733256" extrusionOk="0">
                <a:moveTo>
                  <a:pt x="12188831" y="0"/>
                </a:moveTo>
                <a:lnTo>
                  <a:pt x="12188831" y="5733256"/>
                </a:lnTo>
                <a:lnTo>
                  <a:pt x="10983154" y="5733256"/>
                </a:lnTo>
                <a:lnTo>
                  <a:pt x="10983152" y="5733255"/>
                </a:lnTo>
                <a:lnTo>
                  <a:pt x="0" y="5733255"/>
                </a:lnTo>
                <a:lnTo>
                  <a:pt x="0" y="3901689"/>
                </a:lnTo>
                <a:lnTo>
                  <a:pt x="116738" y="3818114"/>
                </a:lnTo>
                <a:cubicBezTo>
                  <a:pt x="956202" y="3277659"/>
                  <a:pt x="1857795" y="3898914"/>
                  <a:pt x="3353729" y="5019020"/>
                </a:cubicBezTo>
                <a:cubicBezTo>
                  <a:pt x="5767244" y="6817560"/>
                  <a:pt x="6911508" y="2885526"/>
                  <a:pt x="10993000" y="491571"/>
                </a:cubicBezTo>
                <a:lnTo>
                  <a:pt x="11125235" y="417447"/>
                </a:lnTo>
                <a:lnTo>
                  <a:pt x="11145184" y="404008"/>
                </a:lnTo>
                <a:cubicBezTo>
                  <a:pt x="11220887" y="357537"/>
                  <a:pt x="11298685" y="314203"/>
                  <a:pt x="11378400" y="274182"/>
                </a:cubicBezTo>
                <a:lnTo>
                  <a:pt x="11390552" y="268723"/>
                </a:lnTo>
                <a:lnTo>
                  <a:pt x="11397294" y="264943"/>
                </a:lnTo>
                <a:lnTo>
                  <a:pt x="11495015" y="216024"/>
                </a:lnTo>
                <a:lnTo>
                  <a:pt x="11495015" y="221793"/>
                </a:lnTo>
                <a:lnTo>
                  <a:pt x="11623123" y="164241"/>
                </a:lnTo>
                <a:cubicBezTo>
                  <a:pt x="11789872" y="97813"/>
                  <a:pt x="11963585" y="45356"/>
                  <a:pt x="12142851" y="8296"/>
                </a:cubicBezTo>
                <a:close/>
              </a:path>
            </a:pathLst>
          </a:cu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146"/>
          <p:cNvSpPr/>
          <p:nvPr/>
        </p:nvSpPr>
        <p:spPr>
          <a:xfrm>
            <a:off x="-6" y="1124744"/>
            <a:ext cx="12188831" cy="5733256"/>
          </a:xfrm>
          <a:custGeom>
            <a:avLst/>
            <a:gdLst/>
            <a:ahLst/>
            <a:cxnLst/>
            <a:rect l="l" t="t" r="r" b="b"/>
            <a:pathLst>
              <a:path w="12188831" h="5733256" extrusionOk="0">
                <a:moveTo>
                  <a:pt x="12188831" y="0"/>
                </a:moveTo>
                <a:lnTo>
                  <a:pt x="12188831" y="5733256"/>
                </a:lnTo>
                <a:lnTo>
                  <a:pt x="10983154" y="5733256"/>
                </a:lnTo>
                <a:lnTo>
                  <a:pt x="10983152" y="5733255"/>
                </a:lnTo>
                <a:lnTo>
                  <a:pt x="0" y="5733255"/>
                </a:lnTo>
                <a:lnTo>
                  <a:pt x="0" y="3901689"/>
                </a:lnTo>
                <a:lnTo>
                  <a:pt x="116738" y="3818114"/>
                </a:lnTo>
                <a:cubicBezTo>
                  <a:pt x="956202" y="3277659"/>
                  <a:pt x="1857795" y="3898914"/>
                  <a:pt x="3353729" y="5019020"/>
                </a:cubicBezTo>
                <a:cubicBezTo>
                  <a:pt x="5767244" y="6817560"/>
                  <a:pt x="6911508" y="2885526"/>
                  <a:pt x="10993000" y="491571"/>
                </a:cubicBezTo>
                <a:lnTo>
                  <a:pt x="11125235" y="417447"/>
                </a:lnTo>
                <a:lnTo>
                  <a:pt x="11145184" y="404008"/>
                </a:lnTo>
                <a:cubicBezTo>
                  <a:pt x="11220887" y="357537"/>
                  <a:pt x="11298685" y="314203"/>
                  <a:pt x="11378400" y="274182"/>
                </a:cubicBezTo>
                <a:lnTo>
                  <a:pt x="11390552" y="268723"/>
                </a:lnTo>
                <a:lnTo>
                  <a:pt x="11397294" y="264943"/>
                </a:lnTo>
                <a:lnTo>
                  <a:pt x="11495015" y="216024"/>
                </a:lnTo>
                <a:lnTo>
                  <a:pt x="11495015" y="221793"/>
                </a:lnTo>
                <a:lnTo>
                  <a:pt x="11623123" y="164241"/>
                </a:lnTo>
                <a:cubicBezTo>
                  <a:pt x="11789872" y="97813"/>
                  <a:pt x="11963585" y="45356"/>
                  <a:pt x="12142851" y="8296"/>
                </a:cubicBezTo>
                <a:close/>
              </a:path>
            </a:pathLst>
          </a:custGeom>
          <a:solidFill>
            <a:srgbClr val="ABD9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" name="Google Shape;18;p146"/>
          <p:cNvSpPr/>
          <p:nvPr/>
        </p:nvSpPr>
        <p:spPr>
          <a:xfrm flipH="1">
            <a:off x="-2" y="1995614"/>
            <a:ext cx="12188827" cy="4862387"/>
          </a:xfrm>
          <a:custGeom>
            <a:avLst/>
            <a:gdLst/>
            <a:ahLst/>
            <a:cxnLst/>
            <a:rect l="l" t="t" r="r" b="b"/>
            <a:pathLst>
              <a:path w="12188827" h="4862387" extrusionOk="0">
                <a:moveTo>
                  <a:pt x="0" y="0"/>
                </a:moveTo>
                <a:lnTo>
                  <a:pt x="0" y="4862387"/>
                </a:lnTo>
                <a:lnTo>
                  <a:pt x="12188827" y="4862387"/>
                </a:lnTo>
                <a:lnTo>
                  <a:pt x="12188827" y="3248211"/>
                </a:lnTo>
                <a:lnTo>
                  <a:pt x="12065043" y="3174555"/>
                </a:lnTo>
                <a:cubicBezTo>
                  <a:pt x="11174911" y="2698247"/>
                  <a:pt x="10218900" y="3245765"/>
                  <a:pt x="8632675" y="4232925"/>
                </a:cubicBezTo>
                <a:cubicBezTo>
                  <a:pt x="5990931" y="5869126"/>
                  <a:pt x="4783278" y="2123831"/>
                  <a:pt x="103619" y="4311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" name="Google Shape;19;p146"/>
          <p:cNvSpPr txBox="1">
            <a:spLocks noGrp="1"/>
          </p:cNvSpPr>
          <p:nvPr>
            <p:ph type="ctrTitle"/>
          </p:nvPr>
        </p:nvSpPr>
        <p:spPr>
          <a:xfrm>
            <a:off x="914162" y="1257197"/>
            <a:ext cx="6548402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Quattrocento Sans"/>
              <a:buNone/>
              <a:defRPr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6"/>
          <p:cNvSpPr txBox="1">
            <a:spLocks noGrp="1"/>
          </p:cNvSpPr>
          <p:nvPr>
            <p:ph type="subTitle" idx="1"/>
          </p:nvPr>
        </p:nvSpPr>
        <p:spPr>
          <a:xfrm>
            <a:off x="914163" y="2765323"/>
            <a:ext cx="6980449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2800">
                <a:solidFill>
                  <a:srgbClr val="7F7F7F"/>
                </a:solidFill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918E8D"/>
              </a:buClr>
              <a:buSzPts val="3200"/>
              <a:buNone/>
              <a:defRPr>
                <a:solidFill>
                  <a:srgbClr val="918E8D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918E8D"/>
              </a:buClr>
              <a:buSzPts val="2400"/>
              <a:buNone/>
              <a:defRPr>
                <a:solidFill>
                  <a:srgbClr val="918E8D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4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46"/>
          <p:cNvSpPr txBox="1">
            <a:spLocks noGrp="1"/>
          </p:cNvSpPr>
          <p:nvPr>
            <p:ph type="body" idx="2"/>
          </p:nvPr>
        </p:nvSpPr>
        <p:spPr>
          <a:xfrm>
            <a:off x="7462563" y="5085184"/>
            <a:ext cx="4141693" cy="115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46"/>
          <p:cNvSpPr/>
          <p:nvPr/>
        </p:nvSpPr>
        <p:spPr>
          <a:xfrm>
            <a:off x="0" y="0"/>
            <a:ext cx="1125860" cy="1052736"/>
          </a:xfrm>
          <a:custGeom>
            <a:avLst/>
            <a:gdLst/>
            <a:ahLst/>
            <a:cxnLst/>
            <a:rect l="l" t="t" r="r" b="b"/>
            <a:pathLst>
              <a:path w="1125860" h="1052736" extrusionOk="0">
                <a:moveTo>
                  <a:pt x="0" y="0"/>
                </a:moveTo>
                <a:lnTo>
                  <a:pt x="1078411" y="0"/>
                </a:lnTo>
                <a:lnTo>
                  <a:pt x="1109768" y="101015"/>
                </a:lnTo>
                <a:cubicBezTo>
                  <a:pt x="1120319" y="152578"/>
                  <a:pt x="1125860" y="205966"/>
                  <a:pt x="1125860" y="260648"/>
                </a:cubicBezTo>
                <a:cubicBezTo>
                  <a:pt x="1125860" y="698106"/>
                  <a:pt x="771230" y="1052736"/>
                  <a:pt x="333772" y="1052736"/>
                </a:cubicBezTo>
                <a:cubicBezTo>
                  <a:pt x="224408" y="1052736"/>
                  <a:pt x="120220" y="1030572"/>
                  <a:pt x="25456" y="990490"/>
                </a:cubicBezTo>
                <a:lnTo>
                  <a:pt x="0" y="9766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146"/>
          <p:cNvSpPr/>
          <p:nvPr/>
        </p:nvSpPr>
        <p:spPr>
          <a:xfrm>
            <a:off x="1413892" y="398372"/>
            <a:ext cx="472244" cy="4722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146"/>
          <p:cNvSpPr/>
          <p:nvPr/>
        </p:nvSpPr>
        <p:spPr>
          <a:xfrm>
            <a:off x="9367155" y="1301823"/>
            <a:ext cx="1406894" cy="1406894"/>
          </a:xfrm>
          <a:prstGeom prst="ellipse">
            <a:avLst/>
          </a:prstGeom>
          <a:solidFill>
            <a:srgbClr val="ACD98C"/>
          </a:solidFill>
          <a:ln w="1016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146"/>
          <p:cNvSpPr/>
          <p:nvPr/>
        </p:nvSpPr>
        <p:spPr>
          <a:xfrm>
            <a:off x="10532246" y="729678"/>
            <a:ext cx="483606" cy="483606"/>
          </a:xfrm>
          <a:prstGeom prst="ellipse">
            <a:avLst/>
          </a:pr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7"/>
          <p:cNvSpPr/>
          <p:nvPr/>
        </p:nvSpPr>
        <p:spPr>
          <a:xfrm>
            <a:off x="-2889" y="0"/>
            <a:ext cx="5373429" cy="6858001"/>
          </a:xfrm>
          <a:custGeom>
            <a:avLst/>
            <a:gdLst/>
            <a:ahLst/>
            <a:cxnLst/>
            <a:rect l="l" t="t" r="r" b="b"/>
            <a:pathLst>
              <a:path w="5373429" h="6858001" extrusionOk="0">
                <a:moveTo>
                  <a:pt x="0" y="0"/>
                </a:moveTo>
                <a:lnTo>
                  <a:pt x="3009869" y="0"/>
                </a:lnTo>
                <a:lnTo>
                  <a:pt x="3067925" y="33382"/>
                </a:lnTo>
                <a:cubicBezTo>
                  <a:pt x="4450129" y="873229"/>
                  <a:pt x="5373429" y="2393122"/>
                  <a:pt x="5373429" y="4128662"/>
                </a:cubicBezTo>
                <a:cubicBezTo>
                  <a:pt x="5373429" y="5120400"/>
                  <a:pt x="5071943" y="6041721"/>
                  <a:pt x="4555623" y="6805976"/>
                </a:cubicBezTo>
                <a:lnTo>
                  <a:pt x="4518627" y="6858001"/>
                </a:lnTo>
                <a:lnTo>
                  <a:pt x="0" y="685800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" name="Google Shape;31;p147"/>
          <p:cNvSpPr/>
          <p:nvPr/>
        </p:nvSpPr>
        <p:spPr>
          <a:xfrm>
            <a:off x="1" y="0"/>
            <a:ext cx="4749901" cy="6858000"/>
          </a:xfrm>
          <a:custGeom>
            <a:avLst/>
            <a:gdLst/>
            <a:ahLst/>
            <a:cxnLst/>
            <a:rect l="l" t="t" r="r" b="b"/>
            <a:pathLst>
              <a:path w="4749901" h="6858000" extrusionOk="0">
                <a:moveTo>
                  <a:pt x="0" y="0"/>
                </a:moveTo>
                <a:lnTo>
                  <a:pt x="2930208" y="0"/>
                </a:lnTo>
                <a:lnTo>
                  <a:pt x="3243158" y="234020"/>
                </a:lnTo>
                <a:cubicBezTo>
                  <a:pt x="4163364" y="993441"/>
                  <a:pt x="4749901" y="2142724"/>
                  <a:pt x="4749901" y="3429000"/>
                </a:cubicBezTo>
                <a:cubicBezTo>
                  <a:pt x="4749901" y="4715276"/>
                  <a:pt x="4163364" y="5864559"/>
                  <a:pt x="3243158" y="6623981"/>
                </a:cubicBezTo>
                <a:lnTo>
                  <a:pt x="293020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4376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" name="Google Shape;32;p147"/>
          <p:cNvSpPr txBox="1">
            <a:spLocks noGrp="1"/>
          </p:cNvSpPr>
          <p:nvPr>
            <p:ph type="title"/>
          </p:nvPr>
        </p:nvSpPr>
        <p:spPr>
          <a:xfrm>
            <a:off x="582007" y="1700808"/>
            <a:ext cx="4432285" cy="190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sz="44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7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47"/>
          <p:cNvSpPr txBox="1">
            <a:spLocks noGrp="1"/>
          </p:cNvSpPr>
          <p:nvPr>
            <p:ph type="body" idx="1"/>
          </p:nvPr>
        </p:nvSpPr>
        <p:spPr>
          <a:xfrm>
            <a:off x="582613" y="3602206"/>
            <a:ext cx="3279775" cy="190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9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9"/>
          <p:cNvSpPr txBox="1">
            <a:spLocks noGrp="1"/>
          </p:cNvSpPr>
          <p:nvPr>
            <p:ph type="title"/>
          </p:nvPr>
        </p:nvSpPr>
        <p:spPr>
          <a:xfrm>
            <a:off x="609441" y="476672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9"/>
          <p:cNvSpPr txBox="1">
            <a:spLocks noGrp="1"/>
          </p:cNvSpPr>
          <p:nvPr>
            <p:ph type="body" idx="1"/>
          </p:nvPr>
        </p:nvSpPr>
        <p:spPr>
          <a:xfrm>
            <a:off x="609600" y="188913"/>
            <a:ext cx="5700713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0"/>
          <p:cNvSpPr txBox="1">
            <a:spLocks noGrp="1"/>
          </p:cNvSpPr>
          <p:nvPr>
            <p:ph type="ctrTitle"/>
          </p:nvPr>
        </p:nvSpPr>
        <p:spPr>
          <a:xfrm>
            <a:off x="914162" y="1226215"/>
            <a:ext cx="6548402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0"/>
          <p:cNvSpPr txBox="1">
            <a:spLocks noGrp="1"/>
          </p:cNvSpPr>
          <p:nvPr>
            <p:ph type="subTitle" idx="1"/>
          </p:nvPr>
        </p:nvSpPr>
        <p:spPr>
          <a:xfrm>
            <a:off x="914163" y="2734341"/>
            <a:ext cx="5396273" cy="10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lvl="0" algn="l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918E8D"/>
              </a:buClr>
              <a:buSzPts val="3200"/>
              <a:buNone/>
              <a:defRPr>
                <a:solidFill>
                  <a:srgbClr val="918E8D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918E8D"/>
              </a:buClr>
              <a:buSzPts val="2400"/>
              <a:buNone/>
              <a:defRPr>
                <a:solidFill>
                  <a:srgbClr val="918E8D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7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0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70"/>
          <p:cNvSpPr txBox="1">
            <a:spLocks noGrp="1"/>
          </p:cNvSpPr>
          <p:nvPr>
            <p:ph type="body" idx="2"/>
          </p:nvPr>
        </p:nvSpPr>
        <p:spPr>
          <a:xfrm>
            <a:off x="914400" y="3933825"/>
            <a:ext cx="5827713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70"/>
          <p:cNvSpPr>
            <a:spLocks noGrp="1"/>
          </p:cNvSpPr>
          <p:nvPr>
            <p:ph type="pic" idx="3"/>
          </p:nvPr>
        </p:nvSpPr>
        <p:spPr>
          <a:xfrm>
            <a:off x="5208376" y="0"/>
            <a:ext cx="6980449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1"/>
          <p:cNvSpPr txBox="1"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Quattrocento Sans"/>
              <a:buNone/>
              <a:defRPr sz="5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1"/>
          <p:cNvSpPr txBox="1"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 sz="2700">
                <a:solidFill>
                  <a:srgbClr val="918E8D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918E8D"/>
              </a:buClr>
              <a:buSzPts val="2400"/>
              <a:buNone/>
              <a:defRPr sz="2400">
                <a:solidFill>
                  <a:srgbClr val="918E8D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Clr>
                <a:srgbClr val="918E8D"/>
              </a:buClr>
              <a:buSzPts val="2100"/>
              <a:buNone/>
              <a:defRPr sz="2100">
                <a:solidFill>
                  <a:srgbClr val="918E8D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1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2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2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2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72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3"/>
          <p:cNvSpPr/>
          <p:nvPr/>
        </p:nvSpPr>
        <p:spPr>
          <a:xfrm>
            <a:off x="0" y="4581128"/>
            <a:ext cx="5163566" cy="2276872"/>
          </a:xfrm>
          <a:custGeom>
            <a:avLst/>
            <a:gdLst/>
            <a:ahLst/>
            <a:cxnLst/>
            <a:rect l="l" t="t" r="r" b="b"/>
            <a:pathLst>
              <a:path w="5163566" h="2276872" extrusionOk="0">
                <a:moveTo>
                  <a:pt x="2035697" y="0"/>
                </a:moveTo>
                <a:cubicBezTo>
                  <a:pt x="3397576" y="0"/>
                  <a:pt x="4566062" y="828016"/>
                  <a:pt x="5065187" y="2008081"/>
                </a:cubicBezTo>
                <a:lnTo>
                  <a:pt x="5163566" y="2276872"/>
                </a:lnTo>
                <a:lnTo>
                  <a:pt x="0" y="2276872"/>
                </a:lnTo>
                <a:lnTo>
                  <a:pt x="0" y="706170"/>
                </a:lnTo>
                <a:lnTo>
                  <a:pt x="5811" y="701257"/>
                </a:lnTo>
                <a:cubicBezTo>
                  <a:pt x="564774" y="261990"/>
                  <a:pt x="1269640" y="0"/>
                  <a:pt x="20356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173"/>
          <p:cNvSpPr/>
          <p:nvPr/>
        </p:nvSpPr>
        <p:spPr>
          <a:xfrm rot="5400000">
            <a:off x="-662523" y="1957214"/>
            <a:ext cx="5179585" cy="3854541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173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73"/>
          <p:cNvSpPr/>
          <p:nvPr/>
        </p:nvSpPr>
        <p:spPr>
          <a:xfrm rot="5400000">
            <a:off x="-766723" y="1858237"/>
            <a:ext cx="5179585" cy="3646140"/>
          </a:xfrm>
          <a:prstGeom prst="round2SameRect">
            <a:avLst>
              <a:gd name="adj1" fmla="val 1098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173"/>
          <p:cNvSpPr txBox="1">
            <a:spLocks noGrp="1"/>
          </p:cNvSpPr>
          <p:nvPr>
            <p:ph type="body" idx="1"/>
          </p:nvPr>
        </p:nvSpPr>
        <p:spPr>
          <a:xfrm>
            <a:off x="609600" y="1508576"/>
            <a:ext cx="2676525" cy="1152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60925" rIns="61200" bIns="60925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39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85"/>
          <p:cNvGrpSpPr/>
          <p:nvPr/>
        </p:nvGrpSpPr>
        <p:grpSpPr>
          <a:xfrm rot="10800000">
            <a:off x="9586912" y="4027941"/>
            <a:ext cx="2601913" cy="2833688"/>
            <a:chOff x="0" y="0"/>
            <a:chExt cx="2601913" cy="2833688"/>
          </a:xfrm>
        </p:grpSpPr>
        <p:sp>
          <p:nvSpPr>
            <p:cNvPr id="134" name="Google Shape;134;p185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7800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85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85"/>
            <p:cNvSpPr/>
            <p:nvPr/>
          </p:nvSpPr>
          <p:spPr>
            <a:xfrm>
              <a:off x="0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85"/>
            <p:cNvSpPr/>
            <p:nvPr/>
          </p:nvSpPr>
          <p:spPr>
            <a:xfrm>
              <a:off x="0" y="1212850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7"/>
                  </a:moveTo>
                  <a:lnTo>
                    <a:pt x="0" y="257"/>
                  </a:lnTo>
                  <a:lnTo>
                    <a:pt x="442" y="0"/>
                  </a:lnTo>
                  <a:lnTo>
                    <a:pt x="442" y="3"/>
                  </a:lnTo>
                  <a:lnTo>
                    <a:pt x="442" y="513"/>
                  </a:lnTo>
                  <a:lnTo>
                    <a:pt x="0" y="2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85"/>
            <p:cNvSpPr/>
            <p:nvPr/>
          </p:nvSpPr>
          <p:spPr>
            <a:xfrm>
              <a:off x="234949" y="2359025"/>
              <a:ext cx="406465" cy="474663"/>
            </a:xfrm>
            <a:custGeom>
              <a:avLst/>
              <a:gdLst/>
              <a:ahLst/>
              <a:cxnLst/>
              <a:rect l="l" t="t" r="r" b="b"/>
              <a:pathLst>
                <a:path w="149" h="174" extrusionOk="0">
                  <a:moveTo>
                    <a:pt x="0" y="87"/>
                  </a:moveTo>
                  <a:lnTo>
                    <a:pt x="0" y="87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9" y="17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85"/>
            <p:cNvSpPr/>
            <p:nvPr/>
          </p:nvSpPr>
          <p:spPr>
            <a:xfrm>
              <a:off x="0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511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114D81"/>
            </a:solidFill>
            <a:ln w="9525" cap="flat" cmpd="sng">
              <a:solidFill>
                <a:srgbClr val="114D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85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85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85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FA7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85"/>
            <p:cNvSpPr/>
            <p:nvPr/>
          </p:nvSpPr>
          <p:spPr>
            <a:xfrm>
              <a:off x="1408113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85"/>
            <p:cNvSpPr/>
            <p:nvPr/>
          </p:nvSpPr>
          <p:spPr>
            <a:xfrm>
              <a:off x="2317750" y="241300"/>
              <a:ext cx="284163" cy="328613"/>
            </a:xfrm>
            <a:custGeom>
              <a:avLst/>
              <a:gdLst/>
              <a:ahLst/>
              <a:cxnLst/>
              <a:rect l="l" t="t" r="r" b="b"/>
              <a:pathLst>
                <a:path w="179" h="207" extrusionOk="0">
                  <a:moveTo>
                    <a:pt x="0" y="207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79" y="102"/>
                  </a:lnTo>
                  <a:lnTo>
                    <a:pt x="0" y="207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85"/>
            <p:cNvSpPr/>
            <p:nvPr/>
          </p:nvSpPr>
          <p:spPr>
            <a:xfrm>
              <a:off x="1408113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85"/>
            <p:cNvSpPr/>
            <p:nvPr/>
          </p:nvSpPr>
          <p:spPr>
            <a:xfrm>
              <a:off x="706438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254"/>
                  </a:moveTo>
                  <a:lnTo>
                    <a:pt x="442" y="0"/>
                  </a:lnTo>
                  <a:lnTo>
                    <a:pt x="442" y="511"/>
                  </a:lnTo>
                  <a:lnTo>
                    <a:pt x="442" y="511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85"/>
            <p:cNvSpPr/>
            <p:nvPr/>
          </p:nvSpPr>
          <p:spPr>
            <a:xfrm>
              <a:off x="701675" y="1212850"/>
              <a:ext cx="706438" cy="811213"/>
            </a:xfrm>
            <a:custGeom>
              <a:avLst/>
              <a:gdLst/>
              <a:ahLst/>
              <a:cxnLst/>
              <a:rect l="l" t="t" r="r" b="b"/>
              <a:pathLst>
                <a:path w="445" h="511" extrusionOk="0">
                  <a:moveTo>
                    <a:pt x="0" y="511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445" y="257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8D8D8D"/>
            </a:solidFill>
            <a:ln w="9525" cap="flat" cmpd="sng">
              <a:solidFill>
                <a:srgbClr val="8D8D8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85"/>
            <p:cNvSpPr/>
            <p:nvPr/>
          </p:nvSpPr>
          <p:spPr>
            <a:xfrm>
              <a:off x="701675" y="1620838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6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85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85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85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85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0"/>
                  </a:moveTo>
                  <a:lnTo>
                    <a:pt x="0" y="510"/>
                  </a:lnTo>
                  <a:lnTo>
                    <a:pt x="442" y="25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151"/>
            </a:solidFill>
            <a:ln w="9525" cap="flat" cmpd="sng">
              <a:solidFill>
                <a:srgbClr val="515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85"/>
            <p:cNvSpPr/>
            <p:nvPr/>
          </p:nvSpPr>
          <p:spPr>
            <a:xfrm>
              <a:off x="701675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0" y="254"/>
                  </a:moveTo>
                  <a:lnTo>
                    <a:pt x="442" y="0"/>
                  </a:lnTo>
                  <a:lnTo>
                    <a:pt x="0" y="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85"/>
            <p:cNvSpPr/>
            <p:nvPr/>
          </p:nvSpPr>
          <p:spPr>
            <a:xfrm>
              <a:off x="0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442" y="0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442" y="254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85"/>
          <p:cNvSpPr/>
          <p:nvPr/>
        </p:nvSpPr>
        <p:spPr>
          <a:xfrm>
            <a:off x="0" y="0"/>
            <a:ext cx="6094412" cy="6858000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5"/>
          <p:cNvSpPr/>
          <p:nvPr/>
        </p:nvSpPr>
        <p:spPr>
          <a:xfrm rot="5400000">
            <a:off x="10179373" y="-118464"/>
            <a:ext cx="1890988" cy="2127916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5"/>
          <p:cNvSpPr txBox="1">
            <a:spLocks noGrp="1"/>
          </p:cNvSpPr>
          <p:nvPr>
            <p:ph type="ctrTitle"/>
          </p:nvPr>
        </p:nvSpPr>
        <p:spPr>
          <a:xfrm>
            <a:off x="1828323" y="2576512"/>
            <a:ext cx="8532178" cy="139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0"/>
              <a:buFont typeface="Open Sans"/>
              <a:buNone/>
              <a:defRPr sz="8000" b="1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5"/>
          <p:cNvSpPr txBox="1">
            <a:spLocks noGrp="1"/>
          </p:cNvSpPr>
          <p:nvPr>
            <p:ph type="subTitle" idx="1"/>
          </p:nvPr>
        </p:nvSpPr>
        <p:spPr>
          <a:xfrm>
            <a:off x="1828324" y="4027941"/>
            <a:ext cx="8532178" cy="76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8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2" name="Google Shape;162;p185"/>
          <p:cNvGrpSpPr/>
          <p:nvPr/>
        </p:nvGrpSpPr>
        <p:grpSpPr>
          <a:xfrm>
            <a:off x="0" y="0"/>
            <a:ext cx="3445202" cy="4727575"/>
            <a:chOff x="0" y="0"/>
            <a:chExt cx="3445202" cy="4727575"/>
          </a:xfrm>
        </p:grpSpPr>
        <p:grpSp>
          <p:nvGrpSpPr>
            <p:cNvPr id="163" name="Google Shape;163;p185"/>
            <p:cNvGrpSpPr/>
            <p:nvPr/>
          </p:nvGrpSpPr>
          <p:grpSpPr>
            <a:xfrm rot="10800000">
              <a:off x="0" y="0"/>
              <a:ext cx="2913063" cy="4727575"/>
              <a:chOff x="9275762" y="2130425"/>
              <a:chExt cx="2913063" cy="4727575"/>
            </a:xfrm>
          </p:grpSpPr>
          <p:sp>
            <p:nvSpPr>
              <p:cNvPr id="164" name="Google Shape;164;p185"/>
              <p:cNvSpPr/>
              <p:nvPr/>
            </p:nvSpPr>
            <p:spPr>
              <a:xfrm>
                <a:off x="10785475" y="50085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442" y="510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rgbClr val="78001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85"/>
              <p:cNvSpPr/>
              <p:nvPr/>
            </p:nvSpPr>
            <p:spPr>
              <a:xfrm>
                <a:off x="10785475" y="46021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442" y="256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F5340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85"/>
              <p:cNvSpPr/>
              <p:nvPr/>
            </p:nvSpPr>
            <p:spPr>
              <a:xfrm>
                <a:off x="10785475" y="58181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rgbClr val="114D81"/>
              </a:solidFill>
              <a:ln w="9525" cap="flat" cmpd="sng">
                <a:solidFill>
                  <a:srgbClr val="114D8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85"/>
              <p:cNvSpPr/>
              <p:nvPr/>
            </p:nvSpPr>
            <p:spPr>
              <a:xfrm>
                <a:off x="10785475" y="54117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0" y="51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F5340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85"/>
              <p:cNvSpPr/>
              <p:nvPr/>
            </p:nvSpPr>
            <p:spPr>
              <a:xfrm>
                <a:off x="10785475" y="50085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442" y="510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85"/>
              <p:cNvSpPr/>
              <p:nvPr/>
            </p:nvSpPr>
            <p:spPr>
              <a:xfrm>
                <a:off x="10079037" y="46021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0"/>
                    </a:moveTo>
                    <a:lnTo>
                      <a:pt x="445" y="510"/>
                    </a:lnTo>
                    <a:lnTo>
                      <a:pt x="0" y="256"/>
                    </a:lnTo>
                    <a:lnTo>
                      <a:pt x="0" y="256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F5340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85"/>
              <p:cNvSpPr/>
              <p:nvPr/>
            </p:nvSpPr>
            <p:spPr>
              <a:xfrm>
                <a:off x="10079037" y="50085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6"/>
                    </a:lnTo>
                    <a:lnTo>
                      <a:pt x="3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rgbClr val="E3651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85"/>
              <p:cNvSpPr/>
              <p:nvPr/>
            </p:nvSpPr>
            <p:spPr>
              <a:xfrm>
                <a:off x="10785475" y="46021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442" y="256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FFA73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85"/>
              <p:cNvSpPr/>
              <p:nvPr/>
            </p:nvSpPr>
            <p:spPr>
              <a:xfrm>
                <a:off x="9377362" y="338931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rgbClr val="C1DD84"/>
              </a:solidFill>
              <a:ln w="9525" cap="flat" cmpd="sng">
                <a:solidFill>
                  <a:srgbClr val="C1DD8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85"/>
              <p:cNvSpPr/>
              <p:nvPr/>
            </p:nvSpPr>
            <p:spPr>
              <a:xfrm>
                <a:off x="10079037" y="4198937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0" y="5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rgbClr val="8D8D8D"/>
              </a:solidFill>
              <a:ln w="9525" cap="flat" cmpd="sng">
                <a:solidFill>
                  <a:srgbClr val="8D8D8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85"/>
              <p:cNvSpPr/>
              <p:nvPr/>
            </p:nvSpPr>
            <p:spPr>
              <a:xfrm>
                <a:off x="9275762" y="4414837"/>
                <a:ext cx="325438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38" extrusionOk="0">
                    <a:moveTo>
                      <a:pt x="205" y="118"/>
                    </a:moveTo>
                    <a:lnTo>
                      <a:pt x="0" y="23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05" y="1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85"/>
              <p:cNvSpPr/>
              <p:nvPr/>
            </p:nvSpPr>
            <p:spPr>
              <a:xfrm>
                <a:off x="9371012" y="3322637"/>
                <a:ext cx="223838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62" extrusionOk="0">
                    <a:moveTo>
                      <a:pt x="141" y="80"/>
                    </a:moveTo>
                    <a:lnTo>
                      <a:pt x="0" y="16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1" y="8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85"/>
              <p:cNvSpPr/>
              <p:nvPr/>
            </p:nvSpPr>
            <p:spPr>
              <a:xfrm>
                <a:off x="10079037" y="3792537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0"/>
                    </a:moveTo>
                    <a:lnTo>
                      <a:pt x="445" y="510"/>
                    </a:lnTo>
                    <a:lnTo>
                      <a:pt x="445" y="510"/>
                    </a:lnTo>
                    <a:lnTo>
                      <a:pt x="0" y="256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85"/>
              <p:cNvSpPr/>
              <p:nvPr/>
            </p:nvSpPr>
            <p:spPr>
              <a:xfrm>
                <a:off x="10079037" y="338931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4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85"/>
              <p:cNvSpPr/>
              <p:nvPr/>
            </p:nvSpPr>
            <p:spPr>
              <a:xfrm>
                <a:off x="10079037" y="46021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0"/>
                    </a:moveTo>
                    <a:lnTo>
                      <a:pt x="445" y="510"/>
                    </a:lnTo>
                    <a:lnTo>
                      <a:pt x="0" y="256"/>
                    </a:lnTo>
                    <a:lnTo>
                      <a:pt x="0" y="256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C1DD84"/>
              </a:solidFill>
              <a:ln w="9525" cap="flat" cmpd="sng">
                <a:solidFill>
                  <a:srgbClr val="C1DD8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85"/>
              <p:cNvSpPr/>
              <p:nvPr/>
            </p:nvSpPr>
            <p:spPr>
              <a:xfrm>
                <a:off x="10079037" y="50085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6"/>
                    </a:lnTo>
                    <a:lnTo>
                      <a:pt x="3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85"/>
              <p:cNvSpPr/>
              <p:nvPr/>
            </p:nvSpPr>
            <p:spPr>
              <a:xfrm>
                <a:off x="10083800" y="5414962"/>
                <a:ext cx="701675" cy="80645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8" extrusionOk="0">
                    <a:moveTo>
                      <a:pt x="442" y="0"/>
                    </a:moveTo>
                    <a:lnTo>
                      <a:pt x="442" y="508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85"/>
              <p:cNvSpPr/>
              <p:nvPr/>
            </p:nvSpPr>
            <p:spPr>
              <a:xfrm>
                <a:off x="10785475" y="54117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0" y="51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85"/>
              <p:cNvSpPr/>
              <p:nvPr/>
            </p:nvSpPr>
            <p:spPr>
              <a:xfrm>
                <a:off x="10785475" y="46021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442" y="256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85"/>
              <p:cNvSpPr/>
              <p:nvPr/>
            </p:nvSpPr>
            <p:spPr>
              <a:xfrm>
                <a:off x="10785475" y="6221412"/>
                <a:ext cx="701675" cy="636588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01" extrusionOk="0">
                    <a:moveTo>
                      <a:pt x="442" y="256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401"/>
                    </a:lnTo>
                    <a:lnTo>
                      <a:pt x="192" y="401"/>
                    </a:lnTo>
                    <a:lnTo>
                      <a:pt x="442" y="256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85"/>
              <p:cNvSpPr/>
              <p:nvPr/>
            </p:nvSpPr>
            <p:spPr>
              <a:xfrm>
                <a:off x="11090275" y="6627812"/>
                <a:ext cx="396875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45" extrusionOk="0">
                    <a:moveTo>
                      <a:pt x="0" y="145"/>
                    </a:moveTo>
                    <a:lnTo>
                      <a:pt x="250" y="145"/>
                    </a:lnTo>
                    <a:lnTo>
                      <a:pt x="25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85"/>
              <p:cNvSpPr/>
              <p:nvPr/>
            </p:nvSpPr>
            <p:spPr>
              <a:xfrm>
                <a:off x="11487150" y="6627812"/>
                <a:ext cx="396875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45" extrusionOk="0">
                    <a:moveTo>
                      <a:pt x="0" y="0"/>
                    </a:moveTo>
                    <a:lnTo>
                      <a:pt x="0" y="145"/>
                    </a:lnTo>
                    <a:lnTo>
                      <a:pt x="250" y="1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85"/>
              <p:cNvSpPr/>
              <p:nvPr/>
            </p:nvSpPr>
            <p:spPr>
              <a:xfrm>
                <a:off x="11487150" y="6232525"/>
                <a:ext cx="687388" cy="62547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4" extrusionOk="0">
                    <a:moveTo>
                      <a:pt x="250" y="394"/>
                    </a:moveTo>
                    <a:lnTo>
                      <a:pt x="433" y="394"/>
                    </a:lnTo>
                    <a:lnTo>
                      <a:pt x="433" y="0"/>
                    </a:lnTo>
                    <a:lnTo>
                      <a:pt x="0" y="249"/>
                    </a:lnTo>
                    <a:lnTo>
                      <a:pt x="250" y="394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85"/>
              <p:cNvSpPr/>
              <p:nvPr/>
            </p:nvSpPr>
            <p:spPr>
              <a:xfrm>
                <a:off x="9377362" y="58181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0" y="254"/>
                    </a:moveTo>
                    <a:lnTo>
                      <a:pt x="0" y="254"/>
                    </a:lnTo>
                    <a:lnTo>
                      <a:pt x="442" y="510"/>
                    </a:lnTo>
                    <a:lnTo>
                      <a:pt x="442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85"/>
              <p:cNvSpPr/>
              <p:nvPr/>
            </p:nvSpPr>
            <p:spPr>
              <a:xfrm>
                <a:off x="10079037" y="6627812"/>
                <a:ext cx="396875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4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45"/>
                    </a:lnTo>
                    <a:lnTo>
                      <a:pt x="250" y="1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85"/>
              <p:cNvSpPr/>
              <p:nvPr/>
            </p:nvSpPr>
            <p:spPr>
              <a:xfrm>
                <a:off x="10079037" y="6224587"/>
                <a:ext cx="706438" cy="633413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99" extrusionOk="0">
                    <a:moveTo>
                      <a:pt x="0" y="254"/>
                    </a:moveTo>
                    <a:lnTo>
                      <a:pt x="250" y="399"/>
                    </a:lnTo>
                    <a:lnTo>
                      <a:pt x="445" y="399"/>
                    </a:lnTo>
                    <a:lnTo>
                      <a:pt x="445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515151"/>
              </a:solidFill>
              <a:ln w="9525" cap="flat" cmpd="sng">
                <a:solidFill>
                  <a:srgbClr val="51515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85"/>
              <p:cNvSpPr/>
              <p:nvPr/>
            </p:nvSpPr>
            <p:spPr>
              <a:xfrm>
                <a:off x="10079037" y="5818187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4"/>
                    </a:ln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45" y="256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85"/>
              <p:cNvSpPr/>
              <p:nvPr/>
            </p:nvSpPr>
            <p:spPr>
              <a:xfrm>
                <a:off x="10785475" y="338931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0" y="254"/>
                    </a:lnTo>
                    <a:lnTo>
                      <a:pt x="0" y="254"/>
                    </a:lnTo>
                    <a:lnTo>
                      <a:pt x="442" y="510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85"/>
              <p:cNvSpPr/>
              <p:nvPr/>
            </p:nvSpPr>
            <p:spPr>
              <a:xfrm>
                <a:off x="10785475" y="379253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42" y="256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114D81"/>
              </a:solidFill>
              <a:ln w="9525" cap="flat" cmpd="sng">
                <a:solidFill>
                  <a:srgbClr val="114D8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85"/>
              <p:cNvSpPr/>
              <p:nvPr/>
            </p:nvSpPr>
            <p:spPr>
              <a:xfrm>
                <a:off x="10785475" y="419893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0" y="254"/>
                    </a:moveTo>
                    <a:lnTo>
                      <a:pt x="442" y="510"/>
                    </a:lnTo>
                    <a:lnTo>
                      <a:pt x="442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85"/>
              <p:cNvSpPr/>
              <p:nvPr/>
            </p:nvSpPr>
            <p:spPr>
              <a:xfrm>
                <a:off x="11487150" y="4198937"/>
                <a:ext cx="68738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10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433" y="261"/>
                    </a:lnTo>
                    <a:lnTo>
                      <a:pt x="433" y="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85"/>
              <p:cNvSpPr/>
              <p:nvPr/>
            </p:nvSpPr>
            <p:spPr>
              <a:xfrm>
                <a:off x="11487150" y="3803650"/>
                <a:ext cx="687388" cy="79057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8" extrusionOk="0">
                    <a:moveTo>
                      <a:pt x="433" y="0"/>
                    </a:moveTo>
                    <a:lnTo>
                      <a:pt x="0" y="249"/>
                    </a:lnTo>
                    <a:lnTo>
                      <a:pt x="433" y="498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85"/>
              <p:cNvSpPr/>
              <p:nvPr/>
            </p:nvSpPr>
            <p:spPr>
              <a:xfrm>
                <a:off x="11737975" y="2130425"/>
                <a:ext cx="201613" cy="23336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7" extrusionOk="0">
                    <a:moveTo>
                      <a:pt x="127" y="147"/>
                    </a:moveTo>
                    <a:lnTo>
                      <a:pt x="127" y="0"/>
                    </a:lnTo>
                    <a:lnTo>
                      <a:pt x="0" y="73"/>
                    </a:lnTo>
                    <a:lnTo>
                      <a:pt x="127" y="147"/>
                    </a:lnTo>
                    <a:lnTo>
                      <a:pt x="127" y="1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85"/>
              <p:cNvSpPr/>
              <p:nvPr/>
            </p:nvSpPr>
            <p:spPr>
              <a:xfrm>
                <a:off x="11487150" y="2576512"/>
                <a:ext cx="70167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2" extrusionOk="0">
                    <a:moveTo>
                      <a:pt x="0" y="0"/>
                    </a:moveTo>
                    <a:lnTo>
                      <a:pt x="0" y="510"/>
                    </a:lnTo>
                    <a:lnTo>
                      <a:pt x="0" y="512"/>
                    </a:lnTo>
                    <a:lnTo>
                      <a:pt x="442" y="256"/>
                    </a:lnTo>
                    <a:lnTo>
                      <a:pt x="442" y="2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5"/>
              <p:cNvSpPr/>
              <p:nvPr/>
            </p:nvSpPr>
            <p:spPr>
              <a:xfrm>
                <a:off x="11487150" y="5818187"/>
                <a:ext cx="68738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10" extrusionOk="0">
                    <a:moveTo>
                      <a:pt x="125" y="72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33" y="261"/>
                    </a:lnTo>
                    <a:lnTo>
                      <a:pt x="433" y="250"/>
                    </a:lnTo>
                    <a:lnTo>
                      <a:pt x="125" y="7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5"/>
              <p:cNvSpPr/>
              <p:nvPr/>
            </p:nvSpPr>
            <p:spPr>
              <a:xfrm>
                <a:off x="11487150" y="4613275"/>
                <a:ext cx="687388" cy="792163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9" extrusionOk="0">
                    <a:moveTo>
                      <a:pt x="433" y="0"/>
                    </a:moveTo>
                    <a:lnTo>
                      <a:pt x="0" y="249"/>
                    </a:lnTo>
                    <a:lnTo>
                      <a:pt x="0" y="249"/>
                    </a:lnTo>
                    <a:lnTo>
                      <a:pt x="433" y="499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5"/>
              <p:cNvSpPr/>
              <p:nvPr/>
            </p:nvSpPr>
            <p:spPr>
              <a:xfrm>
                <a:off x="11487150" y="5008562"/>
                <a:ext cx="68738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10" extrusionOk="0">
                    <a:moveTo>
                      <a:pt x="433" y="250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33" y="261"/>
                    </a:lnTo>
                    <a:lnTo>
                      <a:pt x="433" y="250"/>
                    </a:lnTo>
                    <a:close/>
                  </a:path>
                </a:pathLst>
              </a:custGeom>
              <a:solidFill>
                <a:srgbClr val="515151"/>
              </a:solidFill>
              <a:ln w="9525" cap="flat" cmpd="sng">
                <a:solidFill>
                  <a:srgbClr val="51515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85"/>
              <p:cNvSpPr/>
              <p:nvPr/>
            </p:nvSpPr>
            <p:spPr>
              <a:xfrm>
                <a:off x="11487150" y="5422900"/>
                <a:ext cx="687388" cy="792163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9" extrusionOk="0">
                    <a:moveTo>
                      <a:pt x="433" y="0"/>
                    </a:moveTo>
                    <a:lnTo>
                      <a:pt x="0" y="249"/>
                    </a:lnTo>
                    <a:lnTo>
                      <a:pt x="125" y="321"/>
                    </a:lnTo>
                    <a:lnTo>
                      <a:pt x="433" y="499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85"/>
              <p:cNvSpPr/>
              <p:nvPr/>
            </p:nvSpPr>
            <p:spPr>
              <a:xfrm>
                <a:off x="11685587" y="5932487"/>
                <a:ext cx="48895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178" extrusionOk="0">
                    <a:moveTo>
                      <a:pt x="308" y="178"/>
                    </a:moveTo>
                    <a:lnTo>
                      <a:pt x="0" y="0"/>
                    </a:lnTo>
                    <a:lnTo>
                      <a:pt x="308" y="178"/>
                    </a:lnTo>
                    <a:lnTo>
                      <a:pt x="308" y="178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3" name="Google Shape;203;p185"/>
            <p:cNvSpPr/>
            <p:nvPr/>
          </p:nvSpPr>
          <p:spPr>
            <a:xfrm rot="10800000">
              <a:off x="2853998" y="686979"/>
              <a:ext cx="591204" cy="690398"/>
            </a:xfrm>
            <a:custGeom>
              <a:avLst/>
              <a:gdLst/>
              <a:ahLst/>
              <a:cxnLst/>
              <a:rect l="l" t="t" r="r" b="b"/>
              <a:pathLst>
                <a:path w="149" h="174" extrusionOk="0">
                  <a:moveTo>
                    <a:pt x="0" y="87"/>
                  </a:moveTo>
                  <a:lnTo>
                    <a:pt x="0" y="87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9" y="17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Service">
  <p:cSld name="Our Servic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8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8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86"/>
          <p:cNvSpPr/>
          <p:nvPr/>
        </p:nvSpPr>
        <p:spPr>
          <a:xfrm>
            <a:off x="0" y="708746"/>
            <a:ext cx="6094411" cy="821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6"/>
          <p:cNvSpPr/>
          <p:nvPr/>
        </p:nvSpPr>
        <p:spPr>
          <a:xfrm>
            <a:off x="616764" y="1532063"/>
            <a:ext cx="10947963" cy="288032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6"/>
          <p:cNvSpPr>
            <a:spLocks noGrp="1"/>
          </p:cNvSpPr>
          <p:nvPr>
            <p:ph type="pic" idx="2"/>
          </p:nvPr>
        </p:nvSpPr>
        <p:spPr>
          <a:xfrm>
            <a:off x="1295633" y="2078160"/>
            <a:ext cx="4458409" cy="18002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1" name="Google Shape;211;p186"/>
          <p:cNvSpPr>
            <a:spLocks noGrp="1"/>
          </p:cNvSpPr>
          <p:nvPr>
            <p:ph type="pic" idx="3"/>
          </p:nvPr>
        </p:nvSpPr>
        <p:spPr>
          <a:xfrm>
            <a:off x="6420125" y="2078160"/>
            <a:ext cx="4458409" cy="18002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2" name="Google Shape;212;p186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5754688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186"/>
          <p:cNvSpPr txBox="1">
            <a:spLocks noGrp="1"/>
          </p:cNvSpPr>
          <p:nvPr>
            <p:ph type="body" idx="4"/>
          </p:nvPr>
        </p:nvSpPr>
        <p:spPr>
          <a:xfrm>
            <a:off x="1295633" y="4574194"/>
            <a:ext cx="4481513" cy="4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186"/>
          <p:cNvSpPr txBox="1">
            <a:spLocks noGrp="1"/>
          </p:cNvSpPr>
          <p:nvPr>
            <p:ph type="body" idx="5"/>
          </p:nvPr>
        </p:nvSpPr>
        <p:spPr>
          <a:xfrm>
            <a:off x="1295633" y="5108192"/>
            <a:ext cx="4481513" cy="83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186"/>
          <p:cNvSpPr txBox="1">
            <a:spLocks noGrp="1"/>
          </p:cNvSpPr>
          <p:nvPr>
            <p:ph type="body" idx="6"/>
          </p:nvPr>
        </p:nvSpPr>
        <p:spPr>
          <a:xfrm>
            <a:off x="6391740" y="4574194"/>
            <a:ext cx="4481513" cy="4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86"/>
          <p:cNvSpPr txBox="1">
            <a:spLocks noGrp="1"/>
          </p:cNvSpPr>
          <p:nvPr>
            <p:ph type="body" idx="7"/>
          </p:nvPr>
        </p:nvSpPr>
        <p:spPr>
          <a:xfrm>
            <a:off x="6391740" y="5108192"/>
            <a:ext cx="4481513" cy="83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Team">
  <p:cSld name="The Team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7"/>
          <p:cNvSpPr/>
          <p:nvPr/>
        </p:nvSpPr>
        <p:spPr>
          <a:xfrm>
            <a:off x="-41943" y="0"/>
            <a:ext cx="4402929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8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87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7"/>
          <p:cNvSpPr txBox="1">
            <a:spLocks noGrp="1"/>
          </p:cNvSpPr>
          <p:nvPr>
            <p:ph type="body" idx="1"/>
          </p:nvPr>
        </p:nvSpPr>
        <p:spPr>
          <a:xfrm>
            <a:off x="602805" y="1060150"/>
            <a:ext cx="354775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187"/>
          <p:cNvSpPr>
            <a:spLocks noGrp="1"/>
          </p:cNvSpPr>
          <p:nvPr>
            <p:ph type="pic" idx="2"/>
          </p:nvPr>
        </p:nvSpPr>
        <p:spPr>
          <a:xfrm>
            <a:off x="4364494" y="2060843"/>
            <a:ext cx="1352103" cy="1352103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87"/>
          <p:cNvSpPr>
            <a:spLocks noGrp="1"/>
          </p:cNvSpPr>
          <p:nvPr>
            <p:ph type="pic" idx="3"/>
          </p:nvPr>
        </p:nvSpPr>
        <p:spPr>
          <a:xfrm>
            <a:off x="5720105" y="2060843"/>
            <a:ext cx="1352103" cy="1352103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7"/>
          <p:cNvSpPr>
            <a:spLocks noGrp="1"/>
          </p:cNvSpPr>
          <p:nvPr>
            <p:ph type="pic" idx="4"/>
          </p:nvPr>
        </p:nvSpPr>
        <p:spPr>
          <a:xfrm>
            <a:off x="8819301" y="724645"/>
            <a:ext cx="1352103" cy="1352103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7"/>
          <p:cNvSpPr>
            <a:spLocks noGrp="1"/>
          </p:cNvSpPr>
          <p:nvPr>
            <p:ph type="pic" idx="5"/>
          </p:nvPr>
        </p:nvSpPr>
        <p:spPr>
          <a:xfrm>
            <a:off x="5722876" y="4760031"/>
            <a:ext cx="1352103" cy="135210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Profile">
  <p:cSld name="Company Profil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8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88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88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88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8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188"/>
          <p:cNvSpPr>
            <a:spLocks noGrp="1"/>
          </p:cNvSpPr>
          <p:nvPr>
            <p:ph type="pic" idx="2"/>
          </p:nvPr>
        </p:nvSpPr>
        <p:spPr>
          <a:xfrm>
            <a:off x="0" y="1529910"/>
            <a:ext cx="4942284" cy="341125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wo Column">
  <p:cSld name="Project Two Colum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8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89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89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9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189"/>
          <p:cNvSpPr>
            <a:spLocks noGrp="1"/>
          </p:cNvSpPr>
          <p:nvPr>
            <p:ph type="pic" idx="2"/>
          </p:nvPr>
        </p:nvSpPr>
        <p:spPr>
          <a:xfrm>
            <a:off x="609599" y="1529909"/>
            <a:ext cx="5439509" cy="4419363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189"/>
          <p:cNvSpPr>
            <a:spLocks noGrp="1"/>
          </p:cNvSpPr>
          <p:nvPr>
            <p:ph type="pic" idx="3"/>
          </p:nvPr>
        </p:nvSpPr>
        <p:spPr>
          <a:xfrm>
            <a:off x="6131169" y="1529909"/>
            <a:ext cx="5439509" cy="44193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Appraoch">
  <p:cSld name="Our Appraoch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9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90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90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0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190"/>
          <p:cNvSpPr>
            <a:spLocks noGrp="1"/>
          </p:cNvSpPr>
          <p:nvPr>
            <p:ph type="pic" idx="2"/>
          </p:nvPr>
        </p:nvSpPr>
        <p:spPr>
          <a:xfrm>
            <a:off x="609599" y="1529909"/>
            <a:ext cx="10961079" cy="24751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ree Column">
  <p:cSld name="Project Tree Column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9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91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91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1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191"/>
          <p:cNvSpPr>
            <a:spLocks noGrp="1"/>
          </p:cNvSpPr>
          <p:nvPr>
            <p:ph type="pic" idx="2"/>
          </p:nvPr>
        </p:nvSpPr>
        <p:spPr>
          <a:xfrm>
            <a:off x="609441" y="1529909"/>
            <a:ext cx="3605855" cy="4419363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191"/>
          <p:cNvSpPr>
            <a:spLocks noGrp="1"/>
          </p:cNvSpPr>
          <p:nvPr>
            <p:ph type="pic" idx="3"/>
          </p:nvPr>
        </p:nvSpPr>
        <p:spPr>
          <a:xfrm>
            <a:off x="4298073" y="1529909"/>
            <a:ext cx="3605855" cy="4419363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191"/>
          <p:cNvSpPr>
            <a:spLocks noGrp="1"/>
          </p:cNvSpPr>
          <p:nvPr>
            <p:ph type="pic" idx="4"/>
          </p:nvPr>
        </p:nvSpPr>
        <p:spPr>
          <a:xfrm>
            <a:off x="7986705" y="1529909"/>
            <a:ext cx="3605855" cy="44193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2"/>
          <p:cNvSpPr/>
          <p:nvPr/>
        </p:nvSpPr>
        <p:spPr>
          <a:xfrm flipH="1">
            <a:off x="4294212" y="0"/>
            <a:ext cx="7876318" cy="6858000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2"/>
          <p:cNvSpPr/>
          <p:nvPr/>
        </p:nvSpPr>
        <p:spPr>
          <a:xfrm>
            <a:off x="-39608" y="-3"/>
            <a:ext cx="4333820" cy="4876818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192"/>
          <p:cNvGrpSpPr/>
          <p:nvPr/>
        </p:nvGrpSpPr>
        <p:grpSpPr>
          <a:xfrm>
            <a:off x="1" y="0"/>
            <a:ext cx="2601913" cy="2833688"/>
            <a:chOff x="0" y="0"/>
            <a:chExt cx="2601913" cy="2833688"/>
          </a:xfrm>
        </p:grpSpPr>
        <p:sp>
          <p:nvSpPr>
            <p:cNvPr id="262" name="Google Shape;262;p192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7800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2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92"/>
            <p:cNvSpPr/>
            <p:nvPr/>
          </p:nvSpPr>
          <p:spPr>
            <a:xfrm>
              <a:off x="0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92"/>
            <p:cNvSpPr/>
            <p:nvPr/>
          </p:nvSpPr>
          <p:spPr>
            <a:xfrm>
              <a:off x="0" y="1212850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7"/>
                  </a:moveTo>
                  <a:lnTo>
                    <a:pt x="0" y="257"/>
                  </a:lnTo>
                  <a:lnTo>
                    <a:pt x="442" y="0"/>
                  </a:lnTo>
                  <a:lnTo>
                    <a:pt x="442" y="3"/>
                  </a:lnTo>
                  <a:lnTo>
                    <a:pt x="442" y="513"/>
                  </a:lnTo>
                  <a:lnTo>
                    <a:pt x="0" y="2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92"/>
            <p:cNvSpPr/>
            <p:nvPr/>
          </p:nvSpPr>
          <p:spPr>
            <a:xfrm>
              <a:off x="234949" y="2359025"/>
              <a:ext cx="406465" cy="474663"/>
            </a:xfrm>
            <a:custGeom>
              <a:avLst/>
              <a:gdLst/>
              <a:ahLst/>
              <a:cxnLst/>
              <a:rect l="l" t="t" r="r" b="b"/>
              <a:pathLst>
                <a:path w="149" h="174" extrusionOk="0">
                  <a:moveTo>
                    <a:pt x="0" y="87"/>
                  </a:moveTo>
                  <a:lnTo>
                    <a:pt x="0" y="87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9" y="17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92"/>
            <p:cNvSpPr/>
            <p:nvPr/>
          </p:nvSpPr>
          <p:spPr>
            <a:xfrm>
              <a:off x="0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511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114D81"/>
            </a:solidFill>
            <a:ln w="9525" cap="flat" cmpd="sng">
              <a:solidFill>
                <a:srgbClr val="114D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92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92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92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FA7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2"/>
            <p:cNvSpPr/>
            <p:nvPr/>
          </p:nvSpPr>
          <p:spPr>
            <a:xfrm>
              <a:off x="1408113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92"/>
            <p:cNvSpPr/>
            <p:nvPr/>
          </p:nvSpPr>
          <p:spPr>
            <a:xfrm>
              <a:off x="2317750" y="241300"/>
              <a:ext cx="284163" cy="328613"/>
            </a:xfrm>
            <a:custGeom>
              <a:avLst/>
              <a:gdLst/>
              <a:ahLst/>
              <a:cxnLst/>
              <a:rect l="l" t="t" r="r" b="b"/>
              <a:pathLst>
                <a:path w="179" h="207" extrusionOk="0">
                  <a:moveTo>
                    <a:pt x="0" y="207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79" y="102"/>
                  </a:lnTo>
                  <a:lnTo>
                    <a:pt x="0" y="207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92"/>
            <p:cNvSpPr/>
            <p:nvPr/>
          </p:nvSpPr>
          <p:spPr>
            <a:xfrm>
              <a:off x="1408113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92"/>
            <p:cNvSpPr/>
            <p:nvPr/>
          </p:nvSpPr>
          <p:spPr>
            <a:xfrm>
              <a:off x="706438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254"/>
                  </a:moveTo>
                  <a:lnTo>
                    <a:pt x="442" y="0"/>
                  </a:lnTo>
                  <a:lnTo>
                    <a:pt x="442" y="511"/>
                  </a:lnTo>
                  <a:lnTo>
                    <a:pt x="442" y="511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92"/>
            <p:cNvSpPr/>
            <p:nvPr/>
          </p:nvSpPr>
          <p:spPr>
            <a:xfrm>
              <a:off x="701675" y="1212850"/>
              <a:ext cx="706438" cy="811213"/>
            </a:xfrm>
            <a:custGeom>
              <a:avLst/>
              <a:gdLst/>
              <a:ahLst/>
              <a:cxnLst/>
              <a:rect l="l" t="t" r="r" b="b"/>
              <a:pathLst>
                <a:path w="445" h="511" extrusionOk="0">
                  <a:moveTo>
                    <a:pt x="0" y="511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445" y="257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8D8D8D"/>
            </a:solidFill>
            <a:ln w="9525" cap="flat" cmpd="sng">
              <a:solidFill>
                <a:srgbClr val="8D8D8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92"/>
            <p:cNvSpPr/>
            <p:nvPr/>
          </p:nvSpPr>
          <p:spPr>
            <a:xfrm>
              <a:off x="701675" y="1620838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6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92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92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92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92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0"/>
                  </a:moveTo>
                  <a:lnTo>
                    <a:pt x="0" y="510"/>
                  </a:lnTo>
                  <a:lnTo>
                    <a:pt x="442" y="25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151"/>
            </a:solidFill>
            <a:ln w="9525" cap="flat" cmpd="sng">
              <a:solidFill>
                <a:srgbClr val="515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2"/>
            <p:cNvSpPr/>
            <p:nvPr/>
          </p:nvSpPr>
          <p:spPr>
            <a:xfrm>
              <a:off x="701675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0" y="254"/>
                  </a:moveTo>
                  <a:lnTo>
                    <a:pt x="442" y="0"/>
                  </a:lnTo>
                  <a:lnTo>
                    <a:pt x="0" y="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2"/>
            <p:cNvSpPr/>
            <p:nvPr/>
          </p:nvSpPr>
          <p:spPr>
            <a:xfrm>
              <a:off x="0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442" y="0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442" y="254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92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92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92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92"/>
          <p:cNvSpPr txBox="1">
            <a:spLocks noGrp="1"/>
          </p:cNvSpPr>
          <p:nvPr>
            <p:ph type="title"/>
          </p:nvPr>
        </p:nvSpPr>
        <p:spPr>
          <a:xfrm>
            <a:off x="6094412" y="3789040"/>
            <a:ext cx="5491606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300"/>
              <a:buFont typeface="Open Sans"/>
              <a:buNone/>
              <a:defRPr sz="5300" b="1" cap="none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92"/>
          <p:cNvSpPr txBox="1">
            <a:spLocks noGrp="1"/>
          </p:cNvSpPr>
          <p:nvPr>
            <p:ph type="body" idx="1"/>
          </p:nvPr>
        </p:nvSpPr>
        <p:spPr>
          <a:xfrm>
            <a:off x="6094412" y="5319823"/>
            <a:ext cx="5521484" cy="8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0" rIns="121875" bIns="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">
  <p:cSld name="Graph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3"/>
          <p:cNvSpPr txBox="1">
            <a:spLocks noGrp="1"/>
          </p:cNvSpPr>
          <p:nvPr>
            <p:ph type="title"/>
          </p:nvPr>
        </p:nvSpPr>
        <p:spPr>
          <a:xfrm>
            <a:off x="609441" y="476672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9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9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9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4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94"/>
          <p:cNvSpPr txBox="1"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94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94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94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5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95"/>
          <p:cNvSpPr txBox="1">
            <a:spLocks noGrp="1"/>
          </p:cNvSpPr>
          <p:nvPr>
            <p:ph type="body" idx="1"/>
          </p:nvPr>
        </p:nvSpPr>
        <p:spPr>
          <a:xfrm>
            <a:off x="609441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6355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marL="1371600" lvl="2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2" name="Google Shape;302;p195"/>
          <p:cNvSpPr txBox="1">
            <a:spLocks noGrp="1"/>
          </p:cNvSpPr>
          <p:nvPr>
            <p:ph type="body" idx="2"/>
          </p:nvPr>
        </p:nvSpPr>
        <p:spPr>
          <a:xfrm>
            <a:off x="6195986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6355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marL="1371600" lvl="2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3" name="Google Shape;303;p19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9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9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6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96"/>
          <p:cNvSpPr txBox="1"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09" name="Google Shape;309;p196"/>
          <p:cNvSpPr txBox="1">
            <a:spLocks noGrp="1"/>
          </p:cNvSpPr>
          <p:nvPr>
            <p:ph type="body" idx="2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310" name="Google Shape;310;p196"/>
          <p:cNvSpPr txBox="1">
            <a:spLocks noGrp="1"/>
          </p:cNvSpPr>
          <p:nvPr>
            <p:ph type="body" idx="3"/>
          </p:nvPr>
        </p:nvSpPr>
        <p:spPr>
          <a:xfrm>
            <a:off x="6191756" y="1535113"/>
            <a:ext cx="538763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11" name="Google Shape;311;p196"/>
          <p:cNvSpPr txBox="1">
            <a:spLocks noGrp="1"/>
          </p:cNvSpPr>
          <p:nvPr>
            <p:ph type="body" idx="4"/>
          </p:nvPr>
        </p:nvSpPr>
        <p:spPr>
          <a:xfrm>
            <a:off x="6191756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312" name="Google Shape;312;p19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9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9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7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8"/>
          <p:cNvSpPr txBox="1"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8"/>
          <p:cNvSpPr txBox="1">
            <a:spLocks noGrp="1"/>
          </p:cNvSpPr>
          <p:nvPr>
            <p:ph type="body" idx="1"/>
          </p:nvPr>
        </p:nvSpPr>
        <p:spPr>
          <a:xfrm>
            <a:off x="4765492" y="273052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marL="914400" lvl="1" indent="-46355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marL="2286000" lvl="4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marL="2743200" lvl="5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322" name="Google Shape;322;p198"/>
          <p:cNvSpPr txBox="1">
            <a:spLocks noGrp="1"/>
          </p:cNvSpPr>
          <p:nvPr>
            <p:ph type="body" idx="2"/>
          </p:nvPr>
        </p:nvSpPr>
        <p:spPr>
          <a:xfrm>
            <a:off x="609443" y="1435102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3" name="Google Shape;323;p198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8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98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9"/>
          <p:cNvSpPr txBox="1"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99"/>
          <p:cNvSpPr>
            <a:spLocks noGrp="1"/>
          </p:cNvSpPr>
          <p:nvPr>
            <p:ph type="pic" idx="2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199"/>
          <p:cNvSpPr txBox="1">
            <a:spLocks noGrp="1"/>
          </p:cNvSpPr>
          <p:nvPr>
            <p:ph type="body" idx="1"/>
          </p:nvPr>
        </p:nvSpPr>
        <p:spPr>
          <a:xfrm>
            <a:off x="2389095" y="5367338"/>
            <a:ext cx="7313295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0" name="Google Shape;330;p19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9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99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0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0"/>
          <p:cNvSpPr txBox="1">
            <a:spLocks noGrp="1"/>
          </p:cNvSpPr>
          <p:nvPr>
            <p:ph type="body" idx="1"/>
          </p:nvPr>
        </p:nvSpPr>
        <p:spPr>
          <a:xfrm rot="5400000">
            <a:off x="3600543" y="-1852677"/>
            <a:ext cx="4987739" cy="1096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20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00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1"/>
          <p:cNvSpPr txBox="1">
            <a:spLocks noGrp="1"/>
          </p:cNvSpPr>
          <p:nvPr>
            <p:ph type="title"/>
          </p:nvPr>
        </p:nvSpPr>
        <p:spPr>
          <a:xfrm rot="5400000">
            <a:off x="7282379" y="1829159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01"/>
          <p:cNvSpPr txBox="1">
            <a:spLocks noGrp="1"/>
          </p:cNvSpPr>
          <p:nvPr>
            <p:ph type="body" idx="1"/>
          </p:nvPr>
        </p:nvSpPr>
        <p:spPr>
          <a:xfrm rot="5400000">
            <a:off x="1695834" y="-811754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20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0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01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0_Full Blank">
  <p:cSld name="40_Full Blank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2"/>
          <p:cNvSpPr/>
          <p:nvPr/>
        </p:nvSpPr>
        <p:spPr>
          <a:xfrm>
            <a:off x="0" y="-981"/>
            <a:ext cx="12188825" cy="6867857"/>
          </a:xfrm>
          <a:prstGeom prst="rect">
            <a:avLst/>
          </a:prstGeom>
          <a:solidFill>
            <a:srgbClr val="262626">
              <a:alpha val="9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2"/>
          <p:cNvSpPr/>
          <p:nvPr/>
        </p:nvSpPr>
        <p:spPr>
          <a:xfrm>
            <a:off x="11501300" y="199247"/>
            <a:ext cx="422454" cy="422564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202"/>
          <p:cNvGrpSpPr/>
          <p:nvPr/>
        </p:nvGrpSpPr>
        <p:grpSpPr>
          <a:xfrm>
            <a:off x="531756" y="6037713"/>
            <a:ext cx="495031" cy="493336"/>
            <a:chOff x="5489575" y="1343025"/>
            <a:chExt cx="1724025" cy="1717676"/>
          </a:xfrm>
        </p:grpSpPr>
        <p:sp>
          <p:nvSpPr>
            <p:cNvPr id="349" name="Google Shape;349;p202"/>
            <p:cNvSpPr/>
            <p:nvPr/>
          </p:nvSpPr>
          <p:spPr>
            <a:xfrm>
              <a:off x="6137275" y="1343025"/>
              <a:ext cx="1076325" cy="10747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02"/>
            <p:cNvSpPr/>
            <p:nvPr/>
          </p:nvSpPr>
          <p:spPr>
            <a:xfrm>
              <a:off x="5489575" y="2201863"/>
              <a:ext cx="754063" cy="754063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4"/>
                    <a:pt x="45" y="199"/>
                    <a:pt x="100" y="199"/>
                  </a:cubicBezTo>
                  <a:cubicBezTo>
                    <a:pt x="154" y="199"/>
                    <a:pt x="199" y="154"/>
                    <a:pt x="199" y="100"/>
                  </a:cubicBezTo>
                  <a:cubicBezTo>
                    <a:pt x="199" y="45"/>
                    <a:pt x="154" y="0"/>
                    <a:pt x="100" y="0"/>
                  </a:cubicBezTo>
                  <a:close/>
                  <a:moveTo>
                    <a:pt x="100" y="171"/>
                  </a:moveTo>
                  <a:cubicBezTo>
                    <a:pt x="60" y="171"/>
                    <a:pt x="29" y="139"/>
                    <a:pt x="29" y="100"/>
                  </a:cubicBezTo>
                  <a:cubicBezTo>
                    <a:pt x="29" y="60"/>
                    <a:pt x="60" y="28"/>
                    <a:pt x="100" y="28"/>
                  </a:cubicBezTo>
                  <a:cubicBezTo>
                    <a:pt x="139" y="28"/>
                    <a:pt x="171" y="60"/>
                    <a:pt x="171" y="100"/>
                  </a:cubicBezTo>
                  <a:cubicBezTo>
                    <a:pt x="171" y="139"/>
                    <a:pt x="139" y="171"/>
                    <a:pt x="100" y="171"/>
                  </a:cubicBezTo>
                  <a:close/>
                  <a:moveTo>
                    <a:pt x="100" y="171"/>
                  </a:moveTo>
                  <a:cubicBezTo>
                    <a:pt x="100" y="171"/>
                    <a:pt x="100" y="171"/>
                    <a:pt x="100" y="171"/>
                  </a:cubicBezTo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02"/>
            <p:cNvSpPr/>
            <p:nvPr/>
          </p:nvSpPr>
          <p:spPr>
            <a:xfrm>
              <a:off x="6459538" y="2633663"/>
              <a:ext cx="431800" cy="427038"/>
            </a:xfrm>
            <a:custGeom>
              <a:avLst/>
              <a:gdLst/>
              <a:ahLst/>
              <a:cxnLst/>
              <a:rect l="l" t="t" r="r" b="b"/>
              <a:pathLst>
                <a:path w="114" h="113" extrusionOk="0">
                  <a:moveTo>
                    <a:pt x="57" y="0"/>
                  </a:moveTo>
                  <a:cubicBezTo>
                    <a:pt x="25" y="0"/>
                    <a:pt x="0" y="25"/>
                    <a:pt x="0" y="57"/>
                  </a:cubicBezTo>
                  <a:cubicBezTo>
                    <a:pt x="0" y="88"/>
                    <a:pt x="25" y="113"/>
                    <a:pt x="57" y="113"/>
                  </a:cubicBezTo>
                  <a:cubicBezTo>
                    <a:pt x="88" y="113"/>
                    <a:pt x="114" y="88"/>
                    <a:pt x="114" y="57"/>
                  </a:cubicBezTo>
                  <a:cubicBezTo>
                    <a:pt x="114" y="25"/>
                    <a:pt x="88" y="0"/>
                    <a:pt x="57" y="0"/>
                  </a:cubicBezTo>
                  <a:close/>
                  <a:moveTo>
                    <a:pt x="57" y="85"/>
                  </a:moveTo>
                  <a:cubicBezTo>
                    <a:pt x="41" y="85"/>
                    <a:pt x="28" y="72"/>
                    <a:pt x="28" y="57"/>
                  </a:cubicBezTo>
                  <a:cubicBezTo>
                    <a:pt x="28" y="41"/>
                    <a:pt x="41" y="28"/>
                    <a:pt x="57" y="28"/>
                  </a:cubicBezTo>
                  <a:cubicBezTo>
                    <a:pt x="73" y="28"/>
                    <a:pt x="85" y="41"/>
                    <a:pt x="85" y="57"/>
                  </a:cubicBezTo>
                  <a:cubicBezTo>
                    <a:pt x="85" y="72"/>
                    <a:pt x="73" y="85"/>
                    <a:pt x="57" y="85"/>
                  </a:cubicBezTo>
                  <a:close/>
                  <a:moveTo>
                    <a:pt x="57" y="85"/>
                  </a:moveTo>
                  <a:cubicBezTo>
                    <a:pt x="57" y="85"/>
                    <a:pt x="57" y="85"/>
                    <a:pt x="57" y="8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202"/>
          <p:cNvSpPr>
            <a:spLocks noGrp="1"/>
          </p:cNvSpPr>
          <p:nvPr>
            <p:ph type="pic" idx="2"/>
          </p:nvPr>
        </p:nvSpPr>
        <p:spPr>
          <a:xfrm>
            <a:off x="4148224" y="1443883"/>
            <a:ext cx="1398803" cy="1564773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202"/>
          <p:cNvSpPr>
            <a:spLocks noGrp="1"/>
          </p:cNvSpPr>
          <p:nvPr>
            <p:ph type="pic" idx="3"/>
          </p:nvPr>
        </p:nvSpPr>
        <p:spPr>
          <a:xfrm>
            <a:off x="941890" y="3346175"/>
            <a:ext cx="752211" cy="841303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02"/>
          <p:cNvSpPr>
            <a:spLocks noGrp="1"/>
          </p:cNvSpPr>
          <p:nvPr>
            <p:ph type="pic" idx="4"/>
          </p:nvPr>
        </p:nvSpPr>
        <p:spPr>
          <a:xfrm>
            <a:off x="2116623" y="2548677"/>
            <a:ext cx="2843864" cy="318135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55" name="Google Shape;355;p202"/>
          <p:cNvGrpSpPr/>
          <p:nvPr/>
        </p:nvGrpSpPr>
        <p:grpSpPr>
          <a:xfrm>
            <a:off x="0" y="6658753"/>
            <a:ext cx="12188825" cy="208124"/>
            <a:chOff x="0" y="6606540"/>
            <a:chExt cx="11430000" cy="251459"/>
          </a:xfrm>
        </p:grpSpPr>
        <p:sp>
          <p:nvSpPr>
            <p:cNvPr id="356" name="Google Shape;356;p202"/>
            <p:cNvSpPr/>
            <p:nvPr/>
          </p:nvSpPr>
          <p:spPr>
            <a:xfrm>
              <a:off x="0" y="6606540"/>
              <a:ext cx="2286000" cy="2514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02"/>
            <p:cNvSpPr/>
            <p:nvPr/>
          </p:nvSpPr>
          <p:spPr>
            <a:xfrm>
              <a:off x="2286000" y="6606540"/>
              <a:ext cx="2286000" cy="2514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02"/>
            <p:cNvSpPr/>
            <p:nvPr/>
          </p:nvSpPr>
          <p:spPr>
            <a:xfrm>
              <a:off x="4572000" y="6606540"/>
              <a:ext cx="2286000" cy="2514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02"/>
            <p:cNvSpPr/>
            <p:nvPr/>
          </p:nvSpPr>
          <p:spPr>
            <a:xfrm>
              <a:off x="6858000" y="6606540"/>
              <a:ext cx="2286000" cy="2514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2"/>
            <p:cNvSpPr/>
            <p:nvPr/>
          </p:nvSpPr>
          <p:spPr>
            <a:xfrm>
              <a:off x="9144000" y="6606540"/>
              <a:ext cx="2286000" cy="2514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Full Blank">
  <p:cSld name="39_Full 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3"/>
          <p:cNvSpPr/>
          <p:nvPr/>
        </p:nvSpPr>
        <p:spPr>
          <a:xfrm>
            <a:off x="11501300" y="199247"/>
            <a:ext cx="422454" cy="422564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08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491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8256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47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666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16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2250477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3093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639577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94685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6757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6378C3B-E184-A1ED-97D3-9127CD4946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710" y="1325486"/>
            <a:ext cx="5002372" cy="4247185"/>
          </a:xfrm>
          <a:custGeom>
            <a:avLst/>
            <a:gdLst>
              <a:gd name="connsiteX0" fmla="*/ 2017799 w 5003675"/>
              <a:gd name="connsiteY0" fmla="*/ 3 h 4247185"/>
              <a:gd name="connsiteX1" fmla="*/ 2666935 w 5003675"/>
              <a:gd name="connsiteY1" fmla="*/ 270746 h 4247185"/>
              <a:gd name="connsiteX2" fmla="*/ 5003675 w 5003675"/>
              <a:gd name="connsiteY2" fmla="*/ 2618943 h 4247185"/>
              <a:gd name="connsiteX3" fmla="*/ 3636329 w 5003675"/>
              <a:gd name="connsiteY3" fmla="*/ 3979618 h 4247185"/>
              <a:gd name="connsiteX4" fmla="*/ 2336740 w 5003675"/>
              <a:gd name="connsiteY4" fmla="*/ 3976439 h 4247185"/>
              <a:gd name="connsiteX5" fmla="*/ 0 w 5003675"/>
              <a:gd name="connsiteY5" fmla="*/ 1628243 h 4247185"/>
              <a:gd name="connsiteX6" fmla="*/ 1367347 w 5003675"/>
              <a:gd name="connsiteY6" fmla="*/ 267568 h 4247185"/>
              <a:gd name="connsiteX7" fmla="*/ 2017799 w 5003675"/>
              <a:gd name="connsiteY7" fmla="*/ 3 h 4247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675" h="4247185">
                <a:moveTo>
                  <a:pt x="2017799" y="3"/>
                </a:moveTo>
                <a:cubicBezTo>
                  <a:pt x="2252978" y="578"/>
                  <a:pt x="2487938" y="90871"/>
                  <a:pt x="2666935" y="270746"/>
                </a:cubicBezTo>
                <a:lnTo>
                  <a:pt x="5003675" y="2618943"/>
                </a:lnTo>
                <a:lnTo>
                  <a:pt x="3636329" y="3979618"/>
                </a:lnTo>
                <a:cubicBezTo>
                  <a:pt x="3276579" y="4337612"/>
                  <a:pt x="2694734" y="4336189"/>
                  <a:pt x="2336740" y="3976439"/>
                </a:cubicBezTo>
                <a:lnTo>
                  <a:pt x="0" y="1628243"/>
                </a:lnTo>
                <a:lnTo>
                  <a:pt x="1367347" y="267568"/>
                </a:lnTo>
                <a:cubicBezTo>
                  <a:pt x="1547222" y="88571"/>
                  <a:pt x="1782620" y="-572"/>
                  <a:pt x="2017799" y="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4238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35D361-ABEE-D79C-865F-AA6BA0283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48819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C5DDD57-31F3-A936-88B6-B56E3475F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E843CF-E274-2A06-E086-3AB252A4C9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17008" y="680012"/>
            <a:ext cx="4191362" cy="5497976"/>
          </a:xfrm>
          <a:custGeom>
            <a:avLst/>
            <a:gdLst>
              <a:gd name="connsiteX0" fmla="*/ 2096227 w 4192454"/>
              <a:gd name="connsiteY0" fmla="*/ 0 h 5497976"/>
              <a:gd name="connsiteX1" fmla="*/ 4192454 w 4192454"/>
              <a:gd name="connsiteY1" fmla="*/ 0 h 5497976"/>
              <a:gd name="connsiteX2" fmla="*/ 4192454 w 4192454"/>
              <a:gd name="connsiteY2" fmla="*/ 3401749 h 5497976"/>
              <a:gd name="connsiteX3" fmla="*/ 2096227 w 4192454"/>
              <a:gd name="connsiteY3" fmla="*/ 5497976 h 5497976"/>
              <a:gd name="connsiteX4" fmla="*/ 0 w 4192454"/>
              <a:gd name="connsiteY4" fmla="*/ 5497976 h 5497976"/>
              <a:gd name="connsiteX5" fmla="*/ 0 w 4192454"/>
              <a:gd name="connsiteY5" fmla="*/ 2096227 h 5497976"/>
              <a:gd name="connsiteX6" fmla="*/ 2096227 w 4192454"/>
              <a:gd name="connsiteY6" fmla="*/ 0 h 549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2454" h="5497976">
                <a:moveTo>
                  <a:pt x="2096227" y="0"/>
                </a:moveTo>
                <a:lnTo>
                  <a:pt x="4192454" y="0"/>
                </a:lnTo>
                <a:lnTo>
                  <a:pt x="4192454" y="3401749"/>
                </a:lnTo>
                <a:cubicBezTo>
                  <a:pt x="4192454" y="4559463"/>
                  <a:pt x="3253941" y="5497976"/>
                  <a:pt x="2096227" y="5497976"/>
                </a:cubicBezTo>
                <a:lnTo>
                  <a:pt x="0" y="5497976"/>
                </a:lnTo>
                <a:lnTo>
                  <a:pt x="0" y="2096227"/>
                </a:lnTo>
                <a:cubicBezTo>
                  <a:pt x="0" y="938513"/>
                  <a:pt x="938513" y="0"/>
                  <a:pt x="20962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536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F7B7BF-954B-E717-9848-38C7072F5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693CE21-91E7-2D69-9690-1A156A7957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569" y="3871154"/>
            <a:ext cx="4992554" cy="2676124"/>
          </a:xfrm>
          <a:custGeom>
            <a:avLst/>
            <a:gdLst>
              <a:gd name="connsiteX0" fmla="*/ 446030 w 4993854"/>
              <a:gd name="connsiteY0" fmla="*/ 0 h 2676124"/>
              <a:gd name="connsiteX1" fmla="*/ 4993854 w 4993854"/>
              <a:gd name="connsiteY1" fmla="*/ 0 h 2676124"/>
              <a:gd name="connsiteX2" fmla="*/ 4993854 w 4993854"/>
              <a:gd name="connsiteY2" fmla="*/ 2230094 h 2676124"/>
              <a:gd name="connsiteX3" fmla="*/ 4547824 w 4993854"/>
              <a:gd name="connsiteY3" fmla="*/ 2676124 h 2676124"/>
              <a:gd name="connsiteX4" fmla="*/ 0 w 4993854"/>
              <a:gd name="connsiteY4" fmla="*/ 2676124 h 2676124"/>
              <a:gd name="connsiteX5" fmla="*/ 0 w 4993854"/>
              <a:gd name="connsiteY5" fmla="*/ 446030 h 2676124"/>
              <a:gd name="connsiteX6" fmla="*/ 446030 w 4993854"/>
              <a:gd name="connsiteY6" fmla="*/ 0 h 267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854" h="2676124">
                <a:moveTo>
                  <a:pt x="446030" y="0"/>
                </a:moveTo>
                <a:lnTo>
                  <a:pt x="4993854" y="0"/>
                </a:lnTo>
                <a:lnTo>
                  <a:pt x="4993854" y="2230094"/>
                </a:lnTo>
                <a:cubicBezTo>
                  <a:pt x="4993854" y="2476430"/>
                  <a:pt x="4794160" y="2676124"/>
                  <a:pt x="4547824" y="2676124"/>
                </a:cubicBezTo>
                <a:lnTo>
                  <a:pt x="0" y="2676124"/>
                </a:lnTo>
                <a:lnTo>
                  <a:pt x="0" y="446030"/>
                </a:lnTo>
                <a:cubicBezTo>
                  <a:pt x="0" y="199694"/>
                  <a:pt x="199694" y="0"/>
                  <a:pt x="4460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981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F07389-8932-42FB-F708-932E2263F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2307014"/>
            <a:ext cx="3407233" cy="112198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852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ADEE87-6030-E1DA-86A9-0872B31F16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6795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EA10585-713E-0C3F-37FB-777EB8FFE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40565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3959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680AFC-5A5D-E566-4767-30630FF92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7225884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4775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2D4ED0-A469-1D30-D0B9-075007FDB1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443990"/>
            <a:ext cx="3684954" cy="107721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75245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9D3FF98-2D57-B6D5-34A1-E29FC9D40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05271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8804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53A74ED-76FC-8CC0-D7E9-B3BEDEC06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8255762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4335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C9C5D43-2BAE-AA68-28A0-B95983F143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85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C439F7A-5536-B6C0-F563-E47C03FC5E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93637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EEFA0-64F6-654A-EE27-E4ED44358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08424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336F180-1189-E865-EC9D-3A737DFE33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320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1681684-B50D-931D-5AC8-80568BFA9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941428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6510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7BF7C55-2A56-B649-6B81-0CD6A253F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0D99CB-7D8E-D735-B5D0-393275D617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75517" y="0"/>
            <a:ext cx="4013310" cy="6858000"/>
          </a:xfrm>
          <a:custGeom>
            <a:avLst/>
            <a:gdLst>
              <a:gd name="connsiteX0" fmla="*/ 0 w 4014355"/>
              <a:gd name="connsiteY0" fmla="*/ 0 h 6858000"/>
              <a:gd name="connsiteX1" fmla="*/ 4014355 w 4014355"/>
              <a:gd name="connsiteY1" fmla="*/ 0 h 6858000"/>
              <a:gd name="connsiteX2" fmla="*/ 4014355 w 4014355"/>
              <a:gd name="connsiteY2" fmla="*/ 6858000 h 6858000"/>
              <a:gd name="connsiteX3" fmla="*/ 0 w 4014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4355" h="6858000">
                <a:moveTo>
                  <a:pt x="0" y="0"/>
                </a:moveTo>
                <a:lnTo>
                  <a:pt x="4014355" y="0"/>
                </a:lnTo>
                <a:lnTo>
                  <a:pt x="401435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2117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038D30-D0CE-FB58-3CB7-714B70054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80334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9958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FD9CB8F-45B4-E333-AB67-85836ED65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971551"/>
            <a:ext cx="5691609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492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D4F87C9-AFD5-D11D-A745-9B8F1A936B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2199501"/>
            <a:ext cx="4234029" cy="5539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7E5E00-74B3-AADD-0627-BA27887FE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3962" y="538775"/>
            <a:ext cx="2239697" cy="1783080"/>
          </a:xfrm>
          <a:custGeom>
            <a:avLst/>
            <a:gdLst>
              <a:gd name="connsiteX0" fmla="*/ 125600 w 2240280"/>
              <a:gd name="connsiteY0" fmla="*/ 0 h 1783080"/>
              <a:gd name="connsiteX1" fmla="*/ 2114680 w 2240280"/>
              <a:gd name="connsiteY1" fmla="*/ 0 h 1783080"/>
              <a:gd name="connsiteX2" fmla="*/ 2240280 w 2240280"/>
              <a:gd name="connsiteY2" fmla="*/ 125600 h 1783080"/>
              <a:gd name="connsiteX3" fmla="*/ 2240280 w 2240280"/>
              <a:gd name="connsiteY3" fmla="*/ 1657480 h 1783080"/>
              <a:gd name="connsiteX4" fmla="*/ 2114680 w 2240280"/>
              <a:gd name="connsiteY4" fmla="*/ 1783080 h 1783080"/>
              <a:gd name="connsiteX5" fmla="*/ 125600 w 2240280"/>
              <a:gd name="connsiteY5" fmla="*/ 1783080 h 1783080"/>
              <a:gd name="connsiteX6" fmla="*/ 0 w 2240280"/>
              <a:gd name="connsiteY6" fmla="*/ 1657480 h 1783080"/>
              <a:gd name="connsiteX7" fmla="*/ 0 w 2240280"/>
              <a:gd name="connsiteY7" fmla="*/ 125600 h 1783080"/>
              <a:gd name="connsiteX8" fmla="*/ 125600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5600" y="0"/>
                </a:moveTo>
                <a:lnTo>
                  <a:pt x="2114680" y="0"/>
                </a:lnTo>
                <a:cubicBezTo>
                  <a:pt x="2184047" y="0"/>
                  <a:pt x="2240280" y="56233"/>
                  <a:pt x="2240280" y="125600"/>
                </a:cubicBezTo>
                <a:lnTo>
                  <a:pt x="2240280" y="1657480"/>
                </a:lnTo>
                <a:cubicBezTo>
                  <a:pt x="2240280" y="1726847"/>
                  <a:pt x="2184047" y="1783080"/>
                  <a:pt x="2114680" y="1783080"/>
                </a:cubicBezTo>
                <a:lnTo>
                  <a:pt x="125600" y="1783080"/>
                </a:lnTo>
                <a:cubicBezTo>
                  <a:pt x="56233" y="1783080"/>
                  <a:pt x="0" y="1726847"/>
                  <a:pt x="0" y="1657480"/>
                </a:cubicBezTo>
                <a:lnTo>
                  <a:pt x="0" y="125600"/>
                </a:lnTo>
                <a:cubicBezTo>
                  <a:pt x="0" y="56233"/>
                  <a:pt x="56233" y="0"/>
                  <a:pt x="125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8FFE2A-D715-1690-3C75-E65A19C626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03962" y="2537460"/>
            <a:ext cx="2239697" cy="1783080"/>
          </a:xfrm>
          <a:custGeom>
            <a:avLst/>
            <a:gdLst>
              <a:gd name="connsiteX0" fmla="*/ 118539 w 2240280"/>
              <a:gd name="connsiteY0" fmla="*/ 0 h 1783080"/>
              <a:gd name="connsiteX1" fmla="*/ 2121741 w 2240280"/>
              <a:gd name="connsiteY1" fmla="*/ 0 h 1783080"/>
              <a:gd name="connsiteX2" fmla="*/ 2240280 w 2240280"/>
              <a:gd name="connsiteY2" fmla="*/ 118539 h 1783080"/>
              <a:gd name="connsiteX3" fmla="*/ 2240280 w 2240280"/>
              <a:gd name="connsiteY3" fmla="*/ 1664541 h 1783080"/>
              <a:gd name="connsiteX4" fmla="*/ 2121741 w 2240280"/>
              <a:gd name="connsiteY4" fmla="*/ 1783080 h 1783080"/>
              <a:gd name="connsiteX5" fmla="*/ 118539 w 2240280"/>
              <a:gd name="connsiteY5" fmla="*/ 1783080 h 1783080"/>
              <a:gd name="connsiteX6" fmla="*/ 0 w 2240280"/>
              <a:gd name="connsiteY6" fmla="*/ 1664541 h 1783080"/>
              <a:gd name="connsiteX7" fmla="*/ 0 w 2240280"/>
              <a:gd name="connsiteY7" fmla="*/ 118539 h 1783080"/>
              <a:gd name="connsiteX8" fmla="*/ 11853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18539" y="0"/>
                </a:moveTo>
                <a:lnTo>
                  <a:pt x="2121741" y="0"/>
                </a:lnTo>
                <a:cubicBezTo>
                  <a:pt x="2187208" y="0"/>
                  <a:pt x="2240280" y="53072"/>
                  <a:pt x="2240280" y="118539"/>
                </a:cubicBezTo>
                <a:lnTo>
                  <a:pt x="2240280" y="1664541"/>
                </a:lnTo>
                <a:cubicBezTo>
                  <a:pt x="2240280" y="1730008"/>
                  <a:pt x="2187208" y="1783080"/>
                  <a:pt x="2121741" y="1783080"/>
                </a:cubicBezTo>
                <a:lnTo>
                  <a:pt x="118539" y="1783080"/>
                </a:lnTo>
                <a:cubicBezTo>
                  <a:pt x="53072" y="1783080"/>
                  <a:pt x="0" y="1730008"/>
                  <a:pt x="0" y="1664541"/>
                </a:cubicBezTo>
                <a:lnTo>
                  <a:pt x="0" y="118539"/>
                </a:lnTo>
                <a:cubicBezTo>
                  <a:pt x="0" y="53072"/>
                  <a:pt x="53072" y="0"/>
                  <a:pt x="1185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9AEC7D6-C7F6-C6DD-7A93-7F15BDB694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3962" y="4536145"/>
            <a:ext cx="2239697" cy="1783080"/>
          </a:xfrm>
          <a:custGeom>
            <a:avLst/>
            <a:gdLst>
              <a:gd name="connsiteX0" fmla="*/ 124459 w 2240280"/>
              <a:gd name="connsiteY0" fmla="*/ 0 h 1783080"/>
              <a:gd name="connsiteX1" fmla="*/ 2115821 w 2240280"/>
              <a:gd name="connsiteY1" fmla="*/ 0 h 1783080"/>
              <a:gd name="connsiteX2" fmla="*/ 2240280 w 2240280"/>
              <a:gd name="connsiteY2" fmla="*/ 124459 h 1783080"/>
              <a:gd name="connsiteX3" fmla="*/ 2240280 w 2240280"/>
              <a:gd name="connsiteY3" fmla="*/ 1658621 h 1783080"/>
              <a:gd name="connsiteX4" fmla="*/ 2115821 w 2240280"/>
              <a:gd name="connsiteY4" fmla="*/ 1783080 h 1783080"/>
              <a:gd name="connsiteX5" fmla="*/ 124459 w 2240280"/>
              <a:gd name="connsiteY5" fmla="*/ 1783080 h 1783080"/>
              <a:gd name="connsiteX6" fmla="*/ 0 w 2240280"/>
              <a:gd name="connsiteY6" fmla="*/ 1658621 h 1783080"/>
              <a:gd name="connsiteX7" fmla="*/ 0 w 2240280"/>
              <a:gd name="connsiteY7" fmla="*/ 124459 h 1783080"/>
              <a:gd name="connsiteX8" fmla="*/ 12445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4459" y="0"/>
                </a:moveTo>
                <a:lnTo>
                  <a:pt x="2115821" y="0"/>
                </a:lnTo>
                <a:cubicBezTo>
                  <a:pt x="2184558" y="0"/>
                  <a:pt x="2240280" y="55722"/>
                  <a:pt x="2240280" y="124459"/>
                </a:cubicBezTo>
                <a:lnTo>
                  <a:pt x="2240280" y="1658621"/>
                </a:lnTo>
                <a:cubicBezTo>
                  <a:pt x="2240280" y="1727358"/>
                  <a:pt x="2184558" y="1783080"/>
                  <a:pt x="2115821" y="1783080"/>
                </a:cubicBezTo>
                <a:lnTo>
                  <a:pt x="124459" y="1783080"/>
                </a:lnTo>
                <a:cubicBezTo>
                  <a:pt x="55722" y="1783080"/>
                  <a:pt x="0" y="1727358"/>
                  <a:pt x="0" y="1658621"/>
                </a:cubicBezTo>
                <a:lnTo>
                  <a:pt x="0" y="124459"/>
                </a:lnTo>
                <a:cubicBezTo>
                  <a:pt x="0" y="55722"/>
                  <a:pt x="55722" y="0"/>
                  <a:pt x="1244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77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EBD1DE8-A38D-041F-7BE7-63EB75067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94CE71-D989-A01B-2541-02035A315D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91136" y="1"/>
            <a:ext cx="4997689" cy="6858000"/>
          </a:xfrm>
          <a:custGeom>
            <a:avLst/>
            <a:gdLst>
              <a:gd name="connsiteX0" fmla="*/ 2276199 w 4998991"/>
              <a:gd name="connsiteY0" fmla="*/ 0 h 6858000"/>
              <a:gd name="connsiteX1" fmla="*/ 4998991 w 4998991"/>
              <a:gd name="connsiteY1" fmla="*/ 0 h 6858000"/>
              <a:gd name="connsiteX2" fmla="*/ 4998991 w 4998991"/>
              <a:gd name="connsiteY2" fmla="*/ 6858000 h 6858000"/>
              <a:gd name="connsiteX3" fmla="*/ 3385646 w 4998991"/>
              <a:gd name="connsiteY3" fmla="*/ 6858000 h 6858000"/>
              <a:gd name="connsiteX4" fmla="*/ 568771 w 4998991"/>
              <a:gd name="connsiteY4" fmla="*/ 5231676 h 6858000"/>
              <a:gd name="connsiteX5" fmla="*/ 152541 w 4998991"/>
              <a:gd name="connsiteY5" fmla="*/ 36782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991" h="6858000">
                <a:moveTo>
                  <a:pt x="2276199" y="0"/>
                </a:moveTo>
                <a:lnTo>
                  <a:pt x="4998991" y="0"/>
                </a:lnTo>
                <a:lnTo>
                  <a:pt x="4998991" y="6858000"/>
                </a:lnTo>
                <a:lnTo>
                  <a:pt x="3385646" y="6858000"/>
                </a:lnTo>
                <a:lnTo>
                  <a:pt x="568771" y="5231676"/>
                </a:lnTo>
                <a:cubicBezTo>
                  <a:pt x="24875" y="4917657"/>
                  <a:pt x="-161478" y="4222181"/>
                  <a:pt x="152541" y="367828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723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0C56D3C-4260-8E27-5665-613701086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793638"/>
            <a:ext cx="3522950" cy="110799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662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B8B3CA3-442F-6635-C547-4290D042B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630015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004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7687893-67B4-A936-3437-9722BD427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715386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6022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3227017-0470-41EB-12C4-6E8CCAF5B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77C54E-8E8F-1DF8-C6DB-2862B452F3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1447" y="1911755"/>
            <a:ext cx="4597810" cy="3854275"/>
          </a:xfrm>
          <a:custGeom>
            <a:avLst/>
            <a:gdLst>
              <a:gd name="connsiteX0" fmla="*/ 642392 w 4599008"/>
              <a:gd name="connsiteY0" fmla="*/ 0 h 3854275"/>
              <a:gd name="connsiteX1" fmla="*/ 4599008 w 4599008"/>
              <a:gd name="connsiteY1" fmla="*/ 0 h 3854275"/>
              <a:gd name="connsiteX2" fmla="*/ 4599008 w 4599008"/>
              <a:gd name="connsiteY2" fmla="*/ 3211883 h 3854275"/>
              <a:gd name="connsiteX3" fmla="*/ 3956616 w 4599008"/>
              <a:gd name="connsiteY3" fmla="*/ 3854275 h 3854275"/>
              <a:gd name="connsiteX4" fmla="*/ 0 w 4599008"/>
              <a:gd name="connsiteY4" fmla="*/ 3854275 h 3854275"/>
              <a:gd name="connsiteX5" fmla="*/ 0 w 4599008"/>
              <a:gd name="connsiteY5" fmla="*/ 642392 h 3854275"/>
              <a:gd name="connsiteX6" fmla="*/ 642392 w 4599008"/>
              <a:gd name="connsiteY6" fmla="*/ 0 h 385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9008" h="3854275">
                <a:moveTo>
                  <a:pt x="642392" y="0"/>
                </a:moveTo>
                <a:lnTo>
                  <a:pt x="4599008" y="0"/>
                </a:lnTo>
                <a:lnTo>
                  <a:pt x="4599008" y="3211883"/>
                </a:lnTo>
                <a:cubicBezTo>
                  <a:pt x="4599008" y="3566666"/>
                  <a:pt x="4311399" y="3854275"/>
                  <a:pt x="3956616" y="3854275"/>
                </a:cubicBezTo>
                <a:lnTo>
                  <a:pt x="0" y="3854275"/>
                </a:lnTo>
                <a:lnTo>
                  <a:pt x="0" y="642392"/>
                </a:lnTo>
                <a:cubicBezTo>
                  <a:pt x="0" y="287609"/>
                  <a:pt x="287609" y="0"/>
                  <a:pt x="6423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1692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653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77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570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236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787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872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320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4356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46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808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159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8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5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 b="1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5"/>
          <p:cNvSpPr txBox="1"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marR="0" lvl="0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2" name="Google Shape;12;p14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3" name="Google Shape;13;p14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4" name="Google Shape;14;p14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8" r:id="rId5"/>
    <p:sldLayoutId id="2147483659" r:id="rId6"/>
    <p:sldLayoutId id="2147483660" r:id="rId7"/>
    <p:sldLayoutId id="214748370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3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153"/>
          <p:cNvSpPr txBox="1"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5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5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11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7E282-A3FD-8FDF-6938-39CB1940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0A95-6555-5CE0-2B04-590BB888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3B31-96C7-188A-7A1F-74625996B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0145F-FA58-4242-A5B4-590FCCB69A0F}" type="datetimeFigureOut">
              <a:rPr lang="en-PK" smtClean="0"/>
              <a:t>06/16/2026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98D10-484E-D76E-8BED-E65AE316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0257-D808-F7F3-9DDC-7F1794A6B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DFB9D-E974-4984-B692-DF7D1E2E45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112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.png"/><Relationship Id="rId4" Type="http://schemas.openxmlformats.org/officeDocument/2006/relationships/hyperlink" Target="http://www.dribbble.com/" TargetMode="Externa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tiff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"/>
          <p:cNvSpPr txBox="1">
            <a:spLocks noGrp="1"/>
          </p:cNvSpPr>
          <p:nvPr>
            <p:ph type="ctrTitle"/>
          </p:nvPr>
        </p:nvSpPr>
        <p:spPr>
          <a:xfrm>
            <a:off x="910460" y="1569141"/>
            <a:ext cx="9194620" cy="197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/>
          <a:p>
            <a:pPr lvl="0" algn="ctr">
              <a:buClr>
                <a:srgbClr val="194060"/>
              </a:buClr>
            </a:pP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SAP BTP CAPM</a:t>
            </a:r>
            <a:b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“TypeScript”</a:t>
            </a:r>
            <a:b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for Developers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497" name="Google Shape;49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2764" y="1268760"/>
            <a:ext cx="1733995" cy="165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977" y="5551900"/>
            <a:ext cx="776483" cy="74163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"/>
          <p:cNvSpPr txBox="1"/>
          <p:nvPr/>
        </p:nvSpPr>
        <p:spPr>
          <a:xfrm>
            <a:off x="2698834" y="599964"/>
            <a:ext cx="6048672" cy="584775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579130"/>
                </a:solidFill>
                <a:latin typeface="Corben"/>
                <a:ea typeface="Corben"/>
                <a:cs typeface="Corben"/>
                <a:sym typeface="Corben"/>
              </a:rPr>
              <a:t>DAY-3 	</a:t>
            </a:r>
            <a:endParaRPr sz="3200" dirty="0">
              <a:solidFill>
                <a:srgbClr val="57913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89890" y="3524363"/>
            <a:ext cx="18357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83E69"/>
                </a:solidFill>
              </a:rPr>
              <a:t>Anubhav Oberoy</a:t>
            </a:r>
          </a:p>
        </p:txBody>
      </p:sp>
      <p:sp>
        <p:nvSpPr>
          <p:cNvPr id="9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 txBox="1">
            <a:spLocks/>
          </p:cNvSpPr>
          <p:nvPr/>
        </p:nvSpPr>
        <p:spPr>
          <a:xfrm>
            <a:off x="2698834" y="4484357"/>
            <a:ext cx="5086633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IN" spc="100" dirty="0">
                <a:solidFill>
                  <a:srgbClr val="283E69"/>
                </a:solidFill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3388935" y="4846349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987">
              <a:buClrTx/>
              <a:buFontTx/>
              <a:buNone/>
            </a:pPr>
            <a:r>
              <a:rPr lang="en-US" sz="1600" b="1" kern="1200" dirty="0">
                <a:solidFill>
                  <a:srgbClr val="FFC000"/>
                </a:solidFill>
                <a:latin typeface="Segoe UI"/>
                <a:ea typeface="+mn-ea"/>
                <a:cs typeface="+mn-cs"/>
              </a:rPr>
              <a:t>Follow excellence with sheer passion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" grpId="0"/>
      <p:bldP spid="500" grpId="0" animBg="1"/>
      <p:bldP spid="2" grpId="0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"/>
          <p:cNvSpPr/>
          <p:nvPr/>
        </p:nvSpPr>
        <p:spPr>
          <a:xfrm>
            <a:off x="-21424" y="4797151"/>
            <a:ext cx="3729207" cy="2055451"/>
          </a:xfrm>
          <a:custGeom>
            <a:avLst/>
            <a:gdLst/>
            <a:ahLst/>
            <a:cxnLst/>
            <a:rect l="l" t="t" r="r" b="b"/>
            <a:pathLst>
              <a:path w="3278485" h="1905635" extrusionOk="0">
                <a:moveTo>
                  <a:pt x="1348581" y="0"/>
                </a:moveTo>
                <a:cubicBezTo>
                  <a:pt x="2348490" y="0"/>
                  <a:pt x="3170908" y="759925"/>
                  <a:pt x="3269805" y="1733741"/>
                </a:cubicBezTo>
                <a:lnTo>
                  <a:pt x="3278485" y="1905635"/>
                </a:lnTo>
                <a:lnTo>
                  <a:pt x="0" y="1905635"/>
                </a:lnTo>
                <a:lnTo>
                  <a:pt x="0" y="550202"/>
                </a:lnTo>
                <a:lnTo>
                  <a:pt x="120162" y="440991"/>
                </a:lnTo>
                <a:cubicBezTo>
                  <a:pt x="453987" y="165495"/>
                  <a:pt x="881957" y="0"/>
                  <a:pt x="134858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4376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7" name="Google Shape;507;p2"/>
          <p:cNvSpPr/>
          <p:nvPr/>
        </p:nvSpPr>
        <p:spPr>
          <a:xfrm>
            <a:off x="-21424" y="4952366"/>
            <a:ext cx="3278485" cy="1905635"/>
          </a:xfrm>
          <a:custGeom>
            <a:avLst/>
            <a:gdLst/>
            <a:ahLst/>
            <a:cxnLst/>
            <a:rect l="l" t="t" r="r" b="b"/>
            <a:pathLst>
              <a:path w="3278485" h="1905635" extrusionOk="0">
                <a:moveTo>
                  <a:pt x="1348581" y="0"/>
                </a:moveTo>
                <a:cubicBezTo>
                  <a:pt x="2348490" y="0"/>
                  <a:pt x="3170908" y="759925"/>
                  <a:pt x="3269805" y="1733741"/>
                </a:cubicBezTo>
                <a:lnTo>
                  <a:pt x="3278485" y="1905635"/>
                </a:lnTo>
                <a:lnTo>
                  <a:pt x="0" y="1905635"/>
                </a:lnTo>
                <a:lnTo>
                  <a:pt x="0" y="550202"/>
                </a:lnTo>
                <a:lnTo>
                  <a:pt x="120162" y="440991"/>
                </a:lnTo>
                <a:cubicBezTo>
                  <a:pt x="453987" y="165495"/>
                  <a:pt x="881957" y="0"/>
                  <a:pt x="134858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4376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8" name="Google Shape;508;p2"/>
          <p:cNvSpPr txBox="1">
            <a:spLocks noGrp="1"/>
          </p:cNvSpPr>
          <p:nvPr>
            <p:ph type="title"/>
          </p:nvPr>
        </p:nvSpPr>
        <p:spPr>
          <a:xfrm>
            <a:off x="682738" y="190775"/>
            <a:ext cx="4432285" cy="732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rben"/>
              <a:buNone/>
            </a:pPr>
            <a:r>
              <a:rPr lang="en-US" sz="3600" dirty="0">
                <a:latin typeface="Corben"/>
                <a:ea typeface="Corben"/>
                <a:cs typeface="Corben"/>
                <a:sym typeface="Corben"/>
              </a:rPr>
              <a:t>Agenda</a:t>
            </a:r>
            <a:r>
              <a:rPr lang="en-US" dirty="0"/>
              <a:t> </a:t>
            </a:r>
            <a:endParaRPr dirty="0"/>
          </a:p>
        </p:txBody>
      </p:sp>
      <p:grpSp>
        <p:nvGrpSpPr>
          <p:cNvPr id="509" name="Google Shape;509;p2"/>
          <p:cNvGrpSpPr/>
          <p:nvPr/>
        </p:nvGrpSpPr>
        <p:grpSpPr>
          <a:xfrm>
            <a:off x="3835664" y="440668"/>
            <a:ext cx="7505351" cy="859686"/>
            <a:chOff x="3657616" y="440668"/>
            <a:chExt cx="7505351" cy="859686"/>
          </a:xfrm>
        </p:grpSpPr>
        <p:sp>
          <p:nvSpPr>
            <p:cNvPr id="510" name="Google Shape;51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11" name="Google Shape;511;p2"/>
            <p:cNvSpPr txBox="1"/>
            <p:nvPr/>
          </p:nvSpPr>
          <p:spPr>
            <a:xfrm>
              <a:off x="4601587" y="636144"/>
              <a:ext cx="656138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S/4HANA Cloud SDK</a:t>
              </a: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512" name="Google Shape;51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13" name="Google Shape;51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14" name="Google Shape;51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15" name="Google Shape;51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16" name="Google Shape;51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7" name="Google Shape;51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18" name="Google Shape;51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01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9" name="Google Shape;519;p2"/>
          <p:cNvGrpSpPr/>
          <p:nvPr/>
        </p:nvGrpSpPr>
        <p:grpSpPr>
          <a:xfrm>
            <a:off x="4716549" y="2138925"/>
            <a:ext cx="7127413" cy="873687"/>
            <a:chOff x="3657616" y="440668"/>
            <a:chExt cx="7127413" cy="873687"/>
          </a:xfrm>
        </p:grpSpPr>
        <p:sp>
          <p:nvSpPr>
            <p:cNvPr id="520" name="Google Shape;52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1" name="Google Shape;521;p2"/>
            <p:cNvSpPr txBox="1"/>
            <p:nvPr/>
          </p:nvSpPr>
          <p:spPr>
            <a:xfrm>
              <a:off x="4533802" y="483399"/>
              <a:ext cx="6251227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Develop </a:t>
              </a: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ts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 cap app from scratch</a:t>
              </a: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522" name="Google Shape;52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23" name="Google Shape;52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24" name="Google Shape;52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25" name="Google Shape;52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26" name="Google Shape;52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27" name="Google Shape;52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28" name="Google Shape;52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02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9" name="Google Shape;529;p2"/>
          <p:cNvGrpSpPr/>
          <p:nvPr/>
        </p:nvGrpSpPr>
        <p:grpSpPr>
          <a:xfrm>
            <a:off x="5023671" y="3788587"/>
            <a:ext cx="6475255" cy="900677"/>
            <a:chOff x="3657616" y="399677"/>
            <a:chExt cx="5629459" cy="900677"/>
          </a:xfrm>
        </p:grpSpPr>
        <p:sp>
          <p:nvSpPr>
            <p:cNvPr id="530" name="Google Shape;53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31" name="Google Shape;531;p2"/>
            <p:cNvSpPr txBox="1"/>
            <p:nvPr/>
          </p:nvSpPr>
          <p:spPr>
            <a:xfrm>
              <a:off x="4479785" y="399677"/>
              <a:ext cx="4807290" cy="498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Corben"/>
                <a:ea typeface="Corben"/>
                <a:cs typeface="Corben"/>
                <a:sym typeface="Corben"/>
              </a:endParaRPr>
            </a:p>
          </p:txBody>
        </p:sp>
        <p:grpSp>
          <p:nvGrpSpPr>
            <p:cNvPr id="532" name="Google Shape;53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33" name="Google Shape;53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34" name="Google Shape;53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35" name="Google Shape;53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36" name="Google Shape;53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37" name="Google Shape;53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38" name="Google Shape;53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03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9" name="Google Shape;539;p2"/>
          <p:cNvGrpSpPr/>
          <p:nvPr/>
        </p:nvGrpSpPr>
        <p:grpSpPr>
          <a:xfrm>
            <a:off x="4831467" y="5520231"/>
            <a:ext cx="7195198" cy="859686"/>
            <a:chOff x="3657616" y="440668"/>
            <a:chExt cx="7195198" cy="859686"/>
          </a:xfrm>
        </p:grpSpPr>
        <p:sp>
          <p:nvSpPr>
            <p:cNvPr id="540" name="Google Shape;54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41" name="Google Shape;541;p2"/>
            <p:cNvSpPr txBox="1"/>
            <p:nvPr/>
          </p:nvSpPr>
          <p:spPr>
            <a:xfrm>
              <a:off x="4601587" y="636144"/>
              <a:ext cx="625122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Migrate Fiori from </a:t>
              </a: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js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 to </a:t>
              </a: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ts</a:t>
              </a: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542" name="Google Shape;54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43" name="Google Shape;54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44" name="Google Shape;54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45" name="Google Shape;54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46" name="Google Shape;54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47" name="Google Shape;54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48" name="Google Shape;54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04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50" name="Google Shape;5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569" y="6255475"/>
            <a:ext cx="662338" cy="632616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"/>
          <p:cNvSpPr txBox="1"/>
          <p:nvPr/>
        </p:nvSpPr>
        <p:spPr>
          <a:xfrm>
            <a:off x="9475983" y="6498485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5C04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75C042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sp>
        <p:nvSpPr>
          <p:cNvPr id="553" name="Google Shape;553;p2"/>
          <p:cNvSpPr txBox="1"/>
          <p:nvPr/>
        </p:nvSpPr>
        <p:spPr>
          <a:xfrm>
            <a:off x="5978935" y="4041964"/>
            <a:ext cx="58407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Corben"/>
                <a:ea typeface="Corben"/>
                <a:cs typeface="Corben"/>
                <a:sym typeface="Corben"/>
              </a:rPr>
              <a:t>Implement Fiori App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1B294E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30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" grpId="0"/>
      <p:bldP spid="5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"/>
          <p:cNvSpPr/>
          <p:nvPr/>
        </p:nvSpPr>
        <p:spPr>
          <a:xfrm>
            <a:off x="8658535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7" name="Google Shape;577;p4"/>
          <p:cNvSpPr/>
          <p:nvPr/>
        </p:nvSpPr>
        <p:spPr>
          <a:xfrm>
            <a:off x="5797272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8" name="Google Shape;578;p4"/>
          <p:cNvSpPr/>
          <p:nvPr/>
        </p:nvSpPr>
        <p:spPr>
          <a:xfrm>
            <a:off x="2755299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9" name="Google Shape;579;p4"/>
          <p:cNvSpPr/>
          <p:nvPr/>
        </p:nvSpPr>
        <p:spPr>
          <a:xfrm>
            <a:off x="-77756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0" name="Google Shape;580;p4"/>
          <p:cNvSpPr/>
          <p:nvPr/>
        </p:nvSpPr>
        <p:spPr>
          <a:xfrm>
            <a:off x="6369791" y="3519039"/>
            <a:ext cx="2530466" cy="312202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2F2D7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1" name="Google Shape;581;p4"/>
          <p:cNvSpPr/>
          <p:nvPr/>
        </p:nvSpPr>
        <p:spPr>
          <a:xfrm>
            <a:off x="608637" y="3547062"/>
            <a:ext cx="2530466" cy="312202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2F2D7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2" name="Google Shape;582;p4"/>
          <p:cNvSpPr/>
          <p:nvPr/>
        </p:nvSpPr>
        <p:spPr>
          <a:xfrm>
            <a:off x="0" y="3161586"/>
            <a:ext cx="12188825" cy="3854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3" name="Google Shape;583;p4"/>
          <p:cNvSpPr/>
          <p:nvPr/>
        </p:nvSpPr>
        <p:spPr>
          <a:xfrm>
            <a:off x="7028729" y="3181193"/>
            <a:ext cx="995123" cy="365959"/>
          </a:xfrm>
          <a:custGeom>
            <a:avLst/>
            <a:gdLst/>
            <a:ahLst/>
            <a:cxnLst/>
            <a:rect l="l" t="t" r="r" b="b"/>
            <a:pathLst>
              <a:path w="995123" h="365959" extrusionOk="0">
                <a:moveTo>
                  <a:pt x="497561" y="0"/>
                </a:moveTo>
                <a:cubicBezTo>
                  <a:pt x="714884" y="0"/>
                  <a:pt x="901345" y="132131"/>
                  <a:pt x="980993" y="320440"/>
                </a:cubicBezTo>
                <a:lnTo>
                  <a:pt x="995123" y="365959"/>
                </a:lnTo>
                <a:lnTo>
                  <a:pt x="0" y="365959"/>
                </a:lnTo>
                <a:lnTo>
                  <a:pt x="14130" y="320440"/>
                </a:lnTo>
                <a:cubicBezTo>
                  <a:pt x="93778" y="132131"/>
                  <a:pt x="280239" y="0"/>
                  <a:pt x="497561" y="0"/>
                </a:cubicBezTo>
                <a:close/>
              </a:path>
            </a:pathLst>
          </a:cu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4" name="Google Shape;584;p4"/>
          <p:cNvSpPr/>
          <p:nvPr/>
        </p:nvSpPr>
        <p:spPr>
          <a:xfrm>
            <a:off x="6426329" y="1210470"/>
            <a:ext cx="2172231" cy="1584167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5" name="Google Shape;585;p4"/>
          <p:cNvSpPr txBox="1"/>
          <p:nvPr/>
        </p:nvSpPr>
        <p:spPr>
          <a:xfrm>
            <a:off x="6394048" y="1466844"/>
            <a:ext cx="2251909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SAP Cloud SDK &amp; Fiori/UI5 in TypeScript</a:t>
            </a:r>
            <a:endParaRPr sz="20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6" name="Google Shape;586;p4"/>
          <p:cNvSpPr/>
          <p:nvPr/>
        </p:nvSpPr>
        <p:spPr>
          <a:xfrm rot="8090038" flipH="1">
            <a:off x="7079823" y="2720929"/>
            <a:ext cx="892937" cy="901138"/>
          </a:xfrm>
          <a:custGeom>
            <a:avLst/>
            <a:gdLst/>
            <a:ahLst/>
            <a:cxnLst/>
            <a:rect l="l" t="t" r="r" b="b"/>
            <a:pathLst>
              <a:path w="314" h="315" extrusionOk="0">
                <a:moveTo>
                  <a:pt x="127" y="0"/>
                </a:moveTo>
                <a:cubicBezTo>
                  <a:pt x="141" y="97"/>
                  <a:pt x="217" y="174"/>
                  <a:pt x="314" y="189"/>
                </a:cubicBezTo>
                <a:cubicBezTo>
                  <a:pt x="187" y="315"/>
                  <a:pt x="187" y="315"/>
                  <a:pt x="187" y="315"/>
                </a:cubicBezTo>
                <a:cubicBezTo>
                  <a:pt x="173" y="217"/>
                  <a:pt x="97" y="140"/>
                  <a:pt x="0" y="125"/>
                </a:cubicBezTo>
                <a:lnTo>
                  <a:pt x="127" y="0"/>
                </a:lnTo>
                <a:close/>
              </a:path>
            </a:pathLst>
          </a:custGeom>
          <a:gradFill>
            <a:gsLst>
              <a:gs pos="0">
                <a:srgbClr val="75C042">
                  <a:alpha val="89803"/>
                </a:srgbClr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7" name="Google Shape;587;p4"/>
          <p:cNvSpPr txBox="1">
            <a:spLocks noGrp="1"/>
          </p:cNvSpPr>
          <p:nvPr>
            <p:ph type="title"/>
          </p:nvPr>
        </p:nvSpPr>
        <p:spPr>
          <a:xfrm>
            <a:off x="444224" y="146584"/>
            <a:ext cx="1049178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rben"/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orben"/>
                <a:ea typeface="Corben"/>
                <a:cs typeface="Corben"/>
                <a:sym typeface="Corben"/>
              </a:rPr>
              <a:t>Course Outlook – 10 Hours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88" name="Google Shape;588;p4"/>
          <p:cNvGrpSpPr/>
          <p:nvPr/>
        </p:nvGrpSpPr>
        <p:grpSpPr>
          <a:xfrm>
            <a:off x="2843798" y="2846872"/>
            <a:ext cx="620814" cy="620814"/>
            <a:chOff x="2892364" y="2878815"/>
            <a:chExt cx="385476" cy="385476"/>
          </a:xfrm>
        </p:grpSpPr>
        <p:sp>
          <p:nvSpPr>
            <p:cNvPr id="589" name="Google Shape;589;p4"/>
            <p:cNvSpPr/>
            <p:nvPr/>
          </p:nvSpPr>
          <p:spPr>
            <a:xfrm>
              <a:off x="2892364" y="2878815"/>
              <a:ext cx="385476" cy="38547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71BE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590" name="Google Shape;590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4091" y="3001688"/>
              <a:ext cx="142022" cy="1397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4"/>
          <p:cNvSpPr txBox="1"/>
          <p:nvPr/>
        </p:nvSpPr>
        <p:spPr>
          <a:xfrm>
            <a:off x="736637" y="4002834"/>
            <a:ext cx="21730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000" dirty="0"/>
              <a:t>This module covers only the TypeScript concepts that do not exist in JavaScript.</a:t>
            </a:r>
            <a:endParaRPr sz="3200" dirty="0">
              <a:solidFill>
                <a:srgbClr val="322A2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2" name="Google Shape;592;p4"/>
          <p:cNvSpPr txBox="1"/>
          <p:nvPr/>
        </p:nvSpPr>
        <p:spPr>
          <a:xfrm>
            <a:off x="3569487" y="3989849"/>
            <a:ext cx="217303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000" dirty="0">
                <a:solidFill>
                  <a:srgbClr val="2C2C2C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It focuses entirely on what changes when moving an existing CAP JavaScript project to TypeScript. </a:t>
            </a:r>
            <a:endParaRPr sz="2000" dirty="0">
              <a:solidFill>
                <a:srgbClr val="322A2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3" name="Google Shape;593;p4"/>
          <p:cNvSpPr txBox="1"/>
          <p:nvPr/>
        </p:nvSpPr>
        <p:spPr>
          <a:xfrm>
            <a:off x="6530824" y="4002834"/>
            <a:ext cx="217303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1600" dirty="0">
                <a:solidFill>
                  <a:srgbClr val="2C2C2C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This module covers the TypeScript-specific changes for two distinct areas: backend API consumption using the SAP Cloud SDK, and frontend Fiori/UI5 development</a:t>
            </a:r>
            <a:endParaRPr sz="1600" dirty="0">
              <a:solidFill>
                <a:srgbClr val="322A2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4" name="Google Shape;594;p4"/>
          <p:cNvSpPr txBox="1"/>
          <p:nvPr/>
        </p:nvSpPr>
        <p:spPr>
          <a:xfrm>
            <a:off x="9203121" y="3989849"/>
            <a:ext cx="2377067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1800" dirty="0">
                <a:solidFill>
                  <a:srgbClr val="2C2C2C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final module covers the deployment pipeline changes needed to support TypeScript in an existing BTP project. </a:t>
            </a:r>
            <a:endParaRPr sz="1800" dirty="0">
              <a:solidFill>
                <a:srgbClr val="322A2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5" name="Google Shape;595;p4"/>
          <p:cNvSpPr/>
          <p:nvPr/>
        </p:nvSpPr>
        <p:spPr>
          <a:xfrm>
            <a:off x="1211841" y="3181193"/>
            <a:ext cx="995123" cy="365959"/>
          </a:xfrm>
          <a:custGeom>
            <a:avLst/>
            <a:gdLst/>
            <a:ahLst/>
            <a:cxnLst/>
            <a:rect l="l" t="t" r="r" b="b"/>
            <a:pathLst>
              <a:path w="995123" h="365959" extrusionOk="0">
                <a:moveTo>
                  <a:pt x="497561" y="0"/>
                </a:moveTo>
                <a:cubicBezTo>
                  <a:pt x="714884" y="0"/>
                  <a:pt x="901345" y="132131"/>
                  <a:pt x="980993" y="320440"/>
                </a:cubicBezTo>
                <a:lnTo>
                  <a:pt x="995123" y="365959"/>
                </a:lnTo>
                <a:lnTo>
                  <a:pt x="0" y="365959"/>
                </a:lnTo>
                <a:lnTo>
                  <a:pt x="14130" y="320440"/>
                </a:lnTo>
                <a:cubicBezTo>
                  <a:pt x="93778" y="132131"/>
                  <a:pt x="280239" y="0"/>
                  <a:pt x="497561" y="0"/>
                </a:cubicBezTo>
                <a:close/>
              </a:path>
            </a:pathLst>
          </a:cu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6" name="Google Shape;596;p4"/>
          <p:cNvSpPr/>
          <p:nvPr/>
        </p:nvSpPr>
        <p:spPr>
          <a:xfrm>
            <a:off x="609441" y="1210470"/>
            <a:ext cx="2172231" cy="1584167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7" name="Google Shape;597;p4"/>
          <p:cNvSpPr txBox="1"/>
          <p:nvPr/>
        </p:nvSpPr>
        <p:spPr>
          <a:xfrm>
            <a:off x="608637" y="1327074"/>
            <a:ext cx="213481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Type Script Basics for Transition</a:t>
            </a:r>
            <a:endParaRPr sz="24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8" name="Google Shape;598;p4"/>
          <p:cNvSpPr/>
          <p:nvPr/>
        </p:nvSpPr>
        <p:spPr>
          <a:xfrm rot="8090038" flipH="1">
            <a:off x="1262935" y="2720929"/>
            <a:ext cx="892937" cy="901138"/>
          </a:xfrm>
          <a:custGeom>
            <a:avLst/>
            <a:gdLst/>
            <a:ahLst/>
            <a:cxnLst/>
            <a:rect l="l" t="t" r="r" b="b"/>
            <a:pathLst>
              <a:path w="314" h="315" extrusionOk="0">
                <a:moveTo>
                  <a:pt x="127" y="0"/>
                </a:moveTo>
                <a:cubicBezTo>
                  <a:pt x="141" y="97"/>
                  <a:pt x="217" y="174"/>
                  <a:pt x="314" y="189"/>
                </a:cubicBezTo>
                <a:cubicBezTo>
                  <a:pt x="187" y="315"/>
                  <a:pt x="187" y="315"/>
                  <a:pt x="187" y="315"/>
                </a:cubicBezTo>
                <a:cubicBezTo>
                  <a:pt x="173" y="217"/>
                  <a:pt x="97" y="140"/>
                  <a:pt x="0" y="125"/>
                </a:cubicBezTo>
                <a:lnTo>
                  <a:pt x="127" y="0"/>
                </a:lnTo>
                <a:close/>
              </a:path>
            </a:pathLst>
          </a:custGeom>
          <a:gradFill>
            <a:gsLst>
              <a:gs pos="0">
                <a:srgbClr val="75C042">
                  <a:alpha val="89803"/>
                </a:srgbClr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9" name="Google Shape;599;p4"/>
          <p:cNvSpPr/>
          <p:nvPr/>
        </p:nvSpPr>
        <p:spPr>
          <a:xfrm>
            <a:off x="4120285" y="3181193"/>
            <a:ext cx="995123" cy="365959"/>
          </a:xfrm>
          <a:custGeom>
            <a:avLst/>
            <a:gdLst/>
            <a:ahLst/>
            <a:cxnLst/>
            <a:rect l="l" t="t" r="r" b="b"/>
            <a:pathLst>
              <a:path w="995123" h="365959" extrusionOk="0">
                <a:moveTo>
                  <a:pt x="497561" y="0"/>
                </a:moveTo>
                <a:cubicBezTo>
                  <a:pt x="714884" y="0"/>
                  <a:pt x="901345" y="132131"/>
                  <a:pt x="980993" y="320440"/>
                </a:cubicBezTo>
                <a:lnTo>
                  <a:pt x="995123" y="365959"/>
                </a:lnTo>
                <a:lnTo>
                  <a:pt x="0" y="365959"/>
                </a:lnTo>
                <a:lnTo>
                  <a:pt x="14130" y="320440"/>
                </a:lnTo>
                <a:cubicBezTo>
                  <a:pt x="93778" y="132131"/>
                  <a:pt x="280239" y="0"/>
                  <a:pt x="497561" y="0"/>
                </a:cubicBezTo>
                <a:close/>
              </a:path>
            </a:pathLst>
          </a:custGeom>
          <a:solidFill>
            <a:srgbClr val="5791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0" name="Google Shape;600;p4"/>
          <p:cNvSpPr/>
          <p:nvPr/>
        </p:nvSpPr>
        <p:spPr>
          <a:xfrm>
            <a:off x="3517885" y="1210470"/>
            <a:ext cx="2172231" cy="1584167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1" name="Google Shape;601;p4"/>
          <p:cNvSpPr txBox="1"/>
          <p:nvPr/>
        </p:nvSpPr>
        <p:spPr>
          <a:xfrm>
            <a:off x="3594050" y="1489788"/>
            <a:ext cx="20198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CAP in Type Script</a:t>
            </a:r>
            <a:endParaRPr sz="24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2" name="Google Shape;602;p4"/>
          <p:cNvSpPr/>
          <p:nvPr/>
        </p:nvSpPr>
        <p:spPr>
          <a:xfrm rot="8090038" flipH="1">
            <a:off x="4171379" y="2720929"/>
            <a:ext cx="892937" cy="901138"/>
          </a:xfrm>
          <a:custGeom>
            <a:avLst/>
            <a:gdLst/>
            <a:ahLst/>
            <a:cxnLst/>
            <a:rect l="l" t="t" r="r" b="b"/>
            <a:pathLst>
              <a:path w="314" h="315" extrusionOk="0">
                <a:moveTo>
                  <a:pt x="127" y="0"/>
                </a:moveTo>
                <a:cubicBezTo>
                  <a:pt x="141" y="97"/>
                  <a:pt x="217" y="174"/>
                  <a:pt x="314" y="189"/>
                </a:cubicBezTo>
                <a:cubicBezTo>
                  <a:pt x="187" y="315"/>
                  <a:pt x="187" y="315"/>
                  <a:pt x="187" y="315"/>
                </a:cubicBezTo>
                <a:cubicBezTo>
                  <a:pt x="173" y="217"/>
                  <a:pt x="97" y="140"/>
                  <a:pt x="0" y="125"/>
                </a:cubicBezTo>
                <a:lnTo>
                  <a:pt x="127" y="0"/>
                </a:lnTo>
                <a:close/>
              </a:path>
            </a:pathLst>
          </a:custGeom>
          <a:gradFill>
            <a:gsLst>
              <a:gs pos="0">
                <a:srgbClr val="75C042">
                  <a:alpha val="89803"/>
                </a:srgbClr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3" name="Google Shape;603;p4"/>
          <p:cNvGrpSpPr/>
          <p:nvPr/>
        </p:nvGrpSpPr>
        <p:grpSpPr>
          <a:xfrm>
            <a:off x="5750339" y="2846872"/>
            <a:ext cx="620814" cy="620814"/>
            <a:chOff x="2892364" y="2878815"/>
            <a:chExt cx="385476" cy="385476"/>
          </a:xfrm>
        </p:grpSpPr>
        <p:sp>
          <p:nvSpPr>
            <p:cNvPr id="604" name="Google Shape;604;p4"/>
            <p:cNvSpPr/>
            <p:nvPr/>
          </p:nvSpPr>
          <p:spPr>
            <a:xfrm>
              <a:off x="2892364" y="2878815"/>
              <a:ext cx="385476" cy="38547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71BE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605" name="Google Shape;605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4091" y="3001688"/>
              <a:ext cx="142022" cy="1397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4"/>
          <p:cNvGrpSpPr/>
          <p:nvPr/>
        </p:nvGrpSpPr>
        <p:grpSpPr>
          <a:xfrm>
            <a:off x="9393617" y="1176900"/>
            <a:ext cx="2172231" cy="2407496"/>
            <a:chOff x="4262167" y="1124744"/>
            <a:chExt cx="2172231" cy="2407496"/>
          </a:xfrm>
        </p:grpSpPr>
        <p:sp>
          <p:nvSpPr>
            <p:cNvPr id="607" name="Google Shape;607;p4"/>
            <p:cNvSpPr/>
            <p:nvPr/>
          </p:nvSpPr>
          <p:spPr>
            <a:xfrm>
              <a:off x="4864567" y="3095467"/>
              <a:ext cx="995123" cy="365959"/>
            </a:xfrm>
            <a:custGeom>
              <a:avLst/>
              <a:gdLst/>
              <a:ahLst/>
              <a:cxnLst/>
              <a:rect l="l" t="t" r="r" b="b"/>
              <a:pathLst>
                <a:path w="995123" h="365959" extrusionOk="0">
                  <a:moveTo>
                    <a:pt x="497561" y="0"/>
                  </a:moveTo>
                  <a:cubicBezTo>
                    <a:pt x="714884" y="0"/>
                    <a:pt x="901345" y="132131"/>
                    <a:pt x="980993" y="320440"/>
                  </a:cubicBezTo>
                  <a:lnTo>
                    <a:pt x="995123" y="365959"/>
                  </a:lnTo>
                  <a:lnTo>
                    <a:pt x="0" y="365959"/>
                  </a:lnTo>
                  <a:lnTo>
                    <a:pt x="14130" y="320440"/>
                  </a:lnTo>
                  <a:cubicBezTo>
                    <a:pt x="93778" y="132131"/>
                    <a:pt x="280239" y="0"/>
                    <a:pt x="497561" y="0"/>
                  </a:cubicBezTo>
                  <a:close/>
                </a:path>
              </a:pathLst>
            </a:custGeom>
            <a:solidFill>
              <a:srgbClr val="5791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4262167" y="1124744"/>
              <a:ext cx="2172231" cy="1584167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9" name="Google Shape;609;p4"/>
            <p:cNvSpPr txBox="1"/>
            <p:nvPr/>
          </p:nvSpPr>
          <p:spPr>
            <a:xfrm>
              <a:off x="4497166" y="1186280"/>
              <a:ext cx="1728192" cy="1477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CI/CD pipeline &amp; TypeScript-aware deployment</a:t>
              </a:r>
              <a:endParaRPr dirty="0"/>
            </a:p>
          </p:txBody>
        </p:sp>
        <p:sp>
          <p:nvSpPr>
            <p:cNvPr id="610" name="Google Shape;610;p4"/>
            <p:cNvSpPr/>
            <p:nvPr/>
          </p:nvSpPr>
          <p:spPr>
            <a:xfrm rot="8090038" flipH="1">
              <a:off x="4915661" y="2635203"/>
              <a:ext cx="892937" cy="901138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>
              <a:gsLst>
                <a:gs pos="0">
                  <a:srgbClr val="75C042">
                    <a:alpha val="89803"/>
                  </a:srgbClr>
                </a:gs>
                <a:gs pos="100000">
                  <a:srgbClr val="ACD98C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11" name="Google Shape;611;p4"/>
          <p:cNvGrpSpPr/>
          <p:nvPr/>
        </p:nvGrpSpPr>
        <p:grpSpPr>
          <a:xfrm>
            <a:off x="8635461" y="2846872"/>
            <a:ext cx="620814" cy="620814"/>
            <a:chOff x="2892364" y="2878815"/>
            <a:chExt cx="385476" cy="385476"/>
          </a:xfrm>
        </p:grpSpPr>
        <p:sp>
          <p:nvSpPr>
            <p:cNvPr id="612" name="Google Shape;612;p4"/>
            <p:cNvSpPr/>
            <p:nvPr/>
          </p:nvSpPr>
          <p:spPr>
            <a:xfrm>
              <a:off x="2892364" y="2878815"/>
              <a:ext cx="385476" cy="38547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71BE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613" name="Google Shape;613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4091" y="3001688"/>
              <a:ext cx="142022" cy="1397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4" name="Google Shape;614;p4"/>
          <p:cNvSpPr/>
          <p:nvPr/>
        </p:nvSpPr>
        <p:spPr>
          <a:xfrm>
            <a:off x="821812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5" name="Google Shape;615;p4"/>
          <p:cNvSpPr/>
          <p:nvPr/>
        </p:nvSpPr>
        <p:spPr>
          <a:xfrm>
            <a:off x="3583616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6" name="Google Shape;616;p4"/>
          <p:cNvSpPr/>
          <p:nvPr/>
        </p:nvSpPr>
        <p:spPr>
          <a:xfrm>
            <a:off x="6632969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7" name="Google Shape;617;p4"/>
          <p:cNvSpPr/>
          <p:nvPr/>
        </p:nvSpPr>
        <p:spPr>
          <a:xfrm>
            <a:off x="9419144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" name="Google Shape;552;p2"/>
          <p:cNvSpPr txBox="1"/>
          <p:nvPr/>
        </p:nvSpPr>
        <p:spPr>
          <a:xfrm>
            <a:off x="9527526" y="6551489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6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E12C55-61D0-FC48-6DB5-FB88F350564C}"/>
              </a:ext>
            </a:extLst>
          </p:cNvPr>
          <p:cNvSpPr/>
          <p:nvPr/>
        </p:nvSpPr>
        <p:spPr>
          <a:xfrm>
            <a:off x="6087979" y="918021"/>
            <a:ext cx="2908109" cy="54490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" grpId="0" animBg="1"/>
      <p:bldP spid="577" grpId="0" animBg="1"/>
      <p:bldP spid="578" grpId="0" animBg="1"/>
      <p:bldP spid="579" grpId="0" animBg="1"/>
      <p:bldP spid="580" grpId="0" animBg="1"/>
      <p:bldP spid="581" grpId="0" animBg="1"/>
      <p:bldP spid="582" grpId="0" animBg="1"/>
      <p:bldP spid="583" grpId="0" animBg="1"/>
      <p:bldP spid="584" grpId="0" animBg="1"/>
      <p:bldP spid="585" grpId="0"/>
      <p:bldP spid="586" grpId="0" animBg="1"/>
      <p:bldP spid="587" grpId="0"/>
      <p:bldP spid="591" grpId="0"/>
      <p:bldP spid="592" grpId="0"/>
      <p:bldP spid="593" grpId="0"/>
      <p:bldP spid="594" grpId="0"/>
      <p:bldP spid="595" grpId="0" animBg="1"/>
      <p:bldP spid="596" grpId="0" animBg="1"/>
      <p:bldP spid="597" grpId="0"/>
      <p:bldP spid="598" grpId="0" animBg="1"/>
      <p:bldP spid="599" grpId="0" animBg="1"/>
      <p:bldP spid="600" grpId="0" animBg="1"/>
      <p:bldP spid="601" grpId="0"/>
      <p:bldP spid="602" grpId="0" animBg="1"/>
      <p:bldP spid="614" grpId="0" animBg="1"/>
      <p:bldP spid="615" grpId="0" animBg="1"/>
      <p:bldP spid="616" grpId="0" animBg="1"/>
      <p:bldP spid="6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defRPr sz="5800" b="1">
                <a:solidFill>
                  <a:srgbClr val="FFFFFF"/>
                </a:solidFill>
              </a:defRPr>
            </a:pP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SAP BTP CAP</a:t>
            </a:r>
            <a:b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+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 sz="2000">
                <a:solidFill>
                  <a:srgbClr val="2196F3"/>
                </a:solidFill>
              </a:defRPr>
            </a:pPr>
            <a:r>
              <a:rPr sz="20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End-to-End Integration with S/4HANA</a:t>
            </a:r>
          </a:p>
          <a:p>
            <a:pPr defTabSz="457200">
              <a:buClrTx/>
              <a:defRPr sz="2000">
                <a:solidFill>
                  <a:srgbClr val="E6F0FA"/>
                </a:solidFill>
              </a:defRPr>
            </a:pPr>
            <a:r>
              <a:rPr sz="20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Step 1: Scaffold  •  Step 2: Generate  •  Step 3: Consume  •  Step 4: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031E8-2CA3-FE49-6CC0-FFBAC02D77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The Business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💡 A 'mashup' service = local data + remote data in one API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Part A — Local Domain Model (Step 1)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Material &amp; Plant entities stored in local database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Three business rules / validations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Seed data (10 plants, 20 materials)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Part B — Remote S/4HANA Integration (Steps 2–4)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Live Sales Order OData service (V4)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Fully typed, generated client code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GET (read) and POST (create)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2110F-9404-FBC9-3D69-54541AC19E9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The Four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Phase 1 — SCAFFOLD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Create TypeScript CAP project, wire tooling, verify local + cloud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Phase 2 — GENERATE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Use Cloud SDK to generate typed client from S/4HANA EDMX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Phase 3 — IMPLEMENT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Write typed mashup handler with reusable parsers &amp; type guards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Phase 4 — TEST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Connect to live system via BTP Destination, end-to-end verified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1F8CF-59ED-F61D-C987-0CCD8A9F8C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Why TypeScript for CAP?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Catch typos at edit-time, not at 3AM in production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req.data.materilName → red underline instantly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API contracts verified at compile-time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Field names, types, required vs. optional — all checked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Two automatic type sources (zero hand-written interfaces)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1. cds-typer generates from .cds model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2. Cloud SDK generator from remote EDMX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Remote API changes are caught instantly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6576-E6FC-C3BC-0D4E-9A9FFB0BFF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File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srv/CatalogService.ts — the orchestrator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Registers handlers, wires helpers, stays thin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srv/lib/config-loader.ts — connection settings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Reads .env / BTP Destination, validates connectivity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srv/lib/payload-parser.ts — the bouncer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Untrusted JSON → typed SalesOrderInput, rejects bad input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srv/types/sales-order.d.ts — shared vocabulary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SalesOrderInput, SalesOrderView, S4Config — all agree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srv/src/generated/… — typed S/4HANA client (auto-generated)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A2BA9-88EE-54DA-D0E5-2525444249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defRPr sz="5800" b="1">
                <a:solidFill>
                  <a:srgbClr val="FFFFFF"/>
                </a:solidFill>
              </a:defRPr>
            </a:pP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1 — Scaffold</a:t>
            </a:r>
            <a:b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TypeScript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 sz="2000">
                <a:solidFill>
                  <a:srgbClr val="2196F3"/>
                </a:solidFill>
              </a:defRPr>
            </a:pPr>
            <a:r>
              <a:rPr sz="20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Create project skeleton, wire tooling, prove local + cloud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0CA7F-4FF5-5CF4-7FFF-0C6EDFCF4A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What We Build in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Two database entities with validation rules: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Material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materialName, materialType, baseUnit, plant (association)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Plant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plantName, storageLocation, country, city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Three handlers in CatalogService.ts: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1. Before CREATE Material → name = 40 chars, no digit start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2. Before UPDATE Material → referenced Plant must exist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3. Before CREATE Plant → max 2 plants per storage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11968-575C-BBF1-B672-FE0C93B70F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Scaffold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Install CAP developer kit globally: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npm install -g @sap/cds-dk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cds --version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Create project with TypeScript enabled: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cds init capm-s4-mashup --add typescript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 capm-s4-mashup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Or add TypeScript to existing project: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cds add typescript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This automatically installs typescript, @cap-js/cds-types, ts-node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DE0E3-884D-6A47-E93C-1FB208AEAC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capm-s4-mashup/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├── app/                  # UI (empty for now)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├── db/                   # data model (.cds)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│   └── schema.cds        # Material + Plant entities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├── srv/                  # services &amp; handlers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│   ├── catalog-service.cds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│   └── CatalogService.ts # The three handlers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├── package.json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├── tsconfig.json         # TypeScript compiler config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└── .gitignore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075EC-E36B-A69E-420E-768484BD5D6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Key tsconfig.json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target: "ES2022" — Node 18+ supports latest JS natively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module: "NodeNext" — Supports both CommonJS &amp; ES Modules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strict: true — noImplicitAny, strictNullChecks enabled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noEmit: true — tsc type-checks only; cds watch produces .js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paths: { "@sap/cds" → "@cap-js/cds-types"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Redirect cds imports to richer type definitions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allowJs: false — Forces all files to be .ts (after migration)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8F1A8-FF6C-6832-ACDE-E5317AEF8F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Define 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namespace capm.s4.mashup;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entity Plant : cuid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plantName: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storageLocation: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country: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city: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entity Material : cuid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materialName: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materialType: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baseUnit: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plant: Association to Plant;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0B27C-562F-E5D0-D5ED-B8922D6E15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CatalogService.ts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cds from '@sap/cds';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type { Material, Plant } from '#cds-models/capm/s4/mashup';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default class CatalogService extends cds.ApplicationService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async init()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// Register three handlers: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this.before('CREATE', 'Materials', req =&gt; this.beforeCreateMaterial(req));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this.before('UPDATE', 'Materials', req =&gt; this.beforeUpdateMaterial(req));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this.before('CREATE', 'Plants', req =&gt; this.beforeCreatePlant(req));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return super.init();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DF973-C265-2017-30EC-5437E9639D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Handler 1 — Material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private async beforeCreateMaterial(req: cds.Request)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const { data } = req;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const { materialName } = data as Material;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if (!materialName || materialName.length !== 40)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return req.reject(400, 'Material name must be 40 chars');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if (/^\d/.test(materialName))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return req.reject(400, 'Cannot start with digit');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D6640-C299-D30A-F1DE-F8BC213CBC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Handler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Handler 2 — Plant Reference Check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Verify referenced Plant ID exists before UPDATE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Handler 3 — Storage Location Limit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Enforce max 2 plants per storage location on CREATE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Pattern for all three: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1. Extract typed data from request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2. Validate business rule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3. req.reject(status, message) if invalid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4. Handler completes normally if valid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0A4D7-4D59-43B7-8344-C73A45C57F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Run Locally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Start the dev server: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cds watch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You should see: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10 plants loaded from CSV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20 materials loaded from CSV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CatalogService initialized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API listening on http://localhost:4004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Test with curl: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curl http://localhost:4004/odata/v4/catalog/Plants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3CF39-D72F-0B25-8DAE-7F32D92DFE5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Type Check &amp;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Type check before deploy: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npx tsc --noEmit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Build for Cloud Foundry: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npm run build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Login &amp; deploy: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login -a &lt;api-endpoint&gt;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push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Verify in the cloud: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logs capm-s4-mashup --recent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5C756-4F97-DB5F-22C6-6C927EBB92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defRPr sz="5800" b="1">
                <a:solidFill>
                  <a:srgbClr val="FFFFFF"/>
                </a:solidFill>
              </a:defRPr>
            </a:pP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2 — Generate</a:t>
            </a:r>
            <a:b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S/4HANA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 sz="2000">
                <a:solidFill>
                  <a:srgbClr val="2196F3"/>
                </a:solidFill>
              </a:defRPr>
            </a:pPr>
            <a:r>
              <a:rPr sz="20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Turn EDMX metadata into fully typed client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64B73-6CC7-1BDC-ABBD-585B9392660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EDMX = Extensible Metadata Description (OData V4 schema)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S/4HANA publishes EDMX at: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http://122.162.240.164:8010/sap/opu/odata4/$metadata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Cloud SDK generator reads EDMX and creates: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Request builders (type-safe API calls)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Entity interfaces (request/response shapes)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All in TypeScript with full autocompletion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Goal: Zero hand-written interfaces for the remote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503C5-7C08-ADF9-74A2-FE3BE613EE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Install &amp;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-D @sap-cloud-sdk/generator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@sap-cloud-sdk/odata-v4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Download EDMX metadata: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curl -u &lt;user&gt;:&lt;pass&gt; http://122.162.240.164:8010/...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&gt; srv/external/s4-edmx.xml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Run generator: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npx generate-odata-client \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--input srv/external \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--outputDir srv/src/generated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Result: ~1,000+ lines of fully typed client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EB9AF-C514-B2DF-8882-649A884972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sales-order-api.ts exports: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SalesOrderApi with typed methods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requestBuilder(), getAll(), getByKey(), create(), update()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sales-order.ts exports: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SalesOrder entity interface (fully typed)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SalesOrderItem nested interface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Request/response payloads automatically derived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Every field is: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Typed (string, number, Date, etc.)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Nullable checked (? for optional fields)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With JSDoc comments from EDMX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21507-52A0-A24F-8149-3D93D2F8E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defRPr sz="5800" b="1">
                <a:solidFill>
                  <a:srgbClr val="FFFFFF"/>
                </a:solidFill>
              </a:defRPr>
            </a:pP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3 — Implement</a:t>
            </a:r>
            <a:b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Service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 sz="2000">
                <a:solidFill>
                  <a:srgbClr val="2196F3"/>
                </a:solidFill>
              </a:defRPr>
            </a:pPr>
            <a:r>
              <a:rPr sz="20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Write typed, reusable mashup handlers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340FF-D212-DAA9-9D8F-818EB0B7AE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Layer 1 — config-loader.ts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Reads .env / BTP, validates credentials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Manages SDK config (url, username, password)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Layer 2 — payload-parser.ts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Validates incoming JSON → typed SalesOrderInput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Clear error messages for bad input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Layer 3 — CatalogService.ts handlers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Calls sdk.getAll() / sdk.create() with typed data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Handles errors gracefully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Connected by shared types in sales-order.d.ts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F5B1E-0769-7FCC-3BF6-5500534327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config-loader.ts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7001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interface S4Config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url: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username: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password: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function loadConfig(): S4Config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const config: S4Config =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url: process.env.S4_URL || '',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username: process.env.S4_USER || '',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password: process.env.S4_PASS || '',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if (!config.url || !config.username)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throw new Error('Missing S4 credentials');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return config;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F9F21-D786-0DAE-57FF-D9971BFD28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payload-parser.ts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interface SalesOrderInput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salesOrderType: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soldToParty: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material: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requestedQuantity: number;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function parseSalesOrder(raw: any): SalesOrderInput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if (!raw.salesOrderType)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throw { status: 400, message: 'salesOrderType required' };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return { /* validated &amp; typed */ } as SalesOrderInput;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BD265-1098-44F9-ECEB-4DB6799870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CatalogService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{ salesOrderService } from './generated';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{ loadConfig } from './lib/config-loader';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{ parseSalesOrder } from './lib/payload-parser';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async getSalesOrders()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const config = loadConfig();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const orders = await salesOrderService()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.salesOrderApi.requestBuilder()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.getAll().top(50)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.execute(config);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return orders;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FA53E-6F7C-0BFB-D93F-D5FD73BAFC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defRPr sz="5800" b="1">
                <a:solidFill>
                  <a:srgbClr val="FFFFFF"/>
                </a:solidFill>
              </a:defRPr>
            </a:pP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4 — Test</a:t>
            </a:r>
            <a:b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BTP 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 sz="2000">
                <a:solidFill>
                  <a:srgbClr val="2196F3"/>
                </a:solidFill>
              </a:defRPr>
            </a:pPr>
            <a:r>
              <a:rPr sz="20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Connect locally to live S/4HANA through cloud bindings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AA9A2-AA48-08F7-449D-80A2639BCE8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Destination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Problem: Hard-coding URLs + passwords is risky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Solution: BTP Destination service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Centralized place to store URL, credentials, auth type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Named reference (e.g., 'S4HANA_SALESORDER')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No secrets in code or .env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For local testing (hybrid mode):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Cloud bindings come live from BTP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Code runs on your laptop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Realistic environment before deployment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Create Destination in BTP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Navigate to: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Subaccount → Connectivity → Destinations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New Destination: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Name: S4HANA_SALESORDER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Type: HTTP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URL: http://122.162.240.164:8010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Auth: BasicAuthentication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User: &lt;S4_USER&gt;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Password: &lt;S4_PASSWORD&gt;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Additional Properties: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sap-client=100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217B9-12B2-0480-5CA5-40F2C0543C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Bind &amp;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Create service instance: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create-service destination lite s4-destination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Create service key: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create-service-key s4-destination s4-key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Bind to local project: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cds bind -2 s4-destination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Configure package.json: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Add hybrid profile with destination config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"[hybrid]": { "credentials": 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{ "destination": "S4HANA_SALESORDER" }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B9AA7-DACE-402E-78A4-D86A5E8E46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Test with .http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@host = http://localhost:4004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### GET sales orders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GET {{host}}/odata/v4/catalog/getSalesOrders()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Accept: application/json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### POST sales order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POST {{host}}/odata/v4/catalog/createSalesOrder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Content-Type: application/json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Expected Results: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GET: 200 + array of orders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POST: 201 + created order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98545-A26F-BB8E-34AD-4FE1D099AB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Run in Hybrid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Start with hybrid profile: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cds watch --profile hybrid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You should see: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Destination S4HANA_SALESORDER connected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Local Materials/Plants still served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CAP listening on http://localhost:4004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Now open srv/tester.http in VS Code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Install REST Client extension (if not already)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Click 'Send Request' above GET/POST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0A4DE-90CF-C55A-6AB6-C497578C51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1152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30000"/>
              </a:lnSpc>
              <a:buClrTx/>
              <a:defRPr sz="5800" b="1">
                <a:solidFill>
                  <a:srgbClr val="FFFFFF"/>
                </a:solidFill>
              </a:defRPr>
            </a:pPr>
            <a:r>
              <a:rPr sz="5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Journey Complete!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defRPr sz="2000">
                <a:solidFill>
                  <a:srgbClr val="2196F3"/>
                </a:solidFill>
              </a:defRPr>
            </a:pPr>
            <a:r>
              <a:rPr sz="20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One TypeScript CAP app with local &amp; remote data, deployed to BTP, tested live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214C2-F9F1-9331-CE96-120121FAD3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What You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Fully typed TypeScript CAP project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Local Material &amp; Plant entities with validations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Generated S/4HANA client (no hand-written interfaces)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Typed GET/POST mashup handlers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Reusable config-loader &amp; payload-parser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Type guards &amp; error handling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Deployed to Cloud Foundry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Hybrid testing with BTP Destination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Live end-to-end verified on real S/4HANA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436D7-46E8-84DE-5B22-E7A6E8AB2B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Patterns to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1. Scaffold with cds init --add typescript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Works for ANY CAP project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2. Generate SDK from EDMX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Works for any SAP service (SCP, Analytics, Procurement)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3. Separate config-loader &amp; payload-parser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One job per file — easy to test &amp; reuse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4. Hybrid testing with Destinations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Cloud-realistic without deploying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5. tsc --noEmit before every deploy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Catch bugs at compile-time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9678D-73AC-B781-FCE0-9D1615F18D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 defTabSz="457200"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Extend the mashup: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Add UPDATE/DELETE handlers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Implement CSRF token handling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Batch request support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Scale TypeScript patterns: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Multiple remote systems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Advanced generics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Decorators for cross-cutting concerns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Deploy with confidence: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Automated tests with Jest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CI/CD pipeline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199F0-F002-68FE-EA33-CC4FB030BF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buClrTx/>
              <a:defRPr sz="6000" b="1">
                <a:solidFill>
                  <a:srgbClr val="FFFFFF"/>
                </a:solidFill>
              </a:defRPr>
            </a:pP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SAP BTP Fiori</a:t>
            </a:r>
            <a:b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</a:b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JavaScript →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0"/>
            <a:ext cx="77724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2196F3"/>
                </a:solidFill>
              </a:defRPr>
            </a:pPr>
            <a:r>
              <a:rPr sz="22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Incremental Migration Guide</a:t>
            </a:r>
          </a:p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E6F0FA"/>
                </a:solidFill>
              </a:defRPr>
            </a:pPr>
            <a:r>
              <a:rPr sz="22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of SAPUI5 Freestyle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292CB-4A54-04F3-CD66-0E18B2329B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The Use Case — manageorder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manageorder is a freestyle (hand-written) SAPUI5 application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What it does: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View1 — List of sales orders (fetch from OData service)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View2 — Detail view with value-help popups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View3 — Supplier detail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Add — Create form for new orders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BaseController — Shared parent with formatter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util/formatter.js — Status/type code converters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2D962-FD3B-D806-A396-A1F09C8385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Current Structure → Target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TODAY (All JavaScript):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✗ No type-checking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✗ Typos only blow up at runtime (in production!)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✗ No IDE autocomplete on OData shapes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AFTER ALL STEPS (Full TypeScript):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Every .js → .ts (except 3rd-party libs)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types/datatype.d.ts holds shared shapes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Type gate: tsc --noEmit passes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App Router for BTP deployment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The Four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Step 1 — PREPARATION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Install ui5-tooling-transpile, typescript, types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Wire ui5.yaml, add tsconfig.json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Convert ONE controller to prove hybrid setup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Step 2 — CORE FILES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Component.js → Component.ts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util/formatter.js → util/formatter.ts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Step 3 — CONTROLLERS &amp; TYPES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All controllers → TypeScript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Create types/datatype.d.ts for shared shapes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Step 4 — APP ROUTER &amp; DEPLOYMENT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xs-app.json for routing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Update mta.yaml, deploy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2333E-48DB-16E4-9CB9-39003F61A5C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The Single Golden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JavaScript and TypeScript files COEXIST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in the same webapp/ folder during migration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You NEVER do a "big bang" rewrite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Convert one file at a time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Refresh browser after each change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Confirm it still works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Move to the next file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This is called HYBRID MODE — the transpiler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handles both .js and .ts seamlessly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6962A-6478-014B-CBF1-0EE3659095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buClrTx/>
              <a:defRPr sz="6000" b="1">
                <a:solidFill>
                  <a:srgbClr val="FFFFFF"/>
                </a:solidFill>
              </a:defRPr>
            </a:pP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1 —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2196F3"/>
                </a:solidFill>
              </a:defRPr>
            </a:pPr>
            <a:r>
              <a:rPr sz="22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Install transpiler, wire tooling, convert one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65C56-AA2E-7142-7F51-0FFF040CC2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The Transpiler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TRANSPILE = translate source code from one form to another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The Problem: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UI5 runtime only understands sap.ui.define([...], fn)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Modern TypeScript uses import/class syntax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The Solution: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ui5-tooling-transpile (Babel-based) translates: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Your .ts → ui5-style .js → browser runs it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Type Cost: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Types are ERASED before browser sees anything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Zero runtime performance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FF40D-C256-ABEE-AE4D-B30E8CCD674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Install the Three Dev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--save-dev typescript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--save-dev ui5-tooling-transpile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--save-dev @openui5/ts-types-esm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--save-dev @ui5/cli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npm install --save-dev ui5-middleware-livereload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Why each one: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typescript — the compiler tsc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@openui5/ts-types-esm — UI5 type definitions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ui5-tooling-transpile — turns .ts into .js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@ui5/cli — the ui5 command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ui5-middleware-livereload — auto-refresh on save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6C2C3-182A-7B93-7708-125EC8B539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Update package.json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 scripts: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"start": "ui5 serve --open index.html"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"build": "ui5 build --clean-dest"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"ts-typecheck": "tsc --noEmit"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 devDependencies: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"@openui5/ts-types-esm": "^1.120.0"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"@ui5/cli": "^4.0.0"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"typescript": "^5.3.0"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"ui5-tooling-transpile": "^3.2.0"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"ui5-middleware-livereload": "^3.1.4"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5C881-7F9A-C1D3-19CD-45DA5101D4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Wire the Transpiler into ui5.yaml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Update specVersion: "3.0" (was 2.5)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 builder.customTasks: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- name: ui5-tooling-transpile-task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afterTask: replaceVersion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 server.customMiddleware: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- name: ui5-tooling-transpile-middleware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afterMiddleware: compression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- name: ui5-middleware-livereload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port: 35729, ext: "html,js,json,ts,xml"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B7643-D80D-38C3-E937-DFA497E6A8B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tsconfig.json — Key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"target": "ES2022" — modern JS, no polyfills needed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"module": "ES2022" — import/export syntax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"moduleResolution": "bundler" — UI5 toolchain compatible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"allowJs": true — MAGIC: .js and .ts coexist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"strict": false + individual flags: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"noImplicitAny": true — require type annotations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"noImplicitOverride": true — override keyword required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"skipLibCheck": true — faster builds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D96F9-66FD-1340-63D7-9B7217D295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Convert Your First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Start with SMALLEST file (lowest risk)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Usually: Empty.controller.js (a few lines)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Steps: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1. Rename Empty.controller.js → Empty.controller.ts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2. Change sap.ui.define([...]) to import statements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3. Change extend(...) to class syntax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4. Add @namespace com.ats.manageorder JSDoc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5. Save and refresh browser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Expected result: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App still renders, one .ts file working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8FCE4-FA0E-6744-F990-DAFF45D32D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Step 1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Installed typescript, ui5-tooling-transpile, types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Updated package.json scripts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Updated ui5.yaml (specVersion 3.0)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Added customTasks &amp; customMiddleware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Created tsconfig.json at project root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Converted one smallest controller (.js → .ts)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npm start (or ui5 serve) runs without errors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App renders in browser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Live reload works (save triggers refresh)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A3F02-00AB-B0CD-759B-880C7F440B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buClrTx/>
              <a:defRPr sz="6000" b="1">
                <a:solidFill>
                  <a:srgbClr val="FFFFFF"/>
                </a:solidFill>
              </a:defRPr>
            </a:pP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2 — Component &amp; Formatter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2196F3"/>
                </a:solidFill>
              </a:defRPr>
            </a:pPr>
            <a:r>
              <a:rPr sz="22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Convert the two foundation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FC819-7254-EB42-C421-83180C1E2F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Why Component &amp; Formatter?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COMPONENT is the ROOT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UI5 loads it before any view or controller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Every route, every view depends on it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FORMATTER is a LEAF (used by many)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Imported by BaseController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Every list/detail view uses it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Strategy: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Convert root + shared leaf first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Every later file has typed neighbors to lean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B6879-F2CD-86A7-2F80-57B64F1283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Component.js → Component.ts (Before)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sap.ui.define([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"sap/ui/core/UIComponent",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"sap/ui/Device",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"com/ats/manageorder/model/models"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], function (UIComponent, Device, models)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return UIComponent.extend("com.ats.manageorder.Component",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metadata: { manifest: "json" },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init: function ()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UIComponent.prototype.init.apply(this, arguments);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this.getRouter().initialize();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this.setModel(models.createDeviceModel(), "device");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238AD-3E7B-FF63-D36A-6B4C15E9AA0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Component.ts → Component.ts (After)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UIComponent from "sap/ui/core/UIComponent";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import { createDeviceModel } from "./model/models";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default class Component extends UIComponent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public static readonly metadata =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manifest: "json",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interfaces: ["sap.ui.core.IAsyncContentCreation"]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public override init(): void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super.init();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this.getRouter().initialize();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this.setModel(createDeviceModel(), "device");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039EE-846B-D2FB-7AB2-25076613B3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Component.ts Key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import instead of sap.ui.define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class Component extends UIComponent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static readonly metadata = {...}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init: function → override init(): void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super.init() instead of prototype.apply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IAsyncContentCreation interface (modern async loading)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@namespace com.ats.manageorder JSDoc (required!)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Result: Same behavior, full TypeScript safety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CA824-43E1-C91E-2FA5-A636D8A75A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util/formatter.js → util/formatter.ts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Before (plain JS):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formatSalesOrderType: function(code)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return code === "TA" ? "Standard Order" : code;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After (TypeScript with types):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export function formatSalesOrderType(code: string): string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return code === "TA" ? "Standard Order" : code;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Benefits: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IDE knows return type is string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IDE knows code param is string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Typos caught at compile-time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C96CD-C006-860E-DDA7-59EEFA4F68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Step 2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Component.js → Component.ts (extends UIComponent)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util/formatter.js → util/formatter.ts (functions typed)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model/models.js → model/models.ts (named exports)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All function signatures have param &amp; return types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@namespace JSDoc in Component.ts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npm start still renders app correctly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No type errors from tsc --noEmit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JS controllers (.js) still work alongside .ts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2C548-144A-C11E-2F01-507CD52795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buClrTx/>
              <a:defRPr sz="6000" b="1">
                <a:solidFill>
                  <a:srgbClr val="FFFFFF"/>
                </a:solidFill>
              </a:defRPr>
            </a:pP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3 — Controllers &amp;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2196F3"/>
                </a:solidFill>
              </a:defRPr>
            </a:pPr>
            <a:r>
              <a:rPr sz="22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Convert all controllers, create shared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0B902-95B0-475B-9D76-950F4E7585B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Converting Any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Pattern is ALWAYS the same: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Before (sap.ui.define):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sap.ui.define([...], function(BaseController)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return BaseController.extend("...",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onInit: function() { ...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});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After (import + class):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import BaseController from "./BaseController";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export default class MyController extends BaseController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onInit(): void { ...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52F6B-3252-FFD5-C0CC-301603FB47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Lifecycle Methods in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onInit() — controller initialization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Before: onInit: function() {...}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After: override onInit(): void {...}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onBeforeRendering() — before each render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override onBeforeRendering(): void {...}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onAfterRendering() — after render complete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override onAfterRendering(): void {...}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onExit() — cleanup when destroyed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override onExit(): void {...}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All need override keyword (noImplicitOverride)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17343-F0E7-9313-1F25-EF669CE919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Event Handlers Typed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Before (any):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onPress: function(oEvent)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const id = oEvent.getSource().getId();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After (typed):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onPress(oEvent: sap.ui.base.Event): void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const source = oEvent.getSource();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const id = source.getId();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With types: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IDE knows oEvent methods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IDE knows getSource() return type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Typos caught instantly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3E050-D636-1841-4AC8-954981F2B1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Create types/datatype.d.ts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 .d.ts file holds ONLY type definitions (no code)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interface SalesOrder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ID: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salesOrderType: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soldToParty: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items: OrderItem[];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export interface OrderItem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materialID: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quantity: number;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unit: string;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Benefits: One source of truth for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F1EC6-4A52-7708-1AB9-3096079A1D3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Step 3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All controllers converted to TypeScript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Each has override keyword on lifecycle methods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Event handler params typed (sap.ui.base.Event)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Created types/datatype.d.ts with shared interfaces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OData model callbacks typed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JSON model shapes defined in datatype.d.ts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tsc --noEmit passes (no type errors)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App renders and all features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4680B-7189-C034-8135-3DAAE3DC38E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buClrTx/>
              <a:defRPr sz="6000" b="1">
                <a:solidFill>
                  <a:srgbClr val="FFFFFF"/>
                </a:solidFill>
              </a:defRPr>
            </a:pP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Step 4 — App Router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2196F3"/>
                </a:solidFill>
              </a:defRPr>
            </a:pPr>
            <a:r>
              <a:rPr sz="22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Wire BTP routing, deploy to Cloud Foundry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6C82-A1E4-B5FE-6F8C-0A54D2D637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App Router — What &amp;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App Router is a lightweight Node.js server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What it does: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Serves your SAPUI5 application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Routes requests to backend services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Handles authentication / CSRF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Compresses static assets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Why needed for BTP?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Cloud Foundry expects a runnable app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File-serving isn't enough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• Routing, security, and compression are standard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A4E75-58C2-A37D-2D6F-C431C6D5D7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Create xs-app.json (App Router Config)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"welcomeFile": "index.html",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"authenticationMethod": "route",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"sessionTimeout": 15,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"routes": [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"source": "^/api/(.*)$",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"destination": "backend-destination",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"authenticationType": "xsuaa",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"csrfProtection": true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},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{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"source": "^",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"localDir": ".",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"cacheControl": "public, max-age=31536000, immutable"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}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]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703FA-D42D-3BA8-29C5-041ABECB5A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Update mta.yaml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 approuter module: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- name: manageorder-app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type: html5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path: app/manageorder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build-parameters: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build-result: dist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Add approuter: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- name: manageorder-approuter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type: approuter.nodejs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path: approuter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requires: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- name: manageorder-destination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     group: destinations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14B29-3B18-CC82-C16C-7ECC2B35C7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Deploy to Cloud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Build the multi-target application: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mbt build -t dist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Login to Cloud Foundry: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login -a &lt;api-endpoint&gt;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target -o &lt;org&gt; -s &lt;space&gt;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Deploy: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deploy dist/manageorder_1.0.0.mtar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Watch progress: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cf logs manageorder-approuter --recent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B985D-1BBC-8F03-7B0B-0E1E6E49929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Step 4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Created xs-app.json in approuter root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Routes configured (API &amp; static files)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Updated mta.yaml with app module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Updated mta.yaml with approuter module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npm run build succeeds (dist/ folder created)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mbt build -t dist succeeds (.mtar created)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tsc --noEmit passes (0 type errors)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Deployed to Cloud Foundry successfully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42170-7D62-0CD4-8D3F-F5525ECF10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2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20000"/>
              </a:lnSpc>
              <a:buClrTx/>
              <a:defRPr sz="6000" b="1">
                <a:solidFill>
                  <a:srgbClr val="FFFFFF"/>
                </a:solidFill>
              </a:defRPr>
            </a:pPr>
            <a:r>
              <a:rPr sz="60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Migration Complete!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00"/>
              </a:spcBef>
              <a:spcAft>
                <a:spcPts val="400"/>
              </a:spcAft>
              <a:buClrTx/>
              <a:defRPr sz="2200">
                <a:solidFill>
                  <a:srgbClr val="2196F3"/>
                </a:solidFill>
              </a:defRPr>
            </a:pPr>
            <a:r>
              <a:rPr sz="2200" kern="1200">
                <a:solidFill>
                  <a:srgbClr val="2196F3"/>
                </a:solidFill>
                <a:latin typeface="Calibri"/>
                <a:ea typeface="+mn-ea"/>
                <a:cs typeface="+mn-cs"/>
              </a:rPr>
              <a:t>Full TypeScript Fiori app, type-safe, deployed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192BC-8452-A37A-B7ED-E622295BAB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What You Built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Hybrid .js + .ts development environment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100% converted SAPUI5 freestyle app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Shared type definitions (types/datatype.d.ts)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Type-safe lifecycle methods &amp; event handlers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Live transpilation during development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App Router for cloud routing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xs-app.json with API routing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Deployed to SAP BTP Cloud Foundry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✓ Type gate: tsc --noEmit all green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6C2E6-1977-CBD6-641A-DD46B1E840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Benefits You Now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DEVELOPMENT: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IDE autocomplete on UI5 classes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Typos caught before runtime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Refactoring is safe (rename field everywhere)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PRODUCTION: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Fewer surprises in the field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Easier onboarding for new devs (types are docs)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Easier debugging (stack traces are clear)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DEPLOYMENT: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App Router handles BTP routing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✓ XSUAA authentication built-in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A66B-2DBA-0D36-D1CB-1BACD29BA4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Patterns You Can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1. Hybrid mode (.js + .ts together)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Works for ANY incremental modernization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2. Types-first conversion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Install types → convert core → convert helpers → convert rest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3. ui5-tooling-transpile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Turns any UI5 app TypeScript-ready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4. Shared .d.ts files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Single source of truth for OData/JSON shapes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5. App Router + mta.yaml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 Standard BTP deployment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5B840-3FCB-B426-E76D-52C092B833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buClrTx/>
            </a:pPr>
            <a:endParaRPr sz="180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defTabSz="457200">
              <a:spcBef>
                <a:spcPts val="1000"/>
              </a:spcBef>
              <a:spcAft>
                <a:spcPts val="1000"/>
              </a:spcAft>
              <a:buClrTx/>
              <a:defRPr sz="3600" b="1">
                <a:solidFill>
                  <a:srgbClr val="FFFFFF"/>
                </a:solidFill>
              </a:defRPr>
            </a:pPr>
            <a:r>
              <a:rPr sz="3600" b="1" kern="1200">
                <a:solidFill>
                  <a:srgbClr val="FFFFFF"/>
                </a:solidFill>
                <a:latin typeface="Calibri"/>
              </a:rPr>
              <a:t>Resources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SAP UI5 Documentation: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https://ui5.sap.com/docs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OpenUI5 TypeScript Types: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@openui5/ts-types-esm (npm)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ui5-tooling Transpiler: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https://github.com/ui5-community/ui5-tooling-transpile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SAP BTP Documentation: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https://help.sap.com/docs/btp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endParaRPr sz="1700" kern="1200">
              <a:solidFill>
                <a:srgbClr val="E6F0FA"/>
              </a:solidFill>
              <a:latin typeface="Calibri"/>
              <a:ea typeface="+mn-ea"/>
              <a:cs typeface="+mn-cs"/>
            </a:endParaRP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This Guide:</a:t>
            </a:r>
          </a:p>
          <a:p>
            <a:pPr defTabSz="457200">
              <a:spcBef>
                <a:spcPts val="600"/>
              </a:spcBef>
              <a:spcAft>
                <a:spcPts val="600"/>
              </a:spcAft>
              <a:buClrTx/>
              <a:defRPr sz="1700">
                <a:solidFill>
                  <a:srgbClr val="E6F0FA"/>
                </a:solidFill>
              </a:defRPr>
            </a:pPr>
            <a:r>
              <a:rPr sz="1700" kern="1200">
                <a:solidFill>
                  <a:srgbClr val="E6F0FA"/>
                </a:solidFill>
                <a:latin typeface="Calibri"/>
                <a:ea typeface="+mn-ea"/>
                <a:cs typeface="+mn-cs"/>
              </a:rPr>
              <a:t>  github.com/anubhav-trainings/manageorder-ts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1480F-BE01-7955-E556-FFFDCC6047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F7AC-C81E-EBAD-5BB9-0B2ECD38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0DD1FF3-F1D5-6A6E-DC3A-9BC627E5FF74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Title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0814F-7C40-E6D8-A2B2-406E4F940116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1799" kern="1200" dirty="0">
                <a:solidFill>
                  <a:prstClr val="black"/>
                </a:solidFill>
                <a:latin typeface="Aptos" panose="02110004020202020204"/>
                <a:ea typeface="+mn-ea"/>
              </a:rPr>
              <a:t>Text</a:t>
            </a: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5218C-CFDB-89AE-9513-57FA1AF42F8F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2C177-ADB6-DF5A-081B-464E0C47EAD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1CB699-0610-BF57-F496-6D1903F1D70A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7E6D7-0574-55EF-674D-06FD0FFEA8BE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72619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5806380" y="28829"/>
            <a:ext cx="5557368" cy="5468483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1" y="14067"/>
            <a:ext cx="6784876" cy="6254347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rgbClr val="75C042"/>
                </a:solidFill>
                <a:effectLst/>
              </a:rPr>
              <a:t>What We </a:t>
            </a:r>
            <a:r>
              <a:rPr lang="en-IN" sz="4000" b="1" i="0" dirty="0">
                <a:solidFill>
                  <a:srgbClr val="55E96E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rgbClr val="55E96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-1" y="0"/>
            <a:ext cx="1993020" cy="982572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75C04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9475983" y="6498485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6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97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rgbClr val="75C042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</a:t>
            </a:r>
            <a:r>
              <a:rPr lang="en-US" sz="5400" b="1" kern="0" dirty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1</a:t>
            </a:r>
            <a:endParaRPr lang="en-US" sz="540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394348" y="-1369124"/>
            <a:ext cx="4191287" cy="2738247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6874209" y="1545491"/>
            <a:ext cx="4718460" cy="5910772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4275114" y="4157244"/>
            <a:ext cx="9864485" cy="472198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552;p2"/>
          <p:cNvSpPr txBox="1"/>
          <p:nvPr/>
        </p:nvSpPr>
        <p:spPr>
          <a:xfrm>
            <a:off x="9475983" y="6498485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 us today!</a:t>
            </a: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build the workforce of the future.</a:t>
            </a:r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250+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30,000+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25000+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We’re committed to empower you to be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srgbClr val="2AC6D1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#FutureReady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100" normalizeH="0" baseline="0" noProof="0" dirty="0">
                <a:ln>
                  <a:noFill/>
                </a:ln>
                <a:solidFill>
                  <a:srgbClr val="F977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FREE WEBINARS 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977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Enroll Now!</a:t>
            </a:r>
            <a:endParaRPr kumimoji="0" lang="en-US" sz="17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lideModel - Sustainablity Strategy">
      <a:dk1>
        <a:srgbClr val="433835"/>
      </a:dk1>
      <a:lt1>
        <a:srgbClr val="FFFFFF"/>
      </a:lt1>
      <a:dk2>
        <a:srgbClr val="070707"/>
      </a:dk2>
      <a:lt2>
        <a:srgbClr val="FFFFFF"/>
      </a:lt2>
      <a:accent1>
        <a:srgbClr val="75C042"/>
      </a:accent1>
      <a:accent2>
        <a:srgbClr val="F0F6FB"/>
      </a:accent2>
      <a:accent3>
        <a:srgbClr val="243769"/>
      </a:accent3>
      <a:accent4>
        <a:srgbClr val="8FBBE1"/>
      </a:accent4>
      <a:accent5>
        <a:srgbClr val="E3F2D9"/>
      </a:accent5>
      <a:accent6>
        <a:srgbClr val="002060"/>
      </a:accent6>
      <a:hlink>
        <a:srgbClr val="FCD7DB"/>
      </a:hlink>
      <a:folHlink>
        <a:srgbClr val="F0E9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Custom 76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DBDBD"/>
      </a:accent1>
      <a:accent2>
        <a:srgbClr val="98C536"/>
      </a:accent2>
      <a:accent3>
        <a:srgbClr val="6D6D6D"/>
      </a:accent3>
      <a:accent4>
        <a:srgbClr val="1767AC"/>
      </a:accent4>
      <a:accent5>
        <a:srgbClr val="E5E6E8"/>
      </a:accent5>
      <a:accent6>
        <a:srgbClr val="99C274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Custom 5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B31A9"/>
      </a:accent1>
      <a:accent2>
        <a:srgbClr val="5047C9"/>
      </a:accent2>
      <a:accent3>
        <a:srgbClr val="625ACE"/>
      </a:accent3>
      <a:accent4>
        <a:srgbClr val="817AD8"/>
      </a:accent4>
      <a:accent5>
        <a:srgbClr val="AAA5E5"/>
      </a:accent5>
      <a:accent6>
        <a:srgbClr val="CAC7E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5176</Words>
  <Application>Microsoft Office PowerPoint</Application>
  <PresentationFormat>Custom</PresentationFormat>
  <Paragraphs>876</Paragraphs>
  <Slides>80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80</vt:i4>
      </vt:variant>
    </vt:vector>
  </HeadingPairs>
  <TitlesOfParts>
    <vt:vector size="98" baseType="lpstr">
      <vt:lpstr>Corben</vt:lpstr>
      <vt:lpstr>Cooper Black</vt:lpstr>
      <vt:lpstr>Calibri</vt:lpstr>
      <vt:lpstr>Open Sans</vt:lpstr>
      <vt:lpstr>Quattrocento Sans</vt:lpstr>
      <vt:lpstr>Segoe UI Light</vt:lpstr>
      <vt:lpstr>Segoe UI</vt:lpstr>
      <vt:lpstr>Arial</vt:lpstr>
      <vt:lpstr>Aptos</vt:lpstr>
      <vt:lpstr>Aptos Display</vt:lpstr>
      <vt:lpstr>Arial Black</vt:lpstr>
      <vt:lpstr>Cambria</vt:lpstr>
      <vt:lpstr>Gill Sans</vt:lpstr>
      <vt:lpstr>Office Theme</vt:lpstr>
      <vt:lpstr>2_Office Theme</vt:lpstr>
      <vt:lpstr>3_Office Theme</vt:lpstr>
      <vt:lpstr>1_Office Theme</vt:lpstr>
      <vt:lpstr>4_Office Theme</vt:lpstr>
      <vt:lpstr>SAP BTP CAPM “TypeScript” for Developers</vt:lpstr>
      <vt:lpstr>PowerPoint Presentation</vt:lpstr>
      <vt:lpstr>Agenda </vt:lpstr>
      <vt:lpstr>Course Outlook – 10 Hours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ON CLOUD  RESTFUL APPLICATION  PROGRAMMING EMBEDDED STEAMPUNK TRAINING</dc:title>
  <dc:creator>anurag</dc:creator>
  <cp:lastModifiedBy>Anubhav Oberoy</cp:lastModifiedBy>
  <cp:revision>64</cp:revision>
  <dcterms:created xsi:type="dcterms:W3CDTF">2023-10-03T21:33:12Z</dcterms:created>
  <dcterms:modified xsi:type="dcterms:W3CDTF">2026-06-16T05:33:50Z</dcterms:modified>
</cp:coreProperties>
</file>