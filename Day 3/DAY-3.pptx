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1" r:id="rId2"/>
    <p:sldMasterId id="2147483709" r:id="rId3"/>
    <p:sldMasterId id="2147483741" r:id="rId4"/>
  </p:sldMasterIdLst>
  <p:notesMasterIdLst>
    <p:notesMasterId r:id="rId17"/>
  </p:notesMasterIdLst>
  <p:sldIdLst>
    <p:sldId id="256" r:id="rId5"/>
    <p:sldId id="402" r:id="rId6"/>
    <p:sldId id="423" r:id="rId7"/>
    <p:sldId id="259" r:id="rId8"/>
    <p:sldId id="430" r:id="rId9"/>
    <p:sldId id="452" r:id="rId10"/>
    <p:sldId id="453" r:id="rId11"/>
    <p:sldId id="454" r:id="rId12"/>
    <p:sldId id="455" r:id="rId13"/>
    <p:sldId id="406" r:id="rId14"/>
    <p:sldId id="407" r:id="rId15"/>
    <p:sldId id="409" r:id="rId16"/>
  </p:sldIdLst>
  <p:sldSz cx="12188825" cy="6858000"/>
  <p:notesSz cx="6858000" cy="9144000"/>
  <p:embeddedFontLst>
    <p:embeddedFont>
      <p:font typeface="Arial Black" panose="020B0A04020102020204" pitchFamily="34" charset="0"/>
      <p:regular r:id="rId18"/>
      <p:bold r:id="rId19"/>
    </p:embeddedFont>
    <p:embeddedFont>
      <p:font typeface="Cambria" panose="02040503050406030204" pitchFamily="18" charset="0"/>
      <p:regular r:id="rId20"/>
      <p:bold r:id="rId21"/>
      <p:italic r:id="rId22"/>
      <p:boldItalic r:id="rId23"/>
    </p:embeddedFont>
    <p:embeddedFont>
      <p:font typeface="Cooper Black" panose="0208090404030B020404" pitchFamily="18" charset="0"/>
      <p:regular r:id="rId24"/>
    </p:embeddedFont>
    <p:embeddedFont>
      <p:font typeface="Corben" panose="020B0604020202020204" charset="0"/>
      <p:bold r:id="rId25"/>
    </p:embeddedFont>
    <p:embeddedFont>
      <p:font typeface="Gill Sans" panose="020B0604020202020204" charset="0"/>
      <p:regular r:id="rId26"/>
      <p:bold r:id="rId27"/>
    </p:embeddedFont>
    <p:embeddedFont>
      <p:font typeface="Open Sans" panose="020B0606030504020204" pitchFamily="34" charset="0"/>
      <p:regular r:id="rId28"/>
      <p:bold r:id="rId29"/>
      <p:italic r:id="rId30"/>
      <p:boldItalic r:id="rId31"/>
    </p:embeddedFont>
    <p:embeddedFont>
      <p:font typeface="Quattrocento Sans" panose="020B0502050000020003" pitchFamily="34" charset="0"/>
      <p:regular r:id="rId32"/>
      <p:bold r:id="rId33"/>
      <p:italic r:id="rId34"/>
      <p:boldItalic r:id="rId35"/>
    </p:embeddedFont>
    <p:embeddedFont>
      <p:font typeface="Segoe UI" panose="020B0502040204020203" pitchFamily="34" charset="0"/>
      <p:regular r:id="rId36"/>
      <p:bold r:id="rId37"/>
      <p:italic r:id="rId38"/>
      <p:boldItalic r:id="rId39"/>
    </p:embeddedFont>
    <p:embeddedFont>
      <p:font typeface="Segoe UI Light" panose="020B0502040204020203" pitchFamily="34" charset="0"/>
      <p:regular r:id="rId40"/>
      <p: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3" roundtripDataSignature="AMtx7mjDuvg+AJ5SXhqS019oXJCQRER+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3E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8" y="4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font" Target="fonts/font22.fntdata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3.xml"/><Relationship Id="rId20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font" Target="fonts/font23.fntdata"/><Relationship Id="rId20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203" Type="http://customschemas.google.com/relationships/presentationmetadata" Target="metadata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207" Type="http://schemas.openxmlformats.org/officeDocument/2006/relationships/tableStyles" Target="tableStyles.xml"/><Relationship Id="rId8" Type="http://schemas.openxmlformats.org/officeDocument/2006/relationships/slide" Target="slides/slide4.xml"/><Relationship Id="rId20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font" Target="fonts/font21.fntdata"/><Relationship Id="rId20" Type="http://schemas.openxmlformats.org/officeDocument/2006/relationships/font" Target="fonts/font3.fntdata"/><Relationship Id="rId41" Type="http://schemas.openxmlformats.org/officeDocument/2006/relationships/font" Target="fonts/font2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3" name="Google Shape;4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479084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6"/>
          <p:cNvSpPr/>
          <p:nvPr/>
        </p:nvSpPr>
        <p:spPr>
          <a:xfrm flipH="1">
            <a:off x="-2" y="3058359"/>
            <a:ext cx="7462565" cy="3799641"/>
          </a:xfrm>
          <a:custGeom>
            <a:avLst/>
            <a:gdLst/>
            <a:ahLst/>
            <a:cxnLst/>
            <a:rect l="l" t="t" r="r" b="b"/>
            <a:pathLst>
              <a:path w="12188831" h="5733256" extrusionOk="0">
                <a:moveTo>
                  <a:pt x="12188831" y="0"/>
                </a:moveTo>
                <a:lnTo>
                  <a:pt x="12188831" y="5733256"/>
                </a:lnTo>
                <a:lnTo>
                  <a:pt x="10983154" y="5733256"/>
                </a:lnTo>
                <a:lnTo>
                  <a:pt x="10983152" y="5733255"/>
                </a:lnTo>
                <a:lnTo>
                  <a:pt x="0" y="5733255"/>
                </a:lnTo>
                <a:lnTo>
                  <a:pt x="0" y="3901689"/>
                </a:lnTo>
                <a:lnTo>
                  <a:pt x="116738" y="3818114"/>
                </a:lnTo>
                <a:cubicBezTo>
                  <a:pt x="956202" y="3277659"/>
                  <a:pt x="1857795" y="3898914"/>
                  <a:pt x="3353729" y="5019020"/>
                </a:cubicBezTo>
                <a:cubicBezTo>
                  <a:pt x="5767244" y="6817560"/>
                  <a:pt x="6911508" y="2885526"/>
                  <a:pt x="10993000" y="491571"/>
                </a:cubicBezTo>
                <a:lnTo>
                  <a:pt x="11125235" y="417447"/>
                </a:lnTo>
                <a:lnTo>
                  <a:pt x="11145184" y="404008"/>
                </a:lnTo>
                <a:cubicBezTo>
                  <a:pt x="11220887" y="357537"/>
                  <a:pt x="11298685" y="314203"/>
                  <a:pt x="11378400" y="274182"/>
                </a:cubicBezTo>
                <a:lnTo>
                  <a:pt x="11390552" y="268723"/>
                </a:lnTo>
                <a:lnTo>
                  <a:pt x="11397294" y="264943"/>
                </a:lnTo>
                <a:lnTo>
                  <a:pt x="11495015" y="216024"/>
                </a:lnTo>
                <a:lnTo>
                  <a:pt x="11495015" y="221793"/>
                </a:lnTo>
                <a:lnTo>
                  <a:pt x="11623123" y="164241"/>
                </a:lnTo>
                <a:cubicBezTo>
                  <a:pt x="11789872" y="97813"/>
                  <a:pt x="11963585" y="45356"/>
                  <a:pt x="12142851" y="8296"/>
                </a:cubicBezTo>
                <a:close/>
              </a:path>
            </a:pathLst>
          </a:custGeom>
          <a:solidFill>
            <a:srgbClr val="C7E6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" name="Google Shape;17;p146"/>
          <p:cNvSpPr/>
          <p:nvPr/>
        </p:nvSpPr>
        <p:spPr>
          <a:xfrm>
            <a:off x="-6" y="1124744"/>
            <a:ext cx="12188831" cy="5733256"/>
          </a:xfrm>
          <a:custGeom>
            <a:avLst/>
            <a:gdLst/>
            <a:ahLst/>
            <a:cxnLst/>
            <a:rect l="l" t="t" r="r" b="b"/>
            <a:pathLst>
              <a:path w="12188831" h="5733256" extrusionOk="0">
                <a:moveTo>
                  <a:pt x="12188831" y="0"/>
                </a:moveTo>
                <a:lnTo>
                  <a:pt x="12188831" y="5733256"/>
                </a:lnTo>
                <a:lnTo>
                  <a:pt x="10983154" y="5733256"/>
                </a:lnTo>
                <a:lnTo>
                  <a:pt x="10983152" y="5733255"/>
                </a:lnTo>
                <a:lnTo>
                  <a:pt x="0" y="5733255"/>
                </a:lnTo>
                <a:lnTo>
                  <a:pt x="0" y="3901689"/>
                </a:lnTo>
                <a:lnTo>
                  <a:pt x="116738" y="3818114"/>
                </a:lnTo>
                <a:cubicBezTo>
                  <a:pt x="956202" y="3277659"/>
                  <a:pt x="1857795" y="3898914"/>
                  <a:pt x="3353729" y="5019020"/>
                </a:cubicBezTo>
                <a:cubicBezTo>
                  <a:pt x="5767244" y="6817560"/>
                  <a:pt x="6911508" y="2885526"/>
                  <a:pt x="10993000" y="491571"/>
                </a:cubicBezTo>
                <a:lnTo>
                  <a:pt x="11125235" y="417447"/>
                </a:lnTo>
                <a:lnTo>
                  <a:pt x="11145184" y="404008"/>
                </a:lnTo>
                <a:cubicBezTo>
                  <a:pt x="11220887" y="357537"/>
                  <a:pt x="11298685" y="314203"/>
                  <a:pt x="11378400" y="274182"/>
                </a:cubicBezTo>
                <a:lnTo>
                  <a:pt x="11390552" y="268723"/>
                </a:lnTo>
                <a:lnTo>
                  <a:pt x="11397294" y="264943"/>
                </a:lnTo>
                <a:lnTo>
                  <a:pt x="11495015" y="216024"/>
                </a:lnTo>
                <a:lnTo>
                  <a:pt x="11495015" y="221793"/>
                </a:lnTo>
                <a:lnTo>
                  <a:pt x="11623123" y="164241"/>
                </a:lnTo>
                <a:cubicBezTo>
                  <a:pt x="11789872" y="97813"/>
                  <a:pt x="11963585" y="45356"/>
                  <a:pt x="12142851" y="8296"/>
                </a:cubicBezTo>
                <a:close/>
              </a:path>
            </a:pathLst>
          </a:custGeom>
          <a:solidFill>
            <a:srgbClr val="ABD98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" name="Google Shape;18;p146"/>
          <p:cNvSpPr/>
          <p:nvPr/>
        </p:nvSpPr>
        <p:spPr>
          <a:xfrm flipH="1">
            <a:off x="-2" y="1995614"/>
            <a:ext cx="12188827" cy="4862387"/>
          </a:xfrm>
          <a:custGeom>
            <a:avLst/>
            <a:gdLst/>
            <a:ahLst/>
            <a:cxnLst/>
            <a:rect l="l" t="t" r="r" b="b"/>
            <a:pathLst>
              <a:path w="12188827" h="4862387" extrusionOk="0">
                <a:moveTo>
                  <a:pt x="0" y="0"/>
                </a:moveTo>
                <a:lnTo>
                  <a:pt x="0" y="4862387"/>
                </a:lnTo>
                <a:lnTo>
                  <a:pt x="12188827" y="4862387"/>
                </a:lnTo>
                <a:lnTo>
                  <a:pt x="12188827" y="3248211"/>
                </a:lnTo>
                <a:lnTo>
                  <a:pt x="12065043" y="3174555"/>
                </a:lnTo>
                <a:cubicBezTo>
                  <a:pt x="11174911" y="2698247"/>
                  <a:pt x="10218900" y="3245765"/>
                  <a:pt x="8632675" y="4232925"/>
                </a:cubicBezTo>
                <a:cubicBezTo>
                  <a:pt x="5990931" y="5869126"/>
                  <a:pt x="4783278" y="2123831"/>
                  <a:pt x="103619" y="43113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3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" name="Google Shape;19;p146"/>
          <p:cNvSpPr txBox="1">
            <a:spLocks noGrp="1"/>
          </p:cNvSpPr>
          <p:nvPr>
            <p:ph type="ctrTitle"/>
          </p:nvPr>
        </p:nvSpPr>
        <p:spPr>
          <a:xfrm>
            <a:off x="914162" y="1257197"/>
            <a:ext cx="6548402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Quattrocento Sans"/>
              <a:buNone/>
              <a:defRPr sz="48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6"/>
          <p:cNvSpPr txBox="1">
            <a:spLocks noGrp="1"/>
          </p:cNvSpPr>
          <p:nvPr>
            <p:ph type="subTitle" idx="1"/>
          </p:nvPr>
        </p:nvSpPr>
        <p:spPr>
          <a:xfrm>
            <a:off x="914163" y="2765323"/>
            <a:ext cx="6980449" cy="612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Autofit/>
          </a:bodyPr>
          <a:lstStyle>
            <a:lvl1pPr lvl="0" algn="l">
              <a:spcBef>
                <a:spcPts val="560"/>
              </a:spcBef>
              <a:spcAft>
                <a:spcPts val="0"/>
              </a:spcAft>
              <a:buClr>
                <a:srgbClr val="7F7F7F"/>
              </a:buClr>
              <a:buSzPts val="2800"/>
              <a:buNone/>
              <a:defRPr sz="2800">
                <a:solidFill>
                  <a:srgbClr val="7F7F7F"/>
                </a:solidFill>
              </a:defRPr>
            </a:lvl1pPr>
            <a:lvl2pPr lvl="1" algn="ctr">
              <a:spcBef>
                <a:spcPts val="640"/>
              </a:spcBef>
              <a:spcAft>
                <a:spcPts val="0"/>
              </a:spcAft>
              <a:buClr>
                <a:srgbClr val="918E8D"/>
              </a:buClr>
              <a:buSzPts val="3200"/>
              <a:buNone/>
              <a:defRPr>
                <a:solidFill>
                  <a:srgbClr val="918E8D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918E8D"/>
              </a:buClr>
              <a:buSzPts val="2400"/>
              <a:buNone/>
              <a:defRPr>
                <a:solidFill>
                  <a:srgbClr val="918E8D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918E8D"/>
              </a:buClr>
              <a:buSzPts val="2000"/>
              <a:buNone/>
              <a:defRPr>
                <a:solidFill>
                  <a:srgbClr val="918E8D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918E8D"/>
              </a:buClr>
              <a:buSzPts val="2000"/>
              <a:buNone/>
              <a:defRPr>
                <a:solidFill>
                  <a:srgbClr val="918E8D"/>
                </a:solidFill>
              </a:defRPr>
            </a:lvl5pPr>
            <a:lvl6pPr lvl="5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6pPr>
            <a:lvl7pPr lvl="6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7pPr>
            <a:lvl8pPr lvl="7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8pPr>
            <a:lvl9pPr lvl="8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146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6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6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p146"/>
          <p:cNvSpPr txBox="1">
            <a:spLocks noGrp="1"/>
          </p:cNvSpPr>
          <p:nvPr>
            <p:ph type="body" idx="2"/>
          </p:nvPr>
        </p:nvSpPr>
        <p:spPr>
          <a:xfrm>
            <a:off x="7462563" y="5085184"/>
            <a:ext cx="4141693" cy="1156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b" anchorCtr="0">
            <a:noAutofit/>
          </a:bodyPr>
          <a:lstStyle>
            <a:lvl1pPr marL="457200" lvl="0" indent="-228600" algn="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46"/>
          <p:cNvSpPr/>
          <p:nvPr/>
        </p:nvSpPr>
        <p:spPr>
          <a:xfrm>
            <a:off x="0" y="0"/>
            <a:ext cx="1125860" cy="1052736"/>
          </a:xfrm>
          <a:custGeom>
            <a:avLst/>
            <a:gdLst/>
            <a:ahLst/>
            <a:cxnLst/>
            <a:rect l="l" t="t" r="r" b="b"/>
            <a:pathLst>
              <a:path w="1125860" h="1052736" extrusionOk="0">
                <a:moveTo>
                  <a:pt x="0" y="0"/>
                </a:moveTo>
                <a:lnTo>
                  <a:pt x="1078411" y="0"/>
                </a:lnTo>
                <a:lnTo>
                  <a:pt x="1109768" y="101015"/>
                </a:lnTo>
                <a:cubicBezTo>
                  <a:pt x="1120319" y="152578"/>
                  <a:pt x="1125860" y="205966"/>
                  <a:pt x="1125860" y="260648"/>
                </a:cubicBezTo>
                <a:cubicBezTo>
                  <a:pt x="1125860" y="698106"/>
                  <a:pt x="771230" y="1052736"/>
                  <a:pt x="333772" y="1052736"/>
                </a:cubicBezTo>
                <a:cubicBezTo>
                  <a:pt x="224408" y="1052736"/>
                  <a:pt x="120220" y="1030572"/>
                  <a:pt x="25456" y="990490"/>
                </a:cubicBezTo>
                <a:lnTo>
                  <a:pt x="0" y="9766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" name="Google Shape;26;p146"/>
          <p:cNvSpPr/>
          <p:nvPr/>
        </p:nvSpPr>
        <p:spPr>
          <a:xfrm>
            <a:off x="1413892" y="398372"/>
            <a:ext cx="472244" cy="47224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" name="Google Shape;27;p146"/>
          <p:cNvSpPr/>
          <p:nvPr/>
        </p:nvSpPr>
        <p:spPr>
          <a:xfrm>
            <a:off x="9367155" y="1301823"/>
            <a:ext cx="1406894" cy="1406894"/>
          </a:xfrm>
          <a:prstGeom prst="ellipse">
            <a:avLst/>
          </a:prstGeom>
          <a:solidFill>
            <a:srgbClr val="ACD98C"/>
          </a:solidFill>
          <a:ln w="1016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" name="Google Shape;28;p146"/>
          <p:cNvSpPr/>
          <p:nvPr/>
        </p:nvSpPr>
        <p:spPr>
          <a:xfrm>
            <a:off x="10532246" y="729678"/>
            <a:ext cx="483606" cy="483606"/>
          </a:xfrm>
          <a:prstGeom prst="ellipse">
            <a:avLst/>
          </a:prstGeom>
          <a:solidFill>
            <a:srgbClr val="C7E6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Only">
  <p:cSld name="1_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47"/>
          <p:cNvSpPr/>
          <p:nvPr/>
        </p:nvSpPr>
        <p:spPr>
          <a:xfrm>
            <a:off x="-2889" y="0"/>
            <a:ext cx="5373429" cy="6858001"/>
          </a:xfrm>
          <a:custGeom>
            <a:avLst/>
            <a:gdLst/>
            <a:ahLst/>
            <a:cxnLst/>
            <a:rect l="l" t="t" r="r" b="b"/>
            <a:pathLst>
              <a:path w="5373429" h="6858001" extrusionOk="0">
                <a:moveTo>
                  <a:pt x="0" y="0"/>
                </a:moveTo>
                <a:lnTo>
                  <a:pt x="3009869" y="0"/>
                </a:lnTo>
                <a:lnTo>
                  <a:pt x="3067925" y="33382"/>
                </a:lnTo>
                <a:cubicBezTo>
                  <a:pt x="4450129" y="873229"/>
                  <a:pt x="5373429" y="2393122"/>
                  <a:pt x="5373429" y="4128662"/>
                </a:cubicBezTo>
                <a:cubicBezTo>
                  <a:pt x="5373429" y="5120400"/>
                  <a:pt x="5071943" y="6041721"/>
                  <a:pt x="4555623" y="6805976"/>
                </a:cubicBezTo>
                <a:lnTo>
                  <a:pt x="4518627" y="6858001"/>
                </a:lnTo>
                <a:lnTo>
                  <a:pt x="0" y="685800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" name="Google Shape;31;p147"/>
          <p:cNvSpPr/>
          <p:nvPr/>
        </p:nvSpPr>
        <p:spPr>
          <a:xfrm>
            <a:off x="1" y="0"/>
            <a:ext cx="4749901" cy="6858000"/>
          </a:xfrm>
          <a:custGeom>
            <a:avLst/>
            <a:gdLst/>
            <a:ahLst/>
            <a:cxnLst/>
            <a:rect l="l" t="t" r="r" b="b"/>
            <a:pathLst>
              <a:path w="4749901" h="6858000" extrusionOk="0">
                <a:moveTo>
                  <a:pt x="0" y="0"/>
                </a:moveTo>
                <a:lnTo>
                  <a:pt x="2930208" y="0"/>
                </a:lnTo>
                <a:lnTo>
                  <a:pt x="3243158" y="234020"/>
                </a:lnTo>
                <a:cubicBezTo>
                  <a:pt x="4163364" y="993441"/>
                  <a:pt x="4749901" y="2142724"/>
                  <a:pt x="4749901" y="3429000"/>
                </a:cubicBezTo>
                <a:cubicBezTo>
                  <a:pt x="4749901" y="4715276"/>
                  <a:pt x="4163364" y="5864559"/>
                  <a:pt x="3243158" y="6623981"/>
                </a:cubicBezTo>
                <a:lnTo>
                  <a:pt x="2930208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24376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" name="Google Shape;32;p147"/>
          <p:cNvSpPr txBox="1">
            <a:spLocks noGrp="1"/>
          </p:cNvSpPr>
          <p:nvPr>
            <p:ph type="title"/>
          </p:nvPr>
        </p:nvSpPr>
        <p:spPr>
          <a:xfrm>
            <a:off x="582007" y="1700808"/>
            <a:ext cx="4432285" cy="1900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Quattrocento Sans"/>
              <a:buNone/>
              <a:defRPr sz="4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47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47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47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" name="Google Shape;36;p147"/>
          <p:cNvSpPr txBox="1">
            <a:spLocks noGrp="1"/>
          </p:cNvSpPr>
          <p:nvPr>
            <p:ph type="body" idx="1"/>
          </p:nvPr>
        </p:nvSpPr>
        <p:spPr>
          <a:xfrm>
            <a:off x="582613" y="3602206"/>
            <a:ext cx="3279775" cy="1900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Only">
  <p:cSld name="4_Title 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9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9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9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149"/>
          <p:cNvSpPr txBox="1">
            <a:spLocks noGrp="1"/>
          </p:cNvSpPr>
          <p:nvPr>
            <p:ph type="title"/>
          </p:nvPr>
        </p:nvSpPr>
        <p:spPr>
          <a:xfrm>
            <a:off x="609441" y="476672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Quattrocento Sa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9"/>
          <p:cNvSpPr txBox="1">
            <a:spLocks noGrp="1"/>
          </p:cNvSpPr>
          <p:nvPr>
            <p:ph type="body" idx="1"/>
          </p:nvPr>
        </p:nvSpPr>
        <p:spPr>
          <a:xfrm>
            <a:off x="609600" y="188913"/>
            <a:ext cx="5700713" cy="36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marL="1371600" lvl="2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0"/>
          <p:cNvSpPr txBox="1">
            <a:spLocks noGrp="1"/>
          </p:cNvSpPr>
          <p:nvPr>
            <p:ph type="ctrTitle"/>
          </p:nvPr>
        </p:nvSpPr>
        <p:spPr>
          <a:xfrm>
            <a:off x="914162" y="1226215"/>
            <a:ext cx="6548402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Quattrocento Sans"/>
              <a:buNone/>
              <a:defRPr sz="4800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70"/>
          <p:cNvSpPr txBox="1">
            <a:spLocks noGrp="1"/>
          </p:cNvSpPr>
          <p:nvPr>
            <p:ph type="subTitle" idx="1"/>
          </p:nvPr>
        </p:nvSpPr>
        <p:spPr>
          <a:xfrm>
            <a:off x="914163" y="2734341"/>
            <a:ext cx="5396273" cy="108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rmAutofit/>
          </a:bodyPr>
          <a:lstStyle>
            <a:lvl1pPr lvl="0" algn="l"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640"/>
              </a:spcBef>
              <a:spcAft>
                <a:spcPts val="0"/>
              </a:spcAft>
              <a:buClr>
                <a:srgbClr val="918E8D"/>
              </a:buClr>
              <a:buSzPts val="3200"/>
              <a:buNone/>
              <a:defRPr>
                <a:solidFill>
                  <a:srgbClr val="918E8D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918E8D"/>
              </a:buClr>
              <a:buSzPts val="2400"/>
              <a:buNone/>
              <a:defRPr>
                <a:solidFill>
                  <a:srgbClr val="918E8D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918E8D"/>
              </a:buClr>
              <a:buSzPts val="2000"/>
              <a:buNone/>
              <a:defRPr>
                <a:solidFill>
                  <a:srgbClr val="918E8D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918E8D"/>
              </a:buClr>
              <a:buSzPts val="2000"/>
              <a:buNone/>
              <a:defRPr>
                <a:solidFill>
                  <a:srgbClr val="918E8D"/>
                </a:solidFill>
              </a:defRPr>
            </a:lvl5pPr>
            <a:lvl6pPr lvl="5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6pPr>
            <a:lvl7pPr lvl="6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7pPr>
            <a:lvl8pPr lvl="7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8pPr>
            <a:lvl9pPr lvl="8" algn="ctr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>
                <a:solidFill>
                  <a:srgbClr val="918E8D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70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0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0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5" name="Google Shape;85;p170"/>
          <p:cNvSpPr txBox="1">
            <a:spLocks noGrp="1"/>
          </p:cNvSpPr>
          <p:nvPr>
            <p:ph type="body" idx="2"/>
          </p:nvPr>
        </p:nvSpPr>
        <p:spPr>
          <a:xfrm>
            <a:off x="914400" y="3933825"/>
            <a:ext cx="5827713" cy="612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70"/>
          <p:cNvSpPr>
            <a:spLocks noGrp="1"/>
          </p:cNvSpPr>
          <p:nvPr>
            <p:ph type="pic" idx="3"/>
          </p:nvPr>
        </p:nvSpPr>
        <p:spPr>
          <a:xfrm>
            <a:off x="5208376" y="0"/>
            <a:ext cx="6980449" cy="68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1"/>
          <p:cNvSpPr txBox="1"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Quattrocento Sans"/>
              <a:buNone/>
              <a:defRPr sz="53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71"/>
          <p:cNvSpPr txBox="1"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b" anchorCtr="0">
            <a:normAutofit/>
          </a:bodyPr>
          <a:lstStyle>
            <a:lvl1pPr marL="457200" lvl="0" indent="-228600" algn="l">
              <a:spcBef>
                <a:spcPts val="540"/>
              </a:spcBef>
              <a:spcAft>
                <a:spcPts val="0"/>
              </a:spcAft>
              <a:buClr>
                <a:srgbClr val="918E8D"/>
              </a:buClr>
              <a:buSzPts val="2700"/>
              <a:buNone/>
              <a:defRPr sz="2700">
                <a:solidFill>
                  <a:srgbClr val="918E8D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rgbClr val="918E8D"/>
              </a:buClr>
              <a:buSzPts val="2400"/>
              <a:buNone/>
              <a:defRPr sz="2400">
                <a:solidFill>
                  <a:srgbClr val="918E8D"/>
                </a:solidFill>
              </a:defRPr>
            </a:lvl2pPr>
            <a:lvl3pPr marL="1371600" lvl="2" indent="-228600" algn="l">
              <a:spcBef>
                <a:spcPts val="420"/>
              </a:spcBef>
              <a:spcAft>
                <a:spcPts val="0"/>
              </a:spcAft>
              <a:buClr>
                <a:srgbClr val="918E8D"/>
              </a:buClr>
              <a:buSzPts val="2100"/>
              <a:buNone/>
              <a:defRPr sz="2100">
                <a:solidFill>
                  <a:srgbClr val="918E8D"/>
                </a:solidFill>
              </a:defRPr>
            </a:lvl3pPr>
            <a:lvl4pPr marL="1828800" lvl="3" indent="-228600" algn="l">
              <a:spcBef>
                <a:spcPts val="380"/>
              </a:spcBef>
              <a:spcAft>
                <a:spcPts val="0"/>
              </a:spcAft>
              <a:buClr>
                <a:srgbClr val="918E8D"/>
              </a:buClr>
              <a:buSzPts val="1900"/>
              <a:buNone/>
              <a:defRPr sz="1900">
                <a:solidFill>
                  <a:srgbClr val="918E8D"/>
                </a:solidFill>
              </a:defRPr>
            </a:lvl4pPr>
            <a:lvl5pPr marL="2286000" lvl="4" indent="-228600" algn="l">
              <a:spcBef>
                <a:spcPts val="380"/>
              </a:spcBef>
              <a:spcAft>
                <a:spcPts val="0"/>
              </a:spcAft>
              <a:buClr>
                <a:srgbClr val="918E8D"/>
              </a:buClr>
              <a:buSzPts val="1900"/>
              <a:buNone/>
              <a:defRPr sz="1900">
                <a:solidFill>
                  <a:srgbClr val="918E8D"/>
                </a:solidFill>
              </a:defRPr>
            </a:lvl5pPr>
            <a:lvl6pPr marL="2743200" lvl="5" indent="-228600" algn="l">
              <a:spcBef>
                <a:spcPts val="380"/>
              </a:spcBef>
              <a:spcAft>
                <a:spcPts val="0"/>
              </a:spcAft>
              <a:buClr>
                <a:srgbClr val="918E8D"/>
              </a:buClr>
              <a:buSzPts val="1900"/>
              <a:buNone/>
              <a:defRPr sz="1900">
                <a:solidFill>
                  <a:srgbClr val="918E8D"/>
                </a:solidFill>
              </a:defRPr>
            </a:lvl6pPr>
            <a:lvl7pPr marL="3200400" lvl="6" indent="-228600" algn="l">
              <a:spcBef>
                <a:spcPts val="380"/>
              </a:spcBef>
              <a:spcAft>
                <a:spcPts val="0"/>
              </a:spcAft>
              <a:buClr>
                <a:srgbClr val="918E8D"/>
              </a:buClr>
              <a:buSzPts val="1900"/>
              <a:buNone/>
              <a:defRPr sz="1900">
                <a:solidFill>
                  <a:srgbClr val="918E8D"/>
                </a:solidFill>
              </a:defRPr>
            </a:lvl7pPr>
            <a:lvl8pPr marL="3657600" lvl="7" indent="-228600" algn="l">
              <a:spcBef>
                <a:spcPts val="380"/>
              </a:spcBef>
              <a:spcAft>
                <a:spcPts val="0"/>
              </a:spcAft>
              <a:buClr>
                <a:srgbClr val="918E8D"/>
              </a:buClr>
              <a:buSzPts val="1900"/>
              <a:buNone/>
              <a:defRPr sz="1900">
                <a:solidFill>
                  <a:srgbClr val="918E8D"/>
                </a:solidFill>
              </a:defRPr>
            </a:lvl8pPr>
            <a:lvl9pPr marL="4114800" lvl="8" indent="-228600" algn="l">
              <a:spcBef>
                <a:spcPts val="380"/>
              </a:spcBef>
              <a:spcAft>
                <a:spcPts val="0"/>
              </a:spcAft>
              <a:buClr>
                <a:srgbClr val="918E8D"/>
              </a:buClr>
              <a:buSzPts val="1900"/>
              <a:buNone/>
              <a:defRPr sz="1900">
                <a:solidFill>
                  <a:srgbClr val="918E8D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171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71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1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2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2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2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7" name="Google Shape;97;p172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Quattrocento Sa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3_Title Only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3"/>
          <p:cNvSpPr/>
          <p:nvPr/>
        </p:nvSpPr>
        <p:spPr>
          <a:xfrm>
            <a:off x="0" y="4581128"/>
            <a:ext cx="5163566" cy="2276872"/>
          </a:xfrm>
          <a:custGeom>
            <a:avLst/>
            <a:gdLst/>
            <a:ahLst/>
            <a:cxnLst/>
            <a:rect l="l" t="t" r="r" b="b"/>
            <a:pathLst>
              <a:path w="5163566" h="2276872" extrusionOk="0">
                <a:moveTo>
                  <a:pt x="2035697" y="0"/>
                </a:moveTo>
                <a:cubicBezTo>
                  <a:pt x="3397576" y="0"/>
                  <a:pt x="4566062" y="828016"/>
                  <a:pt x="5065187" y="2008081"/>
                </a:cubicBezTo>
                <a:lnTo>
                  <a:pt x="5163566" y="2276872"/>
                </a:lnTo>
                <a:lnTo>
                  <a:pt x="0" y="2276872"/>
                </a:lnTo>
                <a:lnTo>
                  <a:pt x="0" y="706170"/>
                </a:lnTo>
                <a:lnTo>
                  <a:pt x="5811" y="701257"/>
                </a:lnTo>
                <a:cubicBezTo>
                  <a:pt x="564774" y="261990"/>
                  <a:pt x="1269640" y="0"/>
                  <a:pt x="2035697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ACD98C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0" name="Google Shape;100;p173"/>
          <p:cNvSpPr/>
          <p:nvPr/>
        </p:nvSpPr>
        <p:spPr>
          <a:xfrm rot="5400000">
            <a:off x="-662523" y="1957214"/>
            <a:ext cx="5179585" cy="3854541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1" name="Google Shape;101;p173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Quattrocento Sa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3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73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73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5" name="Google Shape;105;p173"/>
          <p:cNvSpPr/>
          <p:nvPr/>
        </p:nvSpPr>
        <p:spPr>
          <a:xfrm rot="5400000">
            <a:off x="-766723" y="1858237"/>
            <a:ext cx="5179585" cy="3646140"/>
          </a:xfrm>
          <a:prstGeom prst="round2SameRect">
            <a:avLst>
              <a:gd name="adj1" fmla="val 1098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chemeClr val="accent3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6" name="Google Shape;106;p173"/>
          <p:cNvSpPr txBox="1">
            <a:spLocks noGrp="1"/>
          </p:cNvSpPr>
          <p:nvPr>
            <p:ph type="body" idx="1"/>
          </p:nvPr>
        </p:nvSpPr>
        <p:spPr>
          <a:xfrm>
            <a:off x="609600" y="1508576"/>
            <a:ext cx="2676525" cy="1152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200" tIns="60925" rIns="61200" bIns="60925" anchor="ctr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3pPr>
            <a:lvl4pPr marL="1828800" lvl="3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439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85"/>
          <p:cNvGrpSpPr/>
          <p:nvPr/>
        </p:nvGrpSpPr>
        <p:grpSpPr>
          <a:xfrm rot="10800000">
            <a:off x="9586912" y="4027941"/>
            <a:ext cx="2601913" cy="2833688"/>
            <a:chOff x="0" y="0"/>
            <a:chExt cx="2601913" cy="2833688"/>
          </a:xfrm>
        </p:grpSpPr>
        <p:sp>
          <p:nvSpPr>
            <p:cNvPr id="134" name="Google Shape;134;p185"/>
            <p:cNvSpPr/>
            <p:nvPr/>
          </p:nvSpPr>
          <p:spPr>
            <a:xfrm>
              <a:off x="0" y="0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442" y="254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rgbClr val="78001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185"/>
            <p:cNvSpPr/>
            <p:nvPr/>
          </p:nvSpPr>
          <p:spPr>
            <a:xfrm>
              <a:off x="0" y="403225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6"/>
                  </a:moveTo>
                  <a:lnTo>
                    <a:pt x="0" y="256"/>
                  </a:lnTo>
                  <a:lnTo>
                    <a:pt x="442" y="0"/>
                  </a:lnTo>
                  <a:lnTo>
                    <a:pt x="442" y="0"/>
                  </a:lnTo>
                  <a:lnTo>
                    <a:pt x="442" y="513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rgbClr val="F5340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185"/>
            <p:cNvSpPr/>
            <p:nvPr/>
          </p:nvSpPr>
          <p:spPr>
            <a:xfrm>
              <a:off x="0" y="1620838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442" y="256"/>
                  </a:lnTo>
                  <a:lnTo>
                    <a:pt x="442" y="256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185"/>
            <p:cNvSpPr/>
            <p:nvPr/>
          </p:nvSpPr>
          <p:spPr>
            <a:xfrm>
              <a:off x="0" y="1212850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7"/>
                  </a:moveTo>
                  <a:lnTo>
                    <a:pt x="0" y="257"/>
                  </a:lnTo>
                  <a:lnTo>
                    <a:pt x="442" y="0"/>
                  </a:lnTo>
                  <a:lnTo>
                    <a:pt x="442" y="3"/>
                  </a:lnTo>
                  <a:lnTo>
                    <a:pt x="442" y="513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" name="Google Shape;138;p185"/>
            <p:cNvSpPr/>
            <p:nvPr/>
          </p:nvSpPr>
          <p:spPr>
            <a:xfrm>
              <a:off x="234949" y="2359025"/>
              <a:ext cx="406465" cy="474663"/>
            </a:xfrm>
            <a:custGeom>
              <a:avLst/>
              <a:gdLst/>
              <a:ahLst/>
              <a:cxnLst/>
              <a:rect l="l" t="t" r="r" b="b"/>
              <a:pathLst>
                <a:path w="149" h="174" extrusionOk="0">
                  <a:moveTo>
                    <a:pt x="0" y="87"/>
                  </a:moveTo>
                  <a:lnTo>
                    <a:pt x="0" y="87"/>
                  </a:lnTo>
                  <a:lnTo>
                    <a:pt x="149" y="0"/>
                  </a:lnTo>
                  <a:lnTo>
                    <a:pt x="149" y="0"/>
                  </a:lnTo>
                  <a:lnTo>
                    <a:pt x="149" y="174"/>
                  </a:lnTo>
                  <a:lnTo>
                    <a:pt x="0" y="87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9" name="Google Shape;139;p185"/>
            <p:cNvSpPr/>
            <p:nvPr/>
          </p:nvSpPr>
          <p:spPr>
            <a:xfrm>
              <a:off x="0" y="809625"/>
              <a:ext cx="701675" cy="811213"/>
            </a:xfrm>
            <a:custGeom>
              <a:avLst/>
              <a:gdLst/>
              <a:ahLst/>
              <a:cxnLst/>
              <a:rect l="l" t="t" r="r" b="b"/>
              <a:pathLst>
                <a:path w="442" h="511" extrusionOk="0">
                  <a:moveTo>
                    <a:pt x="0" y="511"/>
                  </a:moveTo>
                  <a:lnTo>
                    <a:pt x="0" y="0"/>
                  </a:lnTo>
                  <a:lnTo>
                    <a:pt x="442" y="254"/>
                  </a:lnTo>
                  <a:lnTo>
                    <a:pt x="0" y="511"/>
                  </a:lnTo>
                  <a:close/>
                </a:path>
              </a:pathLst>
            </a:custGeom>
            <a:solidFill>
              <a:srgbClr val="114D81"/>
            </a:solidFill>
            <a:ln w="9525" cap="flat" cmpd="sng">
              <a:solidFill>
                <a:srgbClr val="114D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" name="Google Shape;140;p185"/>
            <p:cNvSpPr/>
            <p:nvPr/>
          </p:nvSpPr>
          <p:spPr>
            <a:xfrm>
              <a:off x="701675" y="403225"/>
              <a:ext cx="706438" cy="814388"/>
            </a:xfrm>
            <a:custGeom>
              <a:avLst/>
              <a:gdLst/>
              <a:ahLst/>
              <a:cxnLst/>
              <a:rect l="l" t="t" r="r" b="b"/>
              <a:pathLst>
                <a:path w="445" h="513" extrusionOk="0">
                  <a:moveTo>
                    <a:pt x="0" y="513"/>
                  </a:moveTo>
                  <a:lnTo>
                    <a:pt x="0" y="0"/>
                  </a:lnTo>
                  <a:lnTo>
                    <a:pt x="445" y="256"/>
                  </a:lnTo>
                  <a:lnTo>
                    <a:pt x="445" y="256"/>
                  </a:lnTo>
                  <a:lnTo>
                    <a:pt x="0" y="513"/>
                  </a:lnTo>
                  <a:close/>
                </a:path>
              </a:pathLst>
            </a:custGeom>
            <a:solidFill>
              <a:srgbClr val="F5340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" name="Google Shape;141;p185"/>
            <p:cNvSpPr/>
            <p:nvPr/>
          </p:nvSpPr>
          <p:spPr>
            <a:xfrm>
              <a:off x="701675" y="0"/>
              <a:ext cx="706438" cy="809625"/>
            </a:xfrm>
            <a:custGeom>
              <a:avLst/>
              <a:gdLst/>
              <a:ahLst/>
              <a:cxnLst/>
              <a:rect l="l" t="t" r="r" b="b"/>
              <a:pathLst>
                <a:path w="445" h="510" extrusionOk="0">
                  <a:moveTo>
                    <a:pt x="0" y="254"/>
                  </a:moveTo>
                  <a:lnTo>
                    <a:pt x="0" y="254"/>
                  </a:lnTo>
                  <a:lnTo>
                    <a:pt x="445" y="0"/>
                  </a:lnTo>
                  <a:lnTo>
                    <a:pt x="445" y="0"/>
                  </a:lnTo>
                  <a:lnTo>
                    <a:pt x="445" y="510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185"/>
            <p:cNvSpPr/>
            <p:nvPr/>
          </p:nvSpPr>
          <p:spPr>
            <a:xfrm>
              <a:off x="0" y="403225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6"/>
                  </a:moveTo>
                  <a:lnTo>
                    <a:pt x="0" y="256"/>
                  </a:lnTo>
                  <a:lnTo>
                    <a:pt x="442" y="0"/>
                  </a:lnTo>
                  <a:lnTo>
                    <a:pt x="442" y="0"/>
                  </a:lnTo>
                  <a:lnTo>
                    <a:pt x="442" y="513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rgbClr val="FFA7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185"/>
            <p:cNvSpPr/>
            <p:nvPr/>
          </p:nvSpPr>
          <p:spPr>
            <a:xfrm>
              <a:off x="1408113" y="0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442" y="254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rgbClr val="C1DD84"/>
            </a:solidFill>
            <a:ln w="9525" cap="flat" cmpd="sng">
              <a:solidFill>
                <a:srgbClr val="C1DD8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185"/>
            <p:cNvSpPr/>
            <p:nvPr/>
          </p:nvSpPr>
          <p:spPr>
            <a:xfrm>
              <a:off x="2317750" y="241300"/>
              <a:ext cx="284163" cy="328613"/>
            </a:xfrm>
            <a:custGeom>
              <a:avLst/>
              <a:gdLst/>
              <a:ahLst/>
              <a:cxnLst/>
              <a:rect l="l" t="t" r="r" b="b"/>
              <a:pathLst>
                <a:path w="179" h="207" extrusionOk="0">
                  <a:moveTo>
                    <a:pt x="0" y="207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79" y="102"/>
                  </a:lnTo>
                  <a:lnTo>
                    <a:pt x="0" y="207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185"/>
            <p:cNvSpPr/>
            <p:nvPr/>
          </p:nvSpPr>
          <p:spPr>
            <a:xfrm>
              <a:off x="1408113" y="1620838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442" y="256"/>
                  </a:lnTo>
                  <a:lnTo>
                    <a:pt x="442" y="256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185"/>
            <p:cNvSpPr/>
            <p:nvPr/>
          </p:nvSpPr>
          <p:spPr>
            <a:xfrm>
              <a:off x="706438" y="809625"/>
              <a:ext cx="701675" cy="811213"/>
            </a:xfrm>
            <a:custGeom>
              <a:avLst/>
              <a:gdLst/>
              <a:ahLst/>
              <a:cxnLst/>
              <a:rect l="l" t="t" r="r" b="b"/>
              <a:pathLst>
                <a:path w="442" h="511" extrusionOk="0">
                  <a:moveTo>
                    <a:pt x="0" y="254"/>
                  </a:moveTo>
                  <a:lnTo>
                    <a:pt x="442" y="0"/>
                  </a:lnTo>
                  <a:lnTo>
                    <a:pt x="442" y="511"/>
                  </a:lnTo>
                  <a:lnTo>
                    <a:pt x="442" y="511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185"/>
            <p:cNvSpPr/>
            <p:nvPr/>
          </p:nvSpPr>
          <p:spPr>
            <a:xfrm>
              <a:off x="701675" y="1212850"/>
              <a:ext cx="706438" cy="811213"/>
            </a:xfrm>
            <a:custGeom>
              <a:avLst/>
              <a:gdLst/>
              <a:ahLst/>
              <a:cxnLst/>
              <a:rect l="l" t="t" r="r" b="b"/>
              <a:pathLst>
                <a:path w="445" h="511" extrusionOk="0">
                  <a:moveTo>
                    <a:pt x="0" y="511"/>
                  </a:moveTo>
                  <a:lnTo>
                    <a:pt x="0" y="3"/>
                  </a:lnTo>
                  <a:lnTo>
                    <a:pt x="3" y="0"/>
                  </a:lnTo>
                  <a:lnTo>
                    <a:pt x="445" y="257"/>
                  </a:lnTo>
                  <a:lnTo>
                    <a:pt x="0" y="511"/>
                  </a:lnTo>
                  <a:close/>
                </a:path>
              </a:pathLst>
            </a:custGeom>
            <a:solidFill>
              <a:srgbClr val="8D8D8D"/>
            </a:solidFill>
            <a:ln w="9525" cap="flat" cmpd="sng">
              <a:solidFill>
                <a:srgbClr val="8D8D8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185"/>
            <p:cNvSpPr/>
            <p:nvPr/>
          </p:nvSpPr>
          <p:spPr>
            <a:xfrm>
              <a:off x="701675" y="1620838"/>
              <a:ext cx="706438" cy="809625"/>
            </a:xfrm>
            <a:custGeom>
              <a:avLst/>
              <a:gdLst/>
              <a:ahLst/>
              <a:cxnLst/>
              <a:rect l="l" t="t" r="r" b="b"/>
              <a:pathLst>
                <a:path w="445" h="510" extrusionOk="0">
                  <a:moveTo>
                    <a:pt x="0" y="256"/>
                  </a:moveTo>
                  <a:lnTo>
                    <a:pt x="0" y="254"/>
                  </a:lnTo>
                  <a:lnTo>
                    <a:pt x="445" y="0"/>
                  </a:lnTo>
                  <a:lnTo>
                    <a:pt x="445" y="0"/>
                  </a:lnTo>
                  <a:lnTo>
                    <a:pt x="445" y="510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185"/>
            <p:cNvSpPr/>
            <p:nvPr/>
          </p:nvSpPr>
          <p:spPr>
            <a:xfrm>
              <a:off x="701675" y="403225"/>
              <a:ext cx="706438" cy="814388"/>
            </a:xfrm>
            <a:custGeom>
              <a:avLst/>
              <a:gdLst/>
              <a:ahLst/>
              <a:cxnLst/>
              <a:rect l="l" t="t" r="r" b="b"/>
              <a:pathLst>
                <a:path w="445" h="513" extrusionOk="0">
                  <a:moveTo>
                    <a:pt x="0" y="513"/>
                  </a:moveTo>
                  <a:lnTo>
                    <a:pt x="0" y="0"/>
                  </a:lnTo>
                  <a:lnTo>
                    <a:pt x="445" y="256"/>
                  </a:lnTo>
                  <a:lnTo>
                    <a:pt x="445" y="256"/>
                  </a:lnTo>
                  <a:lnTo>
                    <a:pt x="0" y="513"/>
                  </a:lnTo>
                  <a:close/>
                </a:path>
              </a:pathLst>
            </a:custGeom>
            <a:solidFill>
              <a:srgbClr val="C1DD84"/>
            </a:solidFill>
            <a:ln w="9525" cap="flat" cmpd="sng">
              <a:solidFill>
                <a:srgbClr val="C1DD8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185"/>
            <p:cNvSpPr/>
            <p:nvPr/>
          </p:nvSpPr>
          <p:spPr>
            <a:xfrm>
              <a:off x="701675" y="0"/>
              <a:ext cx="706438" cy="809625"/>
            </a:xfrm>
            <a:custGeom>
              <a:avLst/>
              <a:gdLst/>
              <a:ahLst/>
              <a:cxnLst/>
              <a:rect l="l" t="t" r="r" b="b"/>
              <a:pathLst>
                <a:path w="445" h="510" extrusionOk="0">
                  <a:moveTo>
                    <a:pt x="0" y="254"/>
                  </a:moveTo>
                  <a:lnTo>
                    <a:pt x="0" y="254"/>
                  </a:lnTo>
                  <a:lnTo>
                    <a:pt x="445" y="0"/>
                  </a:lnTo>
                  <a:lnTo>
                    <a:pt x="445" y="0"/>
                  </a:lnTo>
                  <a:lnTo>
                    <a:pt x="445" y="510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185"/>
            <p:cNvSpPr/>
            <p:nvPr/>
          </p:nvSpPr>
          <p:spPr>
            <a:xfrm>
              <a:off x="0" y="403225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6"/>
                  </a:moveTo>
                  <a:lnTo>
                    <a:pt x="0" y="256"/>
                  </a:lnTo>
                  <a:lnTo>
                    <a:pt x="442" y="0"/>
                  </a:lnTo>
                  <a:lnTo>
                    <a:pt x="442" y="0"/>
                  </a:lnTo>
                  <a:lnTo>
                    <a:pt x="442" y="513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185"/>
            <p:cNvSpPr/>
            <p:nvPr/>
          </p:nvSpPr>
          <p:spPr>
            <a:xfrm>
              <a:off x="0" y="0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0"/>
                  </a:moveTo>
                  <a:lnTo>
                    <a:pt x="0" y="510"/>
                  </a:lnTo>
                  <a:lnTo>
                    <a:pt x="442" y="254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5151"/>
            </a:solidFill>
            <a:ln w="9525" cap="flat" cmpd="sng">
              <a:solidFill>
                <a:srgbClr val="51515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185"/>
            <p:cNvSpPr/>
            <p:nvPr/>
          </p:nvSpPr>
          <p:spPr>
            <a:xfrm>
              <a:off x="701675" y="0"/>
              <a:ext cx="701675" cy="403225"/>
            </a:xfrm>
            <a:custGeom>
              <a:avLst/>
              <a:gdLst/>
              <a:ahLst/>
              <a:cxnLst/>
              <a:rect l="l" t="t" r="r" b="b"/>
              <a:pathLst>
                <a:path w="442" h="254" extrusionOk="0">
                  <a:moveTo>
                    <a:pt x="0" y="254"/>
                  </a:moveTo>
                  <a:lnTo>
                    <a:pt x="442" y="0"/>
                  </a:lnTo>
                  <a:lnTo>
                    <a:pt x="0" y="0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185"/>
            <p:cNvSpPr/>
            <p:nvPr/>
          </p:nvSpPr>
          <p:spPr>
            <a:xfrm>
              <a:off x="0" y="0"/>
              <a:ext cx="701675" cy="403225"/>
            </a:xfrm>
            <a:custGeom>
              <a:avLst/>
              <a:gdLst/>
              <a:ahLst/>
              <a:cxnLst/>
              <a:rect l="l" t="t" r="r" b="b"/>
              <a:pathLst>
                <a:path w="442" h="254" extrusionOk="0">
                  <a:moveTo>
                    <a:pt x="442" y="0"/>
                  </a:moveTo>
                  <a:lnTo>
                    <a:pt x="0" y="0"/>
                  </a:lnTo>
                  <a:lnTo>
                    <a:pt x="442" y="254"/>
                  </a:lnTo>
                  <a:lnTo>
                    <a:pt x="442" y="254"/>
                  </a:lnTo>
                  <a:lnTo>
                    <a:pt x="44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5" name="Google Shape;155;p185"/>
          <p:cNvSpPr/>
          <p:nvPr/>
        </p:nvSpPr>
        <p:spPr>
          <a:xfrm>
            <a:off x="0" y="0"/>
            <a:ext cx="6094412" cy="6858000"/>
          </a:xfrm>
          <a:custGeom>
            <a:avLst/>
            <a:gdLst/>
            <a:ahLst/>
            <a:cxnLst/>
            <a:rect l="l" t="t" r="r" b="b"/>
            <a:pathLst>
              <a:path w="6094412" h="6858000" extrusionOk="0">
                <a:moveTo>
                  <a:pt x="0" y="0"/>
                </a:moveTo>
                <a:lnTo>
                  <a:pt x="6094412" y="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E4E4E4">
              <a:alpha val="4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5"/>
          <p:cNvSpPr/>
          <p:nvPr/>
        </p:nvSpPr>
        <p:spPr>
          <a:xfrm rot="5400000">
            <a:off x="10179373" y="-118464"/>
            <a:ext cx="1890988" cy="2127916"/>
          </a:xfrm>
          <a:custGeom>
            <a:avLst/>
            <a:gdLst/>
            <a:ahLst/>
            <a:cxnLst/>
            <a:rect l="l" t="t" r="r" b="b"/>
            <a:pathLst>
              <a:path w="6094412" h="6858000" extrusionOk="0">
                <a:moveTo>
                  <a:pt x="0" y="0"/>
                </a:moveTo>
                <a:lnTo>
                  <a:pt x="6094412" y="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E4E4E4">
              <a:alpha val="4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5"/>
          <p:cNvSpPr txBox="1">
            <a:spLocks noGrp="1"/>
          </p:cNvSpPr>
          <p:nvPr>
            <p:ph type="ctrTitle"/>
          </p:nvPr>
        </p:nvSpPr>
        <p:spPr>
          <a:xfrm>
            <a:off x="1828323" y="2576512"/>
            <a:ext cx="8532178" cy="1392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0"/>
              <a:buFont typeface="Open Sans"/>
              <a:buNone/>
              <a:defRPr sz="8000" b="1">
                <a:solidFill>
                  <a:schemeClr val="accent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185"/>
          <p:cNvSpPr txBox="1">
            <a:spLocks noGrp="1"/>
          </p:cNvSpPr>
          <p:nvPr>
            <p:ph type="subTitle" idx="1"/>
          </p:nvPr>
        </p:nvSpPr>
        <p:spPr>
          <a:xfrm>
            <a:off x="1828324" y="4027941"/>
            <a:ext cx="8532178" cy="76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>
                <a:solidFill>
                  <a:srgbClr val="595959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540"/>
              </a:spcBef>
              <a:spcAft>
                <a:spcPts val="0"/>
              </a:spcAft>
              <a:buClr>
                <a:srgbClr val="888888"/>
              </a:buClr>
              <a:buSzPts val="27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59" name="Google Shape;159;p185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85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185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62" name="Google Shape;162;p185"/>
          <p:cNvGrpSpPr/>
          <p:nvPr/>
        </p:nvGrpSpPr>
        <p:grpSpPr>
          <a:xfrm>
            <a:off x="0" y="0"/>
            <a:ext cx="3445202" cy="4727575"/>
            <a:chOff x="0" y="0"/>
            <a:chExt cx="3445202" cy="4727575"/>
          </a:xfrm>
        </p:grpSpPr>
        <p:grpSp>
          <p:nvGrpSpPr>
            <p:cNvPr id="163" name="Google Shape;163;p185"/>
            <p:cNvGrpSpPr/>
            <p:nvPr/>
          </p:nvGrpSpPr>
          <p:grpSpPr>
            <a:xfrm rot="10800000">
              <a:off x="0" y="0"/>
              <a:ext cx="2913063" cy="4727575"/>
              <a:chOff x="9275762" y="2130425"/>
              <a:chExt cx="2913063" cy="4727575"/>
            </a:xfrm>
          </p:grpSpPr>
          <p:sp>
            <p:nvSpPr>
              <p:cNvPr id="164" name="Google Shape;164;p185"/>
              <p:cNvSpPr/>
              <p:nvPr/>
            </p:nvSpPr>
            <p:spPr>
              <a:xfrm>
                <a:off x="10785475" y="500856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0"/>
                    </a:moveTo>
                    <a:lnTo>
                      <a:pt x="442" y="510"/>
                    </a:lnTo>
                    <a:lnTo>
                      <a:pt x="442" y="510"/>
                    </a:lnTo>
                    <a:lnTo>
                      <a:pt x="0" y="254"/>
                    </a:lnTo>
                    <a:lnTo>
                      <a:pt x="442" y="0"/>
                    </a:lnTo>
                    <a:close/>
                  </a:path>
                </a:pathLst>
              </a:custGeom>
              <a:solidFill>
                <a:srgbClr val="78001B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85"/>
              <p:cNvSpPr/>
              <p:nvPr/>
            </p:nvSpPr>
            <p:spPr>
              <a:xfrm>
                <a:off x="10785475" y="460216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256"/>
                    </a:moveTo>
                    <a:lnTo>
                      <a:pt x="442" y="256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0" y="0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rgbClr val="F5340B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85"/>
              <p:cNvSpPr/>
              <p:nvPr/>
            </p:nvSpPr>
            <p:spPr>
              <a:xfrm>
                <a:off x="10785475" y="5818187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0"/>
                    </a:moveTo>
                    <a:lnTo>
                      <a:pt x="442" y="510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442" y="0"/>
                    </a:lnTo>
                    <a:close/>
                  </a:path>
                </a:pathLst>
              </a:custGeom>
              <a:solidFill>
                <a:srgbClr val="114D81"/>
              </a:solidFill>
              <a:ln w="9525" cap="flat" cmpd="sng">
                <a:solidFill>
                  <a:srgbClr val="114D8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" name="Google Shape;167;p185"/>
              <p:cNvSpPr/>
              <p:nvPr/>
            </p:nvSpPr>
            <p:spPr>
              <a:xfrm>
                <a:off x="10785475" y="5411787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256"/>
                    </a:moveTo>
                    <a:lnTo>
                      <a:pt x="0" y="510"/>
                    </a:lnTo>
                    <a:lnTo>
                      <a:pt x="0" y="2"/>
                    </a:lnTo>
                    <a:lnTo>
                      <a:pt x="0" y="0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rgbClr val="F5340B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8" name="Google Shape;168;p185"/>
              <p:cNvSpPr/>
              <p:nvPr/>
            </p:nvSpPr>
            <p:spPr>
              <a:xfrm>
                <a:off x="10785475" y="500856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0"/>
                    </a:moveTo>
                    <a:lnTo>
                      <a:pt x="442" y="510"/>
                    </a:lnTo>
                    <a:lnTo>
                      <a:pt x="442" y="510"/>
                    </a:lnTo>
                    <a:lnTo>
                      <a:pt x="0" y="254"/>
                    </a:lnTo>
                    <a:lnTo>
                      <a:pt x="442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9" name="Google Shape;169;p185"/>
              <p:cNvSpPr/>
              <p:nvPr/>
            </p:nvSpPr>
            <p:spPr>
              <a:xfrm>
                <a:off x="10079037" y="4602162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0"/>
                    </a:moveTo>
                    <a:lnTo>
                      <a:pt x="445" y="510"/>
                    </a:lnTo>
                    <a:lnTo>
                      <a:pt x="0" y="256"/>
                    </a:lnTo>
                    <a:lnTo>
                      <a:pt x="0" y="256"/>
                    </a:lnTo>
                    <a:lnTo>
                      <a:pt x="445" y="0"/>
                    </a:lnTo>
                    <a:close/>
                  </a:path>
                </a:pathLst>
              </a:custGeom>
              <a:solidFill>
                <a:srgbClr val="F5340B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0" name="Google Shape;170;p185"/>
              <p:cNvSpPr/>
              <p:nvPr/>
            </p:nvSpPr>
            <p:spPr>
              <a:xfrm>
                <a:off x="10079037" y="5008562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254"/>
                    </a:moveTo>
                    <a:lnTo>
                      <a:pt x="445" y="256"/>
                    </a:lnTo>
                    <a:lnTo>
                      <a:pt x="3" y="510"/>
                    </a:lnTo>
                    <a:lnTo>
                      <a:pt x="0" y="510"/>
                    </a:lnTo>
                    <a:lnTo>
                      <a:pt x="0" y="0"/>
                    </a:lnTo>
                    <a:lnTo>
                      <a:pt x="445" y="254"/>
                    </a:lnTo>
                    <a:close/>
                  </a:path>
                </a:pathLst>
              </a:custGeom>
              <a:solidFill>
                <a:srgbClr val="E3651D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1" name="Google Shape;171;p185"/>
              <p:cNvSpPr/>
              <p:nvPr/>
            </p:nvSpPr>
            <p:spPr>
              <a:xfrm>
                <a:off x="10785475" y="460216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256"/>
                    </a:moveTo>
                    <a:lnTo>
                      <a:pt x="442" y="256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0" y="0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rgbClr val="FFA73B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2" name="Google Shape;172;p185"/>
              <p:cNvSpPr/>
              <p:nvPr/>
            </p:nvSpPr>
            <p:spPr>
              <a:xfrm>
                <a:off x="9377362" y="338931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0"/>
                    </a:moveTo>
                    <a:lnTo>
                      <a:pt x="442" y="510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442" y="0"/>
                    </a:lnTo>
                    <a:close/>
                  </a:path>
                </a:pathLst>
              </a:custGeom>
              <a:solidFill>
                <a:srgbClr val="C1DD84"/>
              </a:solidFill>
              <a:ln w="9525" cap="flat" cmpd="sng">
                <a:solidFill>
                  <a:srgbClr val="C1DD8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73;p185"/>
              <p:cNvSpPr/>
              <p:nvPr/>
            </p:nvSpPr>
            <p:spPr>
              <a:xfrm>
                <a:off x="10079037" y="4198937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254"/>
                    </a:moveTo>
                    <a:lnTo>
                      <a:pt x="0" y="5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445" y="254"/>
                    </a:lnTo>
                    <a:close/>
                  </a:path>
                </a:pathLst>
              </a:custGeom>
              <a:solidFill>
                <a:srgbClr val="8D8D8D"/>
              </a:solidFill>
              <a:ln w="9525" cap="flat" cmpd="sng">
                <a:solidFill>
                  <a:srgbClr val="8D8D8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4" name="Google Shape;174;p185"/>
              <p:cNvSpPr/>
              <p:nvPr/>
            </p:nvSpPr>
            <p:spPr>
              <a:xfrm>
                <a:off x="9275762" y="4414837"/>
                <a:ext cx="325438" cy="377825"/>
              </a:xfrm>
              <a:custGeom>
                <a:avLst/>
                <a:gdLst/>
                <a:ahLst/>
                <a:cxnLst/>
                <a:rect l="l" t="t" r="r" b="b"/>
                <a:pathLst>
                  <a:path w="205" h="238" extrusionOk="0">
                    <a:moveTo>
                      <a:pt x="205" y="118"/>
                    </a:moveTo>
                    <a:lnTo>
                      <a:pt x="0" y="238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205" y="11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5" name="Google Shape;175;p185"/>
              <p:cNvSpPr/>
              <p:nvPr/>
            </p:nvSpPr>
            <p:spPr>
              <a:xfrm>
                <a:off x="9371012" y="3322637"/>
                <a:ext cx="223838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41" h="162" extrusionOk="0">
                    <a:moveTo>
                      <a:pt x="141" y="80"/>
                    </a:moveTo>
                    <a:lnTo>
                      <a:pt x="0" y="162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41" y="8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6" name="Google Shape;176;p185"/>
              <p:cNvSpPr/>
              <p:nvPr/>
            </p:nvSpPr>
            <p:spPr>
              <a:xfrm>
                <a:off x="10079037" y="3792537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0"/>
                    </a:moveTo>
                    <a:lnTo>
                      <a:pt x="445" y="510"/>
                    </a:lnTo>
                    <a:lnTo>
                      <a:pt x="445" y="510"/>
                    </a:lnTo>
                    <a:lnTo>
                      <a:pt x="0" y="256"/>
                    </a:lnTo>
                    <a:lnTo>
                      <a:pt x="4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" name="Google Shape;177;p185"/>
              <p:cNvSpPr/>
              <p:nvPr/>
            </p:nvSpPr>
            <p:spPr>
              <a:xfrm>
                <a:off x="10079037" y="3389312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254"/>
                    </a:moveTo>
                    <a:lnTo>
                      <a:pt x="445" y="254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0" y="0"/>
                    </a:lnTo>
                    <a:lnTo>
                      <a:pt x="445" y="254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" name="Google Shape;178;p185"/>
              <p:cNvSpPr/>
              <p:nvPr/>
            </p:nvSpPr>
            <p:spPr>
              <a:xfrm>
                <a:off x="10079037" y="4602162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0"/>
                    </a:moveTo>
                    <a:lnTo>
                      <a:pt x="445" y="510"/>
                    </a:lnTo>
                    <a:lnTo>
                      <a:pt x="0" y="256"/>
                    </a:lnTo>
                    <a:lnTo>
                      <a:pt x="0" y="256"/>
                    </a:lnTo>
                    <a:lnTo>
                      <a:pt x="445" y="0"/>
                    </a:lnTo>
                    <a:close/>
                  </a:path>
                </a:pathLst>
              </a:custGeom>
              <a:solidFill>
                <a:srgbClr val="C1DD84"/>
              </a:solidFill>
              <a:ln w="9525" cap="flat" cmpd="sng">
                <a:solidFill>
                  <a:srgbClr val="C1DD8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9" name="Google Shape;179;p185"/>
              <p:cNvSpPr/>
              <p:nvPr/>
            </p:nvSpPr>
            <p:spPr>
              <a:xfrm>
                <a:off x="10079037" y="5008562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254"/>
                    </a:moveTo>
                    <a:lnTo>
                      <a:pt x="445" y="256"/>
                    </a:lnTo>
                    <a:lnTo>
                      <a:pt x="3" y="510"/>
                    </a:lnTo>
                    <a:lnTo>
                      <a:pt x="0" y="510"/>
                    </a:lnTo>
                    <a:lnTo>
                      <a:pt x="0" y="0"/>
                    </a:lnTo>
                    <a:lnTo>
                      <a:pt x="445" y="254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0" name="Google Shape;180;p185"/>
              <p:cNvSpPr/>
              <p:nvPr/>
            </p:nvSpPr>
            <p:spPr>
              <a:xfrm>
                <a:off x="10083800" y="5414962"/>
                <a:ext cx="701675" cy="806450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08" extrusionOk="0">
                    <a:moveTo>
                      <a:pt x="442" y="0"/>
                    </a:moveTo>
                    <a:lnTo>
                      <a:pt x="442" y="508"/>
                    </a:lnTo>
                    <a:lnTo>
                      <a:pt x="0" y="254"/>
                    </a:lnTo>
                    <a:lnTo>
                      <a:pt x="4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1" name="Google Shape;181;p185"/>
              <p:cNvSpPr/>
              <p:nvPr/>
            </p:nvSpPr>
            <p:spPr>
              <a:xfrm>
                <a:off x="10785475" y="5411787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256"/>
                    </a:moveTo>
                    <a:lnTo>
                      <a:pt x="0" y="510"/>
                    </a:lnTo>
                    <a:lnTo>
                      <a:pt x="0" y="2"/>
                    </a:lnTo>
                    <a:lnTo>
                      <a:pt x="0" y="0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2" name="Google Shape;182;p185"/>
              <p:cNvSpPr/>
              <p:nvPr/>
            </p:nvSpPr>
            <p:spPr>
              <a:xfrm>
                <a:off x="10785475" y="460216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256"/>
                    </a:moveTo>
                    <a:lnTo>
                      <a:pt x="442" y="256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0" y="0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" name="Google Shape;183;p185"/>
              <p:cNvSpPr/>
              <p:nvPr/>
            </p:nvSpPr>
            <p:spPr>
              <a:xfrm>
                <a:off x="10785475" y="6221412"/>
                <a:ext cx="701675" cy="636588"/>
              </a:xfrm>
              <a:custGeom>
                <a:avLst/>
                <a:gdLst/>
                <a:ahLst/>
                <a:cxnLst/>
                <a:rect l="l" t="t" r="r" b="b"/>
                <a:pathLst>
                  <a:path w="442" h="401" extrusionOk="0">
                    <a:moveTo>
                      <a:pt x="442" y="256"/>
                    </a:moveTo>
                    <a:lnTo>
                      <a:pt x="0" y="0"/>
                    </a:lnTo>
                    <a:lnTo>
                      <a:pt x="0" y="2"/>
                    </a:lnTo>
                    <a:lnTo>
                      <a:pt x="0" y="401"/>
                    </a:lnTo>
                    <a:lnTo>
                      <a:pt x="192" y="401"/>
                    </a:lnTo>
                    <a:lnTo>
                      <a:pt x="442" y="256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4" name="Google Shape;184;p185"/>
              <p:cNvSpPr/>
              <p:nvPr/>
            </p:nvSpPr>
            <p:spPr>
              <a:xfrm>
                <a:off x="11090275" y="6627812"/>
                <a:ext cx="396875" cy="230188"/>
              </a:xfrm>
              <a:custGeom>
                <a:avLst/>
                <a:gdLst/>
                <a:ahLst/>
                <a:cxnLst/>
                <a:rect l="l" t="t" r="r" b="b"/>
                <a:pathLst>
                  <a:path w="250" h="145" extrusionOk="0">
                    <a:moveTo>
                      <a:pt x="0" y="145"/>
                    </a:moveTo>
                    <a:lnTo>
                      <a:pt x="250" y="145"/>
                    </a:lnTo>
                    <a:lnTo>
                      <a:pt x="250" y="0"/>
                    </a:lnTo>
                    <a:lnTo>
                      <a:pt x="0" y="145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5" name="Google Shape;185;p185"/>
              <p:cNvSpPr/>
              <p:nvPr/>
            </p:nvSpPr>
            <p:spPr>
              <a:xfrm>
                <a:off x="11487150" y="6627812"/>
                <a:ext cx="396875" cy="230188"/>
              </a:xfrm>
              <a:custGeom>
                <a:avLst/>
                <a:gdLst/>
                <a:ahLst/>
                <a:cxnLst/>
                <a:rect l="l" t="t" r="r" b="b"/>
                <a:pathLst>
                  <a:path w="250" h="145" extrusionOk="0">
                    <a:moveTo>
                      <a:pt x="0" y="0"/>
                    </a:moveTo>
                    <a:lnTo>
                      <a:pt x="0" y="145"/>
                    </a:lnTo>
                    <a:lnTo>
                      <a:pt x="250" y="14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6" name="Google Shape;186;p185"/>
              <p:cNvSpPr/>
              <p:nvPr/>
            </p:nvSpPr>
            <p:spPr>
              <a:xfrm>
                <a:off x="11487150" y="6232525"/>
                <a:ext cx="687388" cy="625475"/>
              </a:xfrm>
              <a:custGeom>
                <a:avLst/>
                <a:gdLst/>
                <a:ahLst/>
                <a:cxnLst/>
                <a:rect l="l" t="t" r="r" b="b"/>
                <a:pathLst>
                  <a:path w="433" h="394" extrusionOk="0">
                    <a:moveTo>
                      <a:pt x="250" y="394"/>
                    </a:moveTo>
                    <a:lnTo>
                      <a:pt x="433" y="394"/>
                    </a:lnTo>
                    <a:lnTo>
                      <a:pt x="433" y="0"/>
                    </a:lnTo>
                    <a:lnTo>
                      <a:pt x="0" y="249"/>
                    </a:lnTo>
                    <a:lnTo>
                      <a:pt x="250" y="394"/>
                    </a:ln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7" name="Google Shape;187;p185"/>
              <p:cNvSpPr/>
              <p:nvPr/>
            </p:nvSpPr>
            <p:spPr>
              <a:xfrm>
                <a:off x="9377362" y="5818187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0" y="254"/>
                    </a:moveTo>
                    <a:lnTo>
                      <a:pt x="0" y="254"/>
                    </a:lnTo>
                    <a:lnTo>
                      <a:pt x="442" y="510"/>
                    </a:lnTo>
                    <a:lnTo>
                      <a:pt x="442" y="0"/>
                    </a:lnTo>
                    <a:lnTo>
                      <a:pt x="0" y="254"/>
                    </a:lnTo>
                    <a:close/>
                  </a:path>
                </a:pathLst>
              </a:custGeom>
              <a:solidFill>
                <a:schemeClr val="accent6"/>
              </a:solidFill>
              <a:ln w="9525" cap="flat" cmpd="sng">
                <a:solidFill>
                  <a:schemeClr val="accent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8" name="Google Shape;188;p185"/>
              <p:cNvSpPr/>
              <p:nvPr/>
            </p:nvSpPr>
            <p:spPr>
              <a:xfrm>
                <a:off x="10079037" y="6627812"/>
                <a:ext cx="396875" cy="230188"/>
              </a:xfrm>
              <a:custGeom>
                <a:avLst/>
                <a:gdLst/>
                <a:ahLst/>
                <a:cxnLst/>
                <a:rect l="l" t="t" r="r" b="b"/>
                <a:pathLst>
                  <a:path w="250" h="145" extrusionOk="0">
                    <a:moveTo>
                      <a:pt x="0" y="0"/>
                    </a:moveTo>
                    <a:lnTo>
                      <a:pt x="0" y="0"/>
                    </a:lnTo>
                    <a:lnTo>
                      <a:pt x="0" y="145"/>
                    </a:lnTo>
                    <a:lnTo>
                      <a:pt x="250" y="14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9" name="Google Shape;189;p185"/>
              <p:cNvSpPr/>
              <p:nvPr/>
            </p:nvSpPr>
            <p:spPr>
              <a:xfrm>
                <a:off x="10079037" y="6224587"/>
                <a:ext cx="706438" cy="633413"/>
              </a:xfrm>
              <a:custGeom>
                <a:avLst/>
                <a:gdLst/>
                <a:ahLst/>
                <a:cxnLst/>
                <a:rect l="l" t="t" r="r" b="b"/>
                <a:pathLst>
                  <a:path w="445" h="399" extrusionOk="0">
                    <a:moveTo>
                      <a:pt x="0" y="254"/>
                    </a:moveTo>
                    <a:lnTo>
                      <a:pt x="250" y="399"/>
                    </a:lnTo>
                    <a:lnTo>
                      <a:pt x="445" y="399"/>
                    </a:lnTo>
                    <a:lnTo>
                      <a:pt x="445" y="0"/>
                    </a:lnTo>
                    <a:lnTo>
                      <a:pt x="0" y="254"/>
                    </a:lnTo>
                    <a:close/>
                  </a:path>
                </a:pathLst>
              </a:custGeom>
              <a:solidFill>
                <a:srgbClr val="515151"/>
              </a:solidFill>
              <a:ln w="9525" cap="flat" cmpd="sng">
                <a:solidFill>
                  <a:srgbClr val="51515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0" name="Google Shape;190;p185"/>
              <p:cNvSpPr/>
              <p:nvPr/>
            </p:nvSpPr>
            <p:spPr>
              <a:xfrm>
                <a:off x="10079037" y="5818187"/>
                <a:ext cx="70643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5" h="510" extrusionOk="0">
                    <a:moveTo>
                      <a:pt x="445" y="254"/>
                    </a:moveTo>
                    <a:lnTo>
                      <a:pt x="445" y="254"/>
                    </a:lnTo>
                    <a:lnTo>
                      <a:pt x="0" y="0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445" y="256"/>
                    </a:lnTo>
                    <a:lnTo>
                      <a:pt x="445" y="254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1" name="Google Shape;191;p185"/>
              <p:cNvSpPr/>
              <p:nvPr/>
            </p:nvSpPr>
            <p:spPr>
              <a:xfrm>
                <a:off x="10785475" y="3389312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0"/>
                    </a:moveTo>
                    <a:lnTo>
                      <a:pt x="0" y="254"/>
                    </a:lnTo>
                    <a:lnTo>
                      <a:pt x="0" y="254"/>
                    </a:lnTo>
                    <a:lnTo>
                      <a:pt x="442" y="510"/>
                    </a:lnTo>
                    <a:lnTo>
                      <a:pt x="442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2" name="Google Shape;192;p185"/>
              <p:cNvSpPr/>
              <p:nvPr/>
            </p:nvSpPr>
            <p:spPr>
              <a:xfrm>
                <a:off x="10785475" y="3792537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442" y="256"/>
                    </a:moveTo>
                    <a:lnTo>
                      <a:pt x="0" y="0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442" y="256"/>
                    </a:lnTo>
                    <a:lnTo>
                      <a:pt x="442" y="256"/>
                    </a:lnTo>
                    <a:close/>
                  </a:path>
                </a:pathLst>
              </a:custGeom>
              <a:solidFill>
                <a:srgbClr val="114D81"/>
              </a:solidFill>
              <a:ln w="9525" cap="flat" cmpd="sng">
                <a:solidFill>
                  <a:srgbClr val="114D8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3" name="Google Shape;193;p185"/>
              <p:cNvSpPr/>
              <p:nvPr/>
            </p:nvSpPr>
            <p:spPr>
              <a:xfrm>
                <a:off x="10785475" y="4198937"/>
                <a:ext cx="701675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0" extrusionOk="0">
                    <a:moveTo>
                      <a:pt x="0" y="254"/>
                    </a:moveTo>
                    <a:lnTo>
                      <a:pt x="442" y="510"/>
                    </a:lnTo>
                    <a:lnTo>
                      <a:pt x="442" y="0"/>
                    </a:lnTo>
                    <a:lnTo>
                      <a:pt x="0" y="254"/>
                    </a:ln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4" name="Google Shape;194;p185"/>
              <p:cNvSpPr/>
              <p:nvPr/>
            </p:nvSpPr>
            <p:spPr>
              <a:xfrm>
                <a:off x="11487150" y="4198937"/>
                <a:ext cx="68738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33" h="510" extrusionOk="0">
                    <a:moveTo>
                      <a:pt x="0" y="0"/>
                    </a:moveTo>
                    <a:lnTo>
                      <a:pt x="0" y="0"/>
                    </a:lnTo>
                    <a:lnTo>
                      <a:pt x="0" y="510"/>
                    </a:lnTo>
                    <a:lnTo>
                      <a:pt x="433" y="261"/>
                    </a:lnTo>
                    <a:lnTo>
                      <a:pt x="433" y="24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 w="9525" cap="flat" cmpd="sng">
                <a:solidFill>
                  <a:schemeClr val="accent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5" name="Google Shape;195;p185"/>
              <p:cNvSpPr/>
              <p:nvPr/>
            </p:nvSpPr>
            <p:spPr>
              <a:xfrm>
                <a:off x="11487150" y="3803650"/>
                <a:ext cx="687388" cy="790575"/>
              </a:xfrm>
              <a:custGeom>
                <a:avLst/>
                <a:gdLst/>
                <a:ahLst/>
                <a:cxnLst/>
                <a:rect l="l" t="t" r="r" b="b"/>
                <a:pathLst>
                  <a:path w="433" h="498" extrusionOk="0">
                    <a:moveTo>
                      <a:pt x="433" y="0"/>
                    </a:moveTo>
                    <a:lnTo>
                      <a:pt x="0" y="249"/>
                    </a:lnTo>
                    <a:lnTo>
                      <a:pt x="433" y="498"/>
                    </a:lnTo>
                    <a:lnTo>
                      <a:pt x="433" y="0"/>
                    </a:lnTo>
                    <a:close/>
                  </a:path>
                </a:pathLst>
              </a:custGeom>
              <a:solidFill>
                <a:schemeClr val="accent6"/>
              </a:solidFill>
              <a:ln w="9525" cap="flat" cmpd="sng">
                <a:solidFill>
                  <a:schemeClr val="accent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6" name="Google Shape;196;p185"/>
              <p:cNvSpPr/>
              <p:nvPr/>
            </p:nvSpPr>
            <p:spPr>
              <a:xfrm>
                <a:off x="11737975" y="2130425"/>
                <a:ext cx="201613" cy="233363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47" extrusionOk="0">
                    <a:moveTo>
                      <a:pt x="127" y="147"/>
                    </a:moveTo>
                    <a:lnTo>
                      <a:pt x="127" y="0"/>
                    </a:lnTo>
                    <a:lnTo>
                      <a:pt x="0" y="73"/>
                    </a:lnTo>
                    <a:lnTo>
                      <a:pt x="127" y="147"/>
                    </a:lnTo>
                    <a:lnTo>
                      <a:pt x="127" y="147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7" name="Google Shape;197;p185"/>
              <p:cNvSpPr/>
              <p:nvPr/>
            </p:nvSpPr>
            <p:spPr>
              <a:xfrm>
                <a:off x="11487150" y="2576512"/>
                <a:ext cx="701675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442" h="512" extrusionOk="0">
                    <a:moveTo>
                      <a:pt x="0" y="0"/>
                    </a:moveTo>
                    <a:lnTo>
                      <a:pt x="0" y="510"/>
                    </a:lnTo>
                    <a:lnTo>
                      <a:pt x="0" y="512"/>
                    </a:lnTo>
                    <a:lnTo>
                      <a:pt x="442" y="256"/>
                    </a:lnTo>
                    <a:lnTo>
                      <a:pt x="442" y="2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8" name="Google Shape;198;p185"/>
              <p:cNvSpPr/>
              <p:nvPr/>
            </p:nvSpPr>
            <p:spPr>
              <a:xfrm>
                <a:off x="11487150" y="5818187"/>
                <a:ext cx="68738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33" h="510" extrusionOk="0">
                    <a:moveTo>
                      <a:pt x="125" y="72"/>
                    </a:moveTo>
                    <a:lnTo>
                      <a:pt x="0" y="0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433" y="261"/>
                    </a:lnTo>
                    <a:lnTo>
                      <a:pt x="433" y="250"/>
                    </a:lnTo>
                    <a:lnTo>
                      <a:pt x="125" y="72"/>
                    </a:ln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9" name="Google Shape;199;p185"/>
              <p:cNvSpPr/>
              <p:nvPr/>
            </p:nvSpPr>
            <p:spPr>
              <a:xfrm>
                <a:off x="11487150" y="4613275"/>
                <a:ext cx="687388" cy="792163"/>
              </a:xfrm>
              <a:custGeom>
                <a:avLst/>
                <a:gdLst/>
                <a:ahLst/>
                <a:cxnLst/>
                <a:rect l="l" t="t" r="r" b="b"/>
                <a:pathLst>
                  <a:path w="433" h="499" extrusionOk="0">
                    <a:moveTo>
                      <a:pt x="433" y="0"/>
                    </a:moveTo>
                    <a:lnTo>
                      <a:pt x="0" y="249"/>
                    </a:lnTo>
                    <a:lnTo>
                      <a:pt x="0" y="249"/>
                    </a:lnTo>
                    <a:lnTo>
                      <a:pt x="433" y="499"/>
                    </a:lnTo>
                    <a:lnTo>
                      <a:pt x="433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0" name="Google Shape;200;p185"/>
              <p:cNvSpPr/>
              <p:nvPr/>
            </p:nvSpPr>
            <p:spPr>
              <a:xfrm>
                <a:off x="11487150" y="5008562"/>
                <a:ext cx="687388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433" h="510" extrusionOk="0">
                    <a:moveTo>
                      <a:pt x="433" y="250"/>
                    </a:moveTo>
                    <a:lnTo>
                      <a:pt x="0" y="0"/>
                    </a:lnTo>
                    <a:lnTo>
                      <a:pt x="0" y="510"/>
                    </a:lnTo>
                    <a:lnTo>
                      <a:pt x="0" y="510"/>
                    </a:lnTo>
                    <a:lnTo>
                      <a:pt x="433" y="261"/>
                    </a:lnTo>
                    <a:lnTo>
                      <a:pt x="433" y="250"/>
                    </a:lnTo>
                    <a:close/>
                  </a:path>
                </a:pathLst>
              </a:custGeom>
              <a:solidFill>
                <a:srgbClr val="515151"/>
              </a:solidFill>
              <a:ln w="9525" cap="flat" cmpd="sng">
                <a:solidFill>
                  <a:srgbClr val="51515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1" name="Google Shape;201;p185"/>
              <p:cNvSpPr/>
              <p:nvPr/>
            </p:nvSpPr>
            <p:spPr>
              <a:xfrm>
                <a:off x="11487150" y="5422900"/>
                <a:ext cx="687388" cy="792163"/>
              </a:xfrm>
              <a:custGeom>
                <a:avLst/>
                <a:gdLst/>
                <a:ahLst/>
                <a:cxnLst/>
                <a:rect l="l" t="t" r="r" b="b"/>
                <a:pathLst>
                  <a:path w="433" h="499" extrusionOk="0">
                    <a:moveTo>
                      <a:pt x="433" y="0"/>
                    </a:moveTo>
                    <a:lnTo>
                      <a:pt x="0" y="249"/>
                    </a:lnTo>
                    <a:lnTo>
                      <a:pt x="125" y="321"/>
                    </a:lnTo>
                    <a:lnTo>
                      <a:pt x="433" y="499"/>
                    </a:lnTo>
                    <a:lnTo>
                      <a:pt x="43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2" name="Google Shape;202;p185"/>
              <p:cNvSpPr/>
              <p:nvPr/>
            </p:nvSpPr>
            <p:spPr>
              <a:xfrm>
                <a:off x="11685587" y="5932487"/>
                <a:ext cx="488950" cy="282575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78" extrusionOk="0">
                    <a:moveTo>
                      <a:pt x="308" y="178"/>
                    </a:moveTo>
                    <a:lnTo>
                      <a:pt x="0" y="0"/>
                    </a:lnTo>
                    <a:lnTo>
                      <a:pt x="308" y="178"/>
                    </a:lnTo>
                    <a:lnTo>
                      <a:pt x="308" y="178"/>
                    </a:lnTo>
                    <a:close/>
                  </a:path>
                </a:pathLst>
              </a:custGeom>
              <a:solidFill>
                <a:srgbClr val="00A6A6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03" name="Google Shape;203;p185"/>
            <p:cNvSpPr/>
            <p:nvPr/>
          </p:nvSpPr>
          <p:spPr>
            <a:xfrm rot="10800000">
              <a:off x="2853998" y="686979"/>
              <a:ext cx="591204" cy="690398"/>
            </a:xfrm>
            <a:custGeom>
              <a:avLst/>
              <a:gdLst/>
              <a:ahLst/>
              <a:cxnLst/>
              <a:rect l="l" t="t" r="r" b="b"/>
              <a:pathLst>
                <a:path w="149" h="174" extrusionOk="0">
                  <a:moveTo>
                    <a:pt x="0" y="87"/>
                  </a:moveTo>
                  <a:lnTo>
                    <a:pt x="0" y="87"/>
                  </a:lnTo>
                  <a:lnTo>
                    <a:pt x="149" y="0"/>
                  </a:lnTo>
                  <a:lnTo>
                    <a:pt x="149" y="0"/>
                  </a:lnTo>
                  <a:lnTo>
                    <a:pt x="149" y="174"/>
                  </a:lnTo>
                  <a:lnTo>
                    <a:pt x="0" y="87"/>
                  </a:lnTo>
                  <a:close/>
                </a:path>
              </a:pathLst>
            </a:custGeom>
            <a:solidFill>
              <a:srgbClr val="C4C4C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Service">
  <p:cSld name="Our Service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86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86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186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8" name="Google Shape;208;p186"/>
          <p:cNvSpPr/>
          <p:nvPr/>
        </p:nvSpPr>
        <p:spPr>
          <a:xfrm>
            <a:off x="0" y="708746"/>
            <a:ext cx="6094411" cy="821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6"/>
          <p:cNvSpPr/>
          <p:nvPr/>
        </p:nvSpPr>
        <p:spPr>
          <a:xfrm>
            <a:off x="616764" y="1532063"/>
            <a:ext cx="10947963" cy="2880320"/>
          </a:xfrm>
          <a:prstGeom prst="rect">
            <a:avLst/>
          </a:prstGeom>
          <a:solidFill>
            <a:schemeClr val="lt1">
              <a:alpha val="49803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6"/>
          <p:cNvSpPr>
            <a:spLocks noGrp="1"/>
          </p:cNvSpPr>
          <p:nvPr>
            <p:ph type="pic" idx="2"/>
          </p:nvPr>
        </p:nvSpPr>
        <p:spPr>
          <a:xfrm>
            <a:off x="1295633" y="2078160"/>
            <a:ext cx="4458409" cy="1800225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1" name="Google Shape;211;p186"/>
          <p:cNvSpPr>
            <a:spLocks noGrp="1"/>
          </p:cNvSpPr>
          <p:nvPr>
            <p:ph type="pic" idx="3"/>
          </p:nvPr>
        </p:nvSpPr>
        <p:spPr>
          <a:xfrm>
            <a:off x="6420125" y="2078160"/>
            <a:ext cx="4458409" cy="1800225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2" name="Google Shape;212;p186"/>
          <p:cNvSpPr txBox="1">
            <a:spLocks noGrp="1"/>
          </p:cNvSpPr>
          <p:nvPr>
            <p:ph type="body" idx="1"/>
          </p:nvPr>
        </p:nvSpPr>
        <p:spPr>
          <a:xfrm>
            <a:off x="0" y="794684"/>
            <a:ext cx="5754688" cy="649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457200" lvl="0" indent="-228600" algn="r"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 b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186"/>
          <p:cNvSpPr txBox="1">
            <a:spLocks noGrp="1"/>
          </p:cNvSpPr>
          <p:nvPr>
            <p:ph type="body" idx="4"/>
          </p:nvPr>
        </p:nvSpPr>
        <p:spPr>
          <a:xfrm>
            <a:off x="1295633" y="4574194"/>
            <a:ext cx="4481513" cy="457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sz="2000"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/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4" name="Google Shape;214;p186"/>
          <p:cNvSpPr txBox="1">
            <a:spLocks noGrp="1"/>
          </p:cNvSpPr>
          <p:nvPr>
            <p:ph type="body" idx="5"/>
          </p:nvPr>
        </p:nvSpPr>
        <p:spPr>
          <a:xfrm>
            <a:off x="1295633" y="5108192"/>
            <a:ext cx="4481513" cy="835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None/>
              <a:defRPr sz="1600"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/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5" name="Google Shape;215;p186"/>
          <p:cNvSpPr txBox="1">
            <a:spLocks noGrp="1"/>
          </p:cNvSpPr>
          <p:nvPr>
            <p:ph type="body" idx="6"/>
          </p:nvPr>
        </p:nvSpPr>
        <p:spPr>
          <a:xfrm>
            <a:off x="6391740" y="4574194"/>
            <a:ext cx="4481513" cy="457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sz="2000"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/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86"/>
          <p:cNvSpPr txBox="1">
            <a:spLocks noGrp="1"/>
          </p:cNvSpPr>
          <p:nvPr>
            <p:ph type="body" idx="7"/>
          </p:nvPr>
        </p:nvSpPr>
        <p:spPr>
          <a:xfrm>
            <a:off x="6391740" y="5108192"/>
            <a:ext cx="4481513" cy="835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None/>
              <a:defRPr sz="1600"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/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e Team">
  <p:cSld name="The Team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87"/>
          <p:cNvSpPr/>
          <p:nvPr/>
        </p:nvSpPr>
        <p:spPr>
          <a:xfrm>
            <a:off x="-41943" y="0"/>
            <a:ext cx="4402929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7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87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187"/>
          <p:cNvSpPr txBox="1">
            <a:spLocks noGrp="1"/>
          </p:cNvSpPr>
          <p:nvPr>
            <p:ph type="sldNum" idx="12"/>
          </p:nvPr>
        </p:nvSpPr>
        <p:spPr>
          <a:xfrm>
            <a:off x="8731052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2" name="Google Shape;222;p187"/>
          <p:cNvSpPr txBox="1">
            <a:spLocks noGrp="1"/>
          </p:cNvSpPr>
          <p:nvPr>
            <p:ph type="body" idx="1"/>
          </p:nvPr>
        </p:nvSpPr>
        <p:spPr>
          <a:xfrm>
            <a:off x="602805" y="1060150"/>
            <a:ext cx="3547750" cy="649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457200" lvl="0" indent="-228600" algn="r">
              <a:lnSpc>
                <a:spcPct val="80000"/>
              </a:lnSpc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 b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3" name="Google Shape;223;p187"/>
          <p:cNvSpPr>
            <a:spLocks noGrp="1"/>
          </p:cNvSpPr>
          <p:nvPr>
            <p:ph type="pic" idx="2"/>
          </p:nvPr>
        </p:nvSpPr>
        <p:spPr>
          <a:xfrm>
            <a:off x="4364494" y="2060843"/>
            <a:ext cx="1352103" cy="1352103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187"/>
          <p:cNvSpPr>
            <a:spLocks noGrp="1"/>
          </p:cNvSpPr>
          <p:nvPr>
            <p:ph type="pic" idx="3"/>
          </p:nvPr>
        </p:nvSpPr>
        <p:spPr>
          <a:xfrm>
            <a:off x="5720105" y="2060843"/>
            <a:ext cx="1352103" cy="1352103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187"/>
          <p:cNvSpPr>
            <a:spLocks noGrp="1"/>
          </p:cNvSpPr>
          <p:nvPr>
            <p:ph type="pic" idx="4"/>
          </p:nvPr>
        </p:nvSpPr>
        <p:spPr>
          <a:xfrm>
            <a:off x="8819301" y="724645"/>
            <a:ext cx="1352103" cy="1352103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187"/>
          <p:cNvSpPr>
            <a:spLocks noGrp="1"/>
          </p:cNvSpPr>
          <p:nvPr>
            <p:ph type="pic" idx="5"/>
          </p:nvPr>
        </p:nvSpPr>
        <p:spPr>
          <a:xfrm>
            <a:off x="5722876" y="4760031"/>
            <a:ext cx="1352103" cy="135210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ny Profile">
  <p:cSld name="Company Profile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8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188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188"/>
          <p:cNvSpPr txBox="1">
            <a:spLocks noGrp="1"/>
          </p:cNvSpPr>
          <p:nvPr>
            <p:ph type="sldNum" idx="12"/>
          </p:nvPr>
        </p:nvSpPr>
        <p:spPr>
          <a:xfrm>
            <a:off x="8731052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1" name="Google Shape;231;p188"/>
          <p:cNvSpPr/>
          <p:nvPr/>
        </p:nvSpPr>
        <p:spPr>
          <a:xfrm>
            <a:off x="1" y="708746"/>
            <a:ext cx="4942284" cy="8212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88"/>
          <p:cNvSpPr txBox="1">
            <a:spLocks noGrp="1"/>
          </p:cNvSpPr>
          <p:nvPr>
            <p:ph type="body" idx="1"/>
          </p:nvPr>
        </p:nvSpPr>
        <p:spPr>
          <a:xfrm>
            <a:off x="0" y="794684"/>
            <a:ext cx="4726260" cy="649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457200" lvl="0" indent="-228600" algn="r"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 b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3" name="Google Shape;233;p188"/>
          <p:cNvSpPr>
            <a:spLocks noGrp="1"/>
          </p:cNvSpPr>
          <p:nvPr>
            <p:ph type="pic" idx="2"/>
          </p:nvPr>
        </p:nvSpPr>
        <p:spPr>
          <a:xfrm>
            <a:off x="0" y="1529910"/>
            <a:ext cx="4942284" cy="3411257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oject Two Column">
  <p:cSld name="Project Two Column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9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189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189"/>
          <p:cNvSpPr txBox="1">
            <a:spLocks noGrp="1"/>
          </p:cNvSpPr>
          <p:nvPr>
            <p:ph type="sldNum" idx="12"/>
          </p:nvPr>
        </p:nvSpPr>
        <p:spPr>
          <a:xfrm>
            <a:off x="8731052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8" name="Google Shape;238;p189"/>
          <p:cNvSpPr/>
          <p:nvPr/>
        </p:nvSpPr>
        <p:spPr>
          <a:xfrm>
            <a:off x="1" y="708746"/>
            <a:ext cx="4942284" cy="8212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89"/>
          <p:cNvSpPr txBox="1">
            <a:spLocks noGrp="1"/>
          </p:cNvSpPr>
          <p:nvPr>
            <p:ph type="body" idx="1"/>
          </p:nvPr>
        </p:nvSpPr>
        <p:spPr>
          <a:xfrm>
            <a:off x="0" y="794684"/>
            <a:ext cx="4726260" cy="649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457200" lvl="0" indent="-228600" algn="r"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 b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189"/>
          <p:cNvSpPr>
            <a:spLocks noGrp="1"/>
          </p:cNvSpPr>
          <p:nvPr>
            <p:ph type="pic" idx="2"/>
          </p:nvPr>
        </p:nvSpPr>
        <p:spPr>
          <a:xfrm>
            <a:off x="609599" y="1529909"/>
            <a:ext cx="5439509" cy="4419363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189"/>
          <p:cNvSpPr>
            <a:spLocks noGrp="1"/>
          </p:cNvSpPr>
          <p:nvPr>
            <p:ph type="pic" idx="3"/>
          </p:nvPr>
        </p:nvSpPr>
        <p:spPr>
          <a:xfrm>
            <a:off x="6131169" y="1529909"/>
            <a:ext cx="5439509" cy="441936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Appraoch">
  <p:cSld name="Our Appraoch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90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190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190"/>
          <p:cNvSpPr txBox="1">
            <a:spLocks noGrp="1"/>
          </p:cNvSpPr>
          <p:nvPr>
            <p:ph type="sldNum" idx="12"/>
          </p:nvPr>
        </p:nvSpPr>
        <p:spPr>
          <a:xfrm>
            <a:off x="8731052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6" name="Google Shape;246;p190"/>
          <p:cNvSpPr/>
          <p:nvPr/>
        </p:nvSpPr>
        <p:spPr>
          <a:xfrm>
            <a:off x="1" y="708746"/>
            <a:ext cx="4942284" cy="8212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90"/>
          <p:cNvSpPr txBox="1">
            <a:spLocks noGrp="1"/>
          </p:cNvSpPr>
          <p:nvPr>
            <p:ph type="body" idx="1"/>
          </p:nvPr>
        </p:nvSpPr>
        <p:spPr>
          <a:xfrm>
            <a:off x="0" y="794684"/>
            <a:ext cx="4726260" cy="649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457200" lvl="0" indent="-228600" algn="r"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 b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190"/>
          <p:cNvSpPr>
            <a:spLocks noGrp="1"/>
          </p:cNvSpPr>
          <p:nvPr>
            <p:ph type="pic" idx="2"/>
          </p:nvPr>
        </p:nvSpPr>
        <p:spPr>
          <a:xfrm>
            <a:off x="609599" y="1529909"/>
            <a:ext cx="10961079" cy="247515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oject Tree Column">
  <p:cSld name="Project Tree Column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91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p191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2" name="Google Shape;252;p191"/>
          <p:cNvSpPr txBox="1">
            <a:spLocks noGrp="1"/>
          </p:cNvSpPr>
          <p:nvPr>
            <p:ph type="sldNum" idx="12"/>
          </p:nvPr>
        </p:nvSpPr>
        <p:spPr>
          <a:xfrm>
            <a:off x="8731052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3" name="Google Shape;253;p191"/>
          <p:cNvSpPr/>
          <p:nvPr/>
        </p:nvSpPr>
        <p:spPr>
          <a:xfrm>
            <a:off x="1" y="708746"/>
            <a:ext cx="4942284" cy="821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91"/>
          <p:cNvSpPr txBox="1">
            <a:spLocks noGrp="1"/>
          </p:cNvSpPr>
          <p:nvPr>
            <p:ph type="body" idx="1"/>
          </p:nvPr>
        </p:nvSpPr>
        <p:spPr>
          <a:xfrm>
            <a:off x="0" y="794684"/>
            <a:ext cx="4726260" cy="649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457200" lvl="0" indent="-228600" algn="r">
              <a:spcBef>
                <a:spcPts val="72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"/>
              <a:buNone/>
              <a:defRPr sz="3600" b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5" name="Google Shape;255;p191"/>
          <p:cNvSpPr>
            <a:spLocks noGrp="1"/>
          </p:cNvSpPr>
          <p:nvPr>
            <p:ph type="pic" idx="2"/>
          </p:nvPr>
        </p:nvSpPr>
        <p:spPr>
          <a:xfrm>
            <a:off x="609441" y="1529909"/>
            <a:ext cx="3605855" cy="4419363"/>
          </a:xfrm>
          <a:prstGeom prst="rect">
            <a:avLst/>
          </a:prstGeom>
          <a:noFill/>
          <a:ln>
            <a:noFill/>
          </a:ln>
        </p:spPr>
      </p:sp>
      <p:sp>
        <p:nvSpPr>
          <p:cNvPr id="256" name="Google Shape;256;p191"/>
          <p:cNvSpPr>
            <a:spLocks noGrp="1"/>
          </p:cNvSpPr>
          <p:nvPr>
            <p:ph type="pic" idx="3"/>
          </p:nvPr>
        </p:nvSpPr>
        <p:spPr>
          <a:xfrm>
            <a:off x="4298073" y="1529909"/>
            <a:ext cx="3605855" cy="4419363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191"/>
          <p:cNvSpPr>
            <a:spLocks noGrp="1"/>
          </p:cNvSpPr>
          <p:nvPr>
            <p:ph type="pic" idx="4"/>
          </p:nvPr>
        </p:nvSpPr>
        <p:spPr>
          <a:xfrm>
            <a:off x="7986705" y="1529909"/>
            <a:ext cx="3605855" cy="441936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92"/>
          <p:cNvSpPr/>
          <p:nvPr/>
        </p:nvSpPr>
        <p:spPr>
          <a:xfrm flipH="1">
            <a:off x="4294212" y="0"/>
            <a:ext cx="7876318" cy="6858000"/>
          </a:xfrm>
          <a:custGeom>
            <a:avLst/>
            <a:gdLst/>
            <a:ahLst/>
            <a:cxnLst/>
            <a:rect l="l" t="t" r="r" b="b"/>
            <a:pathLst>
              <a:path w="6094412" h="6858000" extrusionOk="0">
                <a:moveTo>
                  <a:pt x="0" y="0"/>
                </a:moveTo>
                <a:lnTo>
                  <a:pt x="6094412" y="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E4E4E4">
              <a:alpha val="4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92"/>
          <p:cNvSpPr/>
          <p:nvPr/>
        </p:nvSpPr>
        <p:spPr>
          <a:xfrm>
            <a:off x="-39608" y="-3"/>
            <a:ext cx="4333820" cy="4876818"/>
          </a:xfrm>
          <a:custGeom>
            <a:avLst/>
            <a:gdLst/>
            <a:ahLst/>
            <a:cxnLst/>
            <a:rect l="l" t="t" r="r" b="b"/>
            <a:pathLst>
              <a:path w="6094412" h="6858000" extrusionOk="0">
                <a:moveTo>
                  <a:pt x="0" y="0"/>
                </a:moveTo>
                <a:lnTo>
                  <a:pt x="6094412" y="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E4E4E4">
              <a:alpha val="4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1" name="Google Shape;261;p192"/>
          <p:cNvGrpSpPr/>
          <p:nvPr/>
        </p:nvGrpSpPr>
        <p:grpSpPr>
          <a:xfrm>
            <a:off x="1" y="0"/>
            <a:ext cx="2601913" cy="2833688"/>
            <a:chOff x="0" y="0"/>
            <a:chExt cx="2601913" cy="2833688"/>
          </a:xfrm>
        </p:grpSpPr>
        <p:sp>
          <p:nvSpPr>
            <p:cNvPr id="262" name="Google Shape;262;p192"/>
            <p:cNvSpPr/>
            <p:nvPr/>
          </p:nvSpPr>
          <p:spPr>
            <a:xfrm>
              <a:off x="0" y="0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442" y="254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rgbClr val="78001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" name="Google Shape;263;p192"/>
            <p:cNvSpPr/>
            <p:nvPr/>
          </p:nvSpPr>
          <p:spPr>
            <a:xfrm>
              <a:off x="0" y="403225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6"/>
                  </a:moveTo>
                  <a:lnTo>
                    <a:pt x="0" y="256"/>
                  </a:lnTo>
                  <a:lnTo>
                    <a:pt x="442" y="0"/>
                  </a:lnTo>
                  <a:lnTo>
                    <a:pt x="442" y="0"/>
                  </a:lnTo>
                  <a:lnTo>
                    <a:pt x="442" y="513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rgbClr val="F5340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" name="Google Shape;264;p192"/>
            <p:cNvSpPr/>
            <p:nvPr/>
          </p:nvSpPr>
          <p:spPr>
            <a:xfrm>
              <a:off x="0" y="1620838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442" y="256"/>
                  </a:lnTo>
                  <a:lnTo>
                    <a:pt x="442" y="256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92"/>
            <p:cNvSpPr/>
            <p:nvPr/>
          </p:nvSpPr>
          <p:spPr>
            <a:xfrm>
              <a:off x="0" y="1212850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7"/>
                  </a:moveTo>
                  <a:lnTo>
                    <a:pt x="0" y="257"/>
                  </a:lnTo>
                  <a:lnTo>
                    <a:pt x="442" y="0"/>
                  </a:lnTo>
                  <a:lnTo>
                    <a:pt x="442" y="3"/>
                  </a:lnTo>
                  <a:lnTo>
                    <a:pt x="442" y="513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92"/>
            <p:cNvSpPr/>
            <p:nvPr/>
          </p:nvSpPr>
          <p:spPr>
            <a:xfrm>
              <a:off x="234949" y="2359025"/>
              <a:ext cx="406465" cy="474663"/>
            </a:xfrm>
            <a:custGeom>
              <a:avLst/>
              <a:gdLst/>
              <a:ahLst/>
              <a:cxnLst/>
              <a:rect l="l" t="t" r="r" b="b"/>
              <a:pathLst>
                <a:path w="149" h="174" extrusionOk="0">
                  <a:moveTo>
                    <a:pt x="0" y="87"/>
                  </a:moveTo>
                  <a:lnTo>
                    <a:pt x="0" y="87"/>
                  </a:lnTo>
                  <a:lnTo>
                    <a:pt x="149" y="0"/>
                  </a:lnTo>
                  <a:lnTo>
                    <a:pt x="149" y="0"/>
                  </a:lnTo>
                  <a:lnTo>
                    <a:pt x="149" y="174"/>
                  </a:lnTo>
                  <a:lnTo>
                    <a:pt x="0" y="87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192"/>
            <p:cNvSpPr/>
            <p:nvPr/>
          </p:nvSpPr>
          <p:spPr>
            <a:xfrm>
              <a:off x="0" y="809625"/>
              <a:ext cx="701675" cy="811213"/>
            </a:xfrm>
            <a:custGeom>
              <a:avLst/>
              <a:gdLst/>
              <a:ahLst/>
              <a:cxnLst/>
              <a:rect l="l" t="t" r="r" b="b"/>
              <a:pathLst>
                <a:path w="442" h="511" extrusionOk="0">
                  <a:moveTo>
                    <a:pt x="0" y="511"/>
                  </a:moveTo>
                  <a:lnTo>
                    <a:pt x="0" y="0"/>
                  </a:lnTo>
                  <a:lnTo>
                    <a:pt x="442" y="254"/>
                  </a:lnTo>
                  <a:lnTo>
                    <a:pt x="0" y="511"/>
                  </a:lnTo>
                  <a:close/>
                </a:path>
              </a:pathLst>
            </a:custGeom>
            <a:solidFill>
              <a:srgbClr val="114D81"/>
            </a:solidFill>
            <a:ln w="9525" cap="flat" cmpd="sng">
              <a:solidFill>
                <a:srgbClr val="114D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92"/>
            <p:cNvSpPr/>
            <p:nvPr/>
          </p:nvSpPr>
          <p:spPr>
            <a:xfrm>
              <a:off x="701675" y="403225"/>
              <a:ext cx="706438" cy="814388"/>
            </a:xfrm>
            <a:custGeom>
              <a:avLst/>
              <a:gdLst/>
              <a:ahLst/>
              <a:cxnLst/>
              <a:rect l="l" t="t" r="r" b="b"/>
              <a:pathLst>
                <a:path w="445" h="513" extrusionOk="0">
                  <a:moveTo>
                    <a:pt x="0" y="513"/>
                  </a:moveTo>
                  <a:lnTo>
                    <a:pt x="0" y="0"/>
                  </a:lnTo>
                  <a:lnTo>
                    <a:pt x="445" y="256"/>
                  </a:lnTo>
                  <a:lnTo>
                    <a:pt x="445" y="256"/>
                  </a:lnTo>
                  <a:lnTo>
                    <a:pt x="0" y="513"/>
                  </a:lnTo>
                  <a:close/>
                </a:path>
              </a:pathLst>
            </a:custGeom>
            <a:solidFill>
              <a:srgbClr val="F5340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192"/>
            <p:cNvSpPr/>
            <p:nvPr/>
          </p:nvSpPr>
          <p:spPr>
            <a:xfrm>
              <a:off x="701675" y="0"/>
              <a:ext cx="706438" cy="809625"/>
            </a:xfrm>
            <a:custGeom>
              <a:avLst/>
              <a:gdLst/>
              <a:ahLst/>
              <a:cxnLst/>
              <a:rect l="l" t="t" r="r" b="b"/>
              <a:pathLst>
                <a:path w="445" h="510" extrusionOk="0">
                  <a:moveTo>
                    <a:pt x="0" y="254"/>
                  </a:moveTo>
                  <a:lnTo>
                    <a:pt x="0" y="254"/>
                  </a:lnTo>
                  <a:lnTo>
                    <a:pt x="445" y="0"/>
                  </a:lnTo>
                  <a:lnTo>
                    <a:pt x="445" y="0"/>
                  </a:lnTo>
                  <a:lnTo>
                    <a:pt x="445" y="510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0" name="Google Shape;270;p192"/>
            <p:cNvSpPr/>
            <p:nvPr/>
          </p:nvSpPr>
          <p:spPr>
            <a:xfrm>
              <a:off x="0" y="403225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6"/>
                  </a:moveTo>
                  <a:lnTo>
                    <a:pt x="0" y="256"/>
                  </a:lnTo>
                  <a:lnTo>
                    <a:pt x="442" y="0"/>
                  </a:lnTo>
                  <a:lnTo>
                    <a:pt x="442" y="0"/>
                  </a:lnTo>
                  <a:lnTo>
                    <a:pt x="442" y="513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rgbClr val="FFA7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92"/>
            <p:cNvSpPr/>
            <p:nvPr/>
          </p:nvSpPr>
          <p:spPr>
            <a:xfrm>
              <a:off x="1408113" y="0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442" y="254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rgbClr val="C1DD84"/>
            </a:solidFill>
            <a:ln w="9525" cap="flat" cmpd="sng">
              <a:solidFill>
                <a:srgbClr val="C1DD8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192"/>
            <p:cNvSpPr/>
            <p:nvPr/>
          </p:nvSpPr>
          <p:spPr>
            <a:xfrm>
              <a:off x="2317750" y="241300"/>
              <a:ext cx="284163" cy="328613"/>
            </a:xfrm>
            <a:custGeom>
              <a:avLst/>
              <a:gdLst/>
              <a:ahLst/>
              <a:cxnLst/>
              <a:rect l="l" t="t" r="r" b="b"/>
              <a:pathLst>
                <a:path w="179" h="207" extrusionOk="0">
                  <a:moveTo>
                    <a:pt x="0" y="207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79" y="102"/>
                  </a:lnTo>
                  <a:lnTo>
                    <a:pt x="0" y="207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3" name="Google Shape;273;p192"/>
            <p:cNvSpPr/>
            <p:nvPr/>
          </p:nvSpPr>
          <p:spPr>
            <a:xfrm>
              <a:off x="1408113" y="1620838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510"/>
                  </a:moveTo>
                  <a:lnTo>
                    <a:pt x="0" y="0"/>
                  </a:lnTo>
                  <a:lnTo>
                    <a:pt x="442" y="256"/>
                  </a:lnTo>
                  <a:lnTo>
                    <a:pt x="442" y="256"/>
                  </a:lnTo>
                  <a:lnTo>
                    <a:pt x="0" y="510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92"/>
            <p:cNvSpPr/>
            <p:nvPr/>
          </p:nvSpPr>
          <p:spPr>
            <a:xfrm>
              <a:off x="706438" y="809625"/>
              <a:ext cx="701675" cy="811213"/>
            </a:xfrm>
            <a:custGeom>
              <a:avLst/>
              <a:gdLst/>
              <a:ahLst/>
              <a:cxnLst/>
              <a:rect l="l" t="t" r="r" b="b"/>
              <a:pathLst>
                <a:path w="442" h="511" extrusionOk="0">
                  <a:moveTo>
                    <a:pt x="0" y="254"/>
                  </a:moveTo>
                  <a:lnTo>
                    <a:pt x="442" y="0"/>
                  </a:lnTo>
                  <a:lnTo>
                    <a:pt x="442" y="511"/>
                  </a:lnTo>
                  <a:lnTo>
                    <a:pt x="442" y="511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192"/>
            <p:cNvSpPr/>
            <p:nvPr/>
          </p:nvSpPr>
          <p:spPr>
            <a:xfrm>
              <a:off x="701675" y="1212850"/>
              <a:ext cx="706438" cy="811213"/>
            </a:xfrm>
            <a:custGeom>
              <a:avLst/>
              <a:gdLst/>
              <a:ahLst/>
              <a:cxnLst/>
              <a:rect l="l" t="t" r="r" b="b"/>
              <a:pathLst>
                <a:path w="445" h="511" extrusionOk="0">
                  <a:moveTo>
                    <a:pt x="0" y="511"/>
                  </a:moveTo>
                  <a:lnTo>
                    <a:pt x="0" y="3"/>
                  </a:lnTo>
                  <a:lnTo>
                    <a:pt x="3" y="0"/>
                  </a:lnTo>
                  <a:lnTo>
                    <a:pt x="445" y="257"/>
                  </a:lnTo>
                  <a:lnTo>
                    <a:pt x="0" y="511"/>
                  </a:lnTo>
                  <a:close/>
                </a:path>
              </a:pathLst>
            </a:custGeom>
            <a:solidFill>
              <a:srgbClr val="8D8D8D"/>
            </a:solidFill>
            <a:ln w="9525" cap="flat" cmpd="sng">
              <a:solidFill>
                <a:srgbClr val="8D8D8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6" name="Google Shape;276;p192"/>
            <p:cNvSpPr/>
            <p:nvPr/>
          </p:nvSpPr>
          <p:spPr>
            <a:xfrm>
              <a:off x="701675" y="1620838"/>
              <a:ext cx="706438" cy="809625"/>
            </a:xfrm>
            <a:custGeom>
              <a:avLst/>
              <a:gdLst/>
              <a:ahLst/>
              <a:cxnLst/>
              <a:rect l="l" t="t" r="r" b="b"/>
              <a:pathLst>
                <a:path w="445" h="510" extrusionOk="0">
                  <a:moveTo>
                    <a:pt x="0" y="256"/>
                  </a:moveTo>
                  <a:lnTo>
                    <a:pt x="0" y="254"/>
                  </a:lnTo>
                  <a:lnTo>
                    <a:pt x="445" y="0"/>
                  </a:lnTo>
                  <a:lnTo>
                    <a:pt x="445" y="0"/>
                  </a:lnTo>
                  <a:lnTo>
                    <a:pt x="445" y="510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92"/>
            <p:cNvSpPr/>
            <p:nvPr/>
          </p:nvSpPr>
          <p:spPr>
            <a:xfrm>
              <a:off x="701675" y="403225"/>
              <a:ext cx="706438" cy="814388"/>
            </a:xfrm>
            <a:custGeom>
              <a:avLst/>
              <a:gdLst/>
              <a:ahLst/>
              <a:cxnLst/>
              <a:rect l="l" t="t" r="r" b="b"/>
              <a:pathLst>
                <a:path w="445" h="513" extrusionOk="0">
                  <a:moveTo>
                    <a:pt x="0" y="513"/>
                  </a:moveTo>
                  <a:lnTo>
                    <a:pt x="0" y="0"/>
                  </a:lnTo>
                  <a:lnTo>
                    <a:pt x="445" y="256"/>
                  </a:lnTo>
                  <a:lnTo>
                    <a:pt x="445" y="256"/>
                  </a:lnTo>
                  <a:lnTo>
                    <a:pt x="0" y="513"/>
                  </a:lnTo>
                  <a:close/>
                </a:path>
              </a:pathLst>
            </a:custGeom>
            <a:solidFill>
              <a:srgbClr val="C1DD84"/>
            </a:solidFill>
            <a:ln w="9525" cap="flat" cmpd="sng">
              <a:solidFill>
                <a:srgbClr val="C1DD8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192"/>
            <p:cNvSpPr/>
            <p:nvPr/>
          </p:nvSpPr>
          <p:spPr>
            <a:xfrm>
              <a:off x="701675" y="0"/>
              <a:ext cx="706438" cy="809625"/>
            </a:xfrm>
            <a:custGeom>
              <a:avLst/>
              <a:gdLst/>
              <a:ahLst/>
              <a:cxnLst/>
              <a:rect l="l" t="t" r="r" b="b"/>
              <a:pathLst>
                <a:path w="445" h="510" extrusionOk="0">
                  <a:moveTo>
                    <a:pt x="0" y="254"/>
                  </a:moveTo>
                  <a:lnTo>
                    <a:pt x="0" y="254"/>
                  </a:lnTo>
                  <a:lnTo>
                    <a:pt x="445" y="0"/>
                  </a:lnTo>
                  <a:lnTo>
                    <a:pt x="445" y="0"/>
                  </a:lnTo>
                  <a:lnTo>
                    <a:pt x="445" y="510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" name="Google Shape;279;p192"/>
            <p:cNvSpPr/>
            <p:nvPr/>
          </p:nvSpPr>
          <p:spPr>
            <a:xfrm>
              <a:off x="0" y="403225"/>
              <a:ext cx="701675" cy="814388"/>
            </a:xfrm>
            <a:custGeom>
              <a:avLst/>
              <a:gdLst/>
              <a:ahLst/>
              <a:cxnLst/>
              <a:rect l="l" t="t" r="r" b="b"/>
              <a:pathLst>
                <a:path w="442" h="513" extrusionOk="0">
                  <a:moveTo>
                    <a:pt x="0" y="256"/>
                  </a:moveTo>
                  <a:lnTo>
                    <a:pt x="0" y="256"/>
                  </a:lnTo>
                  <a:lnTo>
                    <a:pt x="442" y="0"/>
                  </a:lnTo>
                  <a:lnTo>
                    <a:pt x="442" y="0"/>
                  </a:lnTo>
                  <a:lnTo>
                    <a:pt x="442" y="513"/>
                  </a:lnTo>
                  <a:lnTo>
                    <a:pt x="0" y="256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p192"/>
            <p:cNvSpPr/>
            <p:nvPr/>
          </p:nvSpPr>
          <p:spPr>
            <a:xfrm>
              <a:off x="0" y="0"/>
              <a:ext cx="701675" cy="809625"/>
            </a:xfrm>
            <a:custGeom>
              <a:avLst/>
              <a:gdLst/>
              <a:ahLst/>
              <a:cxnLst/>
              <a:rect l="l" t="t" r="r" b="b"/>
              <a:pathLst>
                <a:path w="442" h="510" extrusionOk="0">
                  <a:moveTo>
                    <a:pt x="0" y="0"/>
                  </a:moveTo>
                  <a:lnTo>
                    <a:pt x="0" y="510"/>
                  </a:lnTo>
                  <a:lnTo>
                    <a:pt x="442" y="254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5151"/>
            </a:solidFill>
            <a:ln w="9525" cap="flat" cmpd="sng">
              <a:solidFill>
                <a:srgbClr val="51515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192"/>
            <p:cNvSpPr/>
            <p:nvPr/>
          </p:nvSpPr>
          <p:spPr>
            <a:xfrm>
              <a:off x="701675" y="0"/>
              <a:ext cx="701675" cy="403225"/>
            </a:xfrm>
            <a:custGeom>
              <a:avLst/>
              <a:gdLst/>
              <a:ahLst/>
              <a:cxnLst/>
              <a:rect l="l" t="t" r="r" b="b"/>
              <a:pathLst>
                <a:path w="442" h="254" extrusionOk="0">
                  <a:moveTo>
                    <a:pt x="0" y="254"/>
                  </a:moveTo>
                  <a:lnTo>
                    <a:pt x="442" y="0"/>
                  </a:lnTo>
                  <a:lnTo>
                    <a:pt x="0" y="0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" name="Google Shape;282;p192"/>
            <p:cNvSpPr/>
            <p:nvPr/>
          </p:nvSpPr>
          <p:spPr>
            <a:xfrm>
              <a:off x="0" y="0"/>
              <a:ext cx="701675" cy="403225"/>
            </a:xfrm>
            <a:custGeom>
              <a:avLst/>
              <a:gdLst/>
              <a:ahLst/>
              <a:cxnLst/>
              <a:rect l="l" t="t" r="r" b="b"/>
              <a:pathLst>
                <a:path w="442" h="254" extrusionOk="0">
                  <a:moveTo>
                    <a:pt x="442" y="0"/>
                  </a:moveTo>
                  <a:lnTo>
                    <a:pt x="0" y="0"/>
                  </a:lnTo>
                  <a:lnTo>
                    <a:pt x="442" y="254"/>
                  </a:lnTo>
                  <a:lnTo>
                    <a:pt x="442" y="254"/>
                  </a:lnTo>
                  <a:lnTo>
                    <a:pt x="44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3" name="Google Shape;283;p192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4" name="Google Shape;284;p192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92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6" name="Google Shape;286;p192"/>
          <p:cNvSpPr txBox="1">
            <a:spLocks noGrp="1"/>
          </p:cNvSpPr>
          <p:nvPr>
            <p:ph type="title"/>
          </p:nvPr>
        </p:nvSpPr>
        <p:spPr>
          <a:xfrm>
            <a:off x="6094412" y="3789040"/>
            <a:ext cx="5491606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5300"/>
              <a:buFont typeface="Open Sans"/>
              <a:buNone/>
              <a:defRPr sz="5300" b="1" cap="none">
                <a:solidFill>
                  <a:schemeClr val="accent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192"/>
          <p:cNvSpPr txBox="1">
            <a:spLocks noGrp="1"/>
          </p:cNvSpPr>
          <p:nvPr>
            <p:ph type="body" idx="1"/>
          </p:nvPr>
        </p:nvSpPr>
        <p:spPr>
          <a:xfrm>
            <a:off x="6094412" y="5319823"/>
            <a:ext cx="5521484" cy="828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0" rIns="121875" bIns="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>
                <a:solidFill>
                  <a:schemeClr val="accent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 sz="21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80"/>
              </a:spcBef>
              <a:spcAft>
                <a:spcPts val="0"/>
              </a:spcAft>
              <a:buClr>
                <a:srgbClr val="888888"/>
              </a:buClr>
              <a:buSzPts val="1900"/>
              <a:buNone/>
              <a:defRPr sz="19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80"/>
              </a:spcBef>
              <a:spcAft>
                <a:spcPts val="0"/>
              </a:spcAft>
              <a:buClr>
                <a:srgbClr val="888888"/>
              </a:buClr>
              <a:buSzPts val="1900"/>
              <a:buNone/>
              <a:defRPr sz="19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80"/>
              </a:spcBef>
              <a:spcAft>
                <a:spcPts val="0"/>
              </a:spcAft>
              <a:buClr>
                <a:srgbClr val="888888"/>
              </a:buClr>
              <a:buSzPts val="1900"/>
              <a:buNone/>
              <a:defRPr sz="19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380"/>
              </a:spcBef>
              <a:spcAft>
                <a:spcPts val="0"/>
              </a:spcAft>
              <a:buClr>
                <a:srgbClr val="888888"/>
              </a:buClr>
              <a:buSzPts val="1900"/>
              <a:buNone/>
              <a:defRPr sz="19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380"/>
              </a:spcBef>
              <a:spcAft>
                <a:spcPts val="0"/>
              </a:spcAft>
              <a:buClr>
                <a:srgbClr val="888888"/>
              </a:buClr>
              <a:buSzPts val="1900"/>
              <a:buNone/>
              <a:defRPr sz="19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380"/>
              </a:spcBef>
              <a:spcAft>
                <a:spcPts val="0"/>
              </a:spcAft>
              <a:buClr>
                <a:srgbClr val="888888"/>
              </a:buClr>
              <a:buSzPts val="1900"/>
              <a:buNone/>
              <a:defRPr sz="19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">
  <p:cSld name="Graph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93"/>
          <p:cNvSpPr txBox="1">
            <a:spLocks noGrp="1"/>
          </p:cNvSpPr>
          <p:nvPr>
            <p:ph type="title"/>
          </p:nvPr>
        </p:nvSpPr>
        <p:spPr>
          <a:xfrm>
            <a:off x="609441" y="476672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  <a:defRPr sz="3600"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193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193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193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4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94"/>
          <p:cNvSpPr txBox="1"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6" name="Google Shape;296;p194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7" name="Google Shape;297;p194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194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95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1" name="Google Shape;301;p195"/>
          <p:cNvSpPr txBox="1">
            <a:spLocks noGrp="1"/>
          </p:cNvSpPr>
          <p:nvPr>
            <p:ph type="body" idx="1"/>
          </p:nvPr>
        </p:nvSpPr>
        <p:spPr>
          <a:xfrm>
            <a:off x="609441" y="1600201"/>
            <a:ext cx="5383398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463550" algn="l">
              <a:spcBef>
                <a:spcPts val="740"/>
              </a:spcBef>
              <a:spcAft>
                <a:spcPts val="0"/>
              </a:spcAft>
              <a:buClr>
                <a:schemeClr val="dk1"/>
              </a:buClr>
              <a:buSzPts val="3700"/>
              <a:buChar char="•"/>
              <a:defRPr sz="3700"/>
            </a:lvl1pPr>
            <a:lvl2pPr marL="914400" lvl="1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–"/>
              <a:defRPr sz="3200"/>
            </a:lvl2pPr>
            <a:lvl3pPr marL="1371600" lvl="2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•"/>
              <a:defRPr sz="2700"/>
            </a:lvl3pPr>
            <a:lvl4pPr marL="1828800" lvl="3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4pPr>
            <a:lvl5pPr marL="2286000" lvl="4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 sz="2400"/>
            </a:lvl5pPr>
            <a:lvl6pPr marL="2743200" lvl="5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6pPr>
            <a:lvl7pPr marL="3200400" lvl="6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7pPr>
            <a:lvl8pPr marL="3657600" lvl="7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8pPr>
            <a:lvl9pPr marL="4114800" lvl="8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302" name="Google Shape;302;p195"/>
          <p:cNvSpPr txBox="1">
            <a:spLocks noGrp="1"/>
          </p:cNvSpPr>
          <p:nvPr>
            <p:ph type="body" idx="2"/>
          </p:nvPr>
        </p:nvSpPr>
        <p:spPr>
          <a:xfrm>
            <a:off x="6195986" y="1600201"/>
            <a:ext cx="5383398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463550" algn="l">
              <a:spcBef>
                <a:spcPts val="740"/>
              </a:spcBef>
              <a:spcAft>
                <a:spcPts val="0"/>
              </a:spcAft>
              <a:buClr>
                <a:schemeClr val="dk1"/>
              </a:buClr>
              <a:buSzPts val="3700"/>
              <a:buChar char="•"/>
              <a:defRPr sz="3700"/>
            </a:lvl1pPr>
            <a:lvl2pPr marL="914400" lvl="1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–"/>
              <a:defRPr sz="3200"/>
            </a:lvl2pPr>
            <a:lvl3pPr marL="1371600" lvl="2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•"/>
              <a:defRPr sz="2700"/>
            </a:lvl3pPr>
            <a:lvl4pPr marL="1828800" lvl="3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4pPr>
            <a:lvl5pPr marL="2286000" lvl="4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 sz="2400"/>
            </a:lvl5pPr>
            <a:lvl6pPr marL="2743200" lvl="5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6pPr>
            <a:lvl7pPr marL="3200400" lvl="6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7pPr>
            <a:lvl8pPr marL="3657600" lvl="7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8pPr>
            <a:lvl9pPr marL="4114800" lvl="8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303" name="Google Shape;303;p195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195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195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96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8" name="Google Shape;308;p196"/>
          <p:cNvSpPr txBox="1"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b" anchorCtr="0">
            <a:normAutofit/>
          </a:bodyPr>
          <a:lstStyle>
            <a:lvl1pPr marL="457200" lvl="0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 b="1"/>
            </a:lvl1pPr>
            <a:lvl2pPr marL="914400" lvl="1" indent="-22860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 b="1"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3pPr>
            <a:lvl4pPr marL="1828800" lvl="3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4pPr>
            <a:lvl5pPr marL="2286000" lvl="4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5pPr>
            <a:lvl6pPr marL="2743200" lvl="5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6pPr>
            <a:lvl7pPr marL="3200400" lvl="6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7pPr>
            <a:lvl8pPr marL="3657600" lvl="7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8pPr>
            <a:lvl9pPr marL="4114800" lvl="8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09" name="Google Shape;309;p196"/>
          <p:cNvSpPr txBox="1">
            <a:spLocks noGrp="1"/>
          </p:cNvSpPr>
          <p:nvPr>
            <p:ph type="body" idx="2"/>
          </p:nvPr>
        </p:nvSpPr>
        <p:spPr>
          <a:xfrm>
            <a:off x="609441" y="2174875"/>
            <a:ext cx="5385514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–"/>
              <a:defRPr sz="27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4pPr>
            <a:lvl5pPr marL="2286000" lvl="4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»"/>
              <a:defRPr sz="2100"/>
            </a:lvl5pPr>
            <a:lvl6pPr marL="2743200" lvl="5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6pPr>
            <a:lvl7pPr marL="3200400" lvl="6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7pPr>
            <a:lvl8pPr marL="3657600" lvl="7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8pPr>
            <a:lvl9pPr marL="4114800" lvl="8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9pPr>
          </a:lstStyle>
          <a:p>
            <a:endParaRPr/>
          </a:p>
        </p:txBody>
      </p:sp>
      <p:sp>
        <p:nvSpPr>
          <p:cNvPr id="310" name="Google Shape;310;p196"/>
          <p:cNvSpPr txBox="1">
            <a:spLocks noGrp="1"/>
          </p:cNvSpPr>
          <p:nvPr>
            <p:ph type="body" idx="3"/>
          </p:nvPr>
        </p:nvSpPr>
        <p:spPr>
          <a:xfrm>
            <a:off x="6191756" y="1535113"/>
            <a:ext cx="5387630" cy="639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b" anchorCtr="0">
            <a:normAutofit/>
          </a:bodyPr>
          <a:lstStyle>
            <a:lvl1pPr marL="457200" lvl="0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 b="1"/>
            </a:lvl1pPr>
            <a:lvl2pPr marL="914400" lvl="1" indent="-22860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 b="1"/>
            </a:lvl2pPr>
            <a:lvl3pPr marL="1371600" lvl="2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3pPr>
            <a:lvl4pPr marL="1828800" lvl="3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4pPr>
            <a:lvl5pPr marL="2286000" lvl="4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5pPr>
            <a:lvl6pPr marL="2743200" lvl="5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6pPr>
            <a:lvl7pPr marL="3200400" lvl="6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7pPr>
            <a:lvl8pPr marL="3657600" lvl="7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8pPr>
            <a:lvl9pPr marL="4114800" lvl="8" indent="-2286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11" name="Google Shape;311;p196"/>
          <p:cNvSpPr txBox="1">
            <a:spLocks noGrp="1"/>
          </p:cNvSpPr>
          <p:nvPr>
            <p:ph type="body" idx="4"/>
          </p:nvPr>
        </p:nvSpPr>
        <p:spPr>
          <a:xfrm>
            <a:off x="6191756" y="2174875"/>
            <a:ext cx="538763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–"/>
              <a:defRPr sz="27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4pPr>
            <a:lvl5pPr marL="2286000" lvl="4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»"/>
              <a:defRPr sz="2100"/>
            </a:lvl5pPr>
            <a:lvl6pPr marL="2743200" lvl="5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6pPr>
            <a:lvl7pPr marL="3200400" lvl="6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7pPr>
            <a:lvl8pPr marL="3657600" lvl="7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8pPr>
            <a:lvl9pPr marL="4114800" lvl="8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9pPr>
          </a:lstStyle>
          <a:p>
            <a:endParaRPr/>
          </a:p>
        </p:txBody>
      </p:sp>
      <p:sp>
        <p:nvSpPr>
          <p:cNvPr id="312" name="Google Shape;312;p196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p196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196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97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7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7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98"/>
          <p:cNvSpPr txBox="1">
            <a:spLocks noGrp="1"/>
          </p:cNvSpPr>
          <p:nvPr>
            <p:ph type="title"/>
          </p:nvPr>
        </p:nvSpPr>
        <p:spPr>
          <a:xfrm>
            <a:off x="609443" y="273049"/>
            <a:ext cx="4010039" cy="116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27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8"/>
          <p:cNvSpPr txBox="1">
            <a:spLocks noGrp="1"/>
          </p:cNvSpPr>
          <p:nvPr>
            <p:ph type="body" idx="1"/>
          </p:nvPr>
        </p:nvSpPr>
        <p:spPr>
          <a:xfrm>
            <a:off x="4765492" y="273052"/>
            <a:ext cx="6813892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50165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Char char="•"/>
              <a:defRPr sz="4300"/>
            </a:lvl1pPr>
            <a:lvl2pPr marL="914400" lvl="1" indent="-463550" algn="l">
              <a:spcBef>
                <a:spcPts val="740"/>
              </a:spcBef>
              <a:spcAft>
                <a:spcPts val="0"/>
              </a:spcAft>
              <a:buClr>
                <a:schemeClr val="dk1"/>
              </a:buClr>
              <a:buSzPts val="3700"/>
              <a:buChar char="–"/>
              <a:defRPr sz="3700"/>
            </a:lvl2pPr>
            <a:lvl3pPr marL="1371600" lvl="2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3pPr>
            <a:lvl4pPr marL="1828800" lvl="3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–"/>
              <a:defRPr sz="2700"/>
            </a:lvl4pPr>
            <a:lvl5pPr marL="2286000" lvl="4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»"/>
              <a:defRPr sz="2700"/>
            </a:lvl5pPr>
            <a:lvl6pPr marL="2743200" lvl="5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•"/>
              <a:defRPr sz="2700"/>
            </a:lvl6pPr>
            <a:lvl7pPr marL="3200400" lvl="6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•"/>
              <a:defRPr sz="2700"/>
            </a:lvl7pPr>
            <a:lvl8pPr marL="3657600" lvl="7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•"/>
              <a:defRPr sz="2700"/>
            </a:lvl8pPr>
            <a:lvl9pPr marL="4114800" lvl="8" indent="-400050" algn="l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Char char="•"/>
              <a:defRPr sz="2700"/>
            </a:lvl9pPr>
          </a:lstStyle>
          <a:p>
            <a:endParaRPr/>
          </a:p>
        </p:txBody>
      </p:sp>
      <p:sp>
        <p:nvSpPr>
          <p:cNvPr id="322" name="Google Shape;322;p198"/>
          <p:cNvSpPr txBox="1">
            <a:spLocks noGrp="1"/>
          </p:cNvSpPr>
          <p:nvPr>
            <p:ph type="body" idx="2"/>
          </p:nvPr>
        </p:nvSpPr>
        <p:spPr>
          <a:xfrm>
            <a:off x="609443" y="1435102"/>
            <a:ext cx="4010039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228600" algn="l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228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23" name="Google Shape;323;p198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4" name="Google Shape;324;p198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198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99"/>
          <p:cNvSpPr txBox="1">
            <a:spLocks noGrp="1"/>
          </p:cNvSpPr>
          <p:nvPr>
            <p:ph type="title"/>
          </p:nvPr>
        </p:nvSpPr>
        <p:spPr>
          <a:xfrm>
            <a:off x="2389095" y="4800600"/>
            <a:ext cx="7313295" cy="566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27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8" name="Google Shape;328;p199"/>
          <p:cNvSpPr>
            <a:spLocks noGrp="1"/>
          </p:cNvSpPr>
          <p:nvPr>
            <p:ph type="pic" idx="2"/>
          </p:nvPr>
        </p:nvSpPr>
        <p:spPr>
          <a:xfrm>
            <a:off x="2389095" y="612775"/>
            <a:ext cx="7313295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29" name="Google Shape;329;p199"/>
          <p:cNvSpPr txBox="1">
            <a:spLocks noGrp="1"/>
          </p:cNvSpPr>
          <p:nvPr>
            <p:ph type="body" idx="1"/>
          </p:nvPr>
        </p:nvSpPr>
        <p:spPr>
          <a:xfrm>
            <a:off x="2389095" y="5367338"/>
            <a:ext cx="7313295" cy="8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228600" algn="l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1pPr>
            <a:lvl2pPr marL="914400" lvl="1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228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30" name="Google Shape;330;p199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199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199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0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00"/>
          <p:cNvSpPr txBox="1">
            <a:spLocks noGrp="1"/>
          </p:cNvSpPr>
          <p:nvPr>
            <p:ph type="body" idx="1"/>
          </p:nvPr>
        </p:nvSpPr>
        <p:spPr>
          <a:xfrm rot="5400000">
            <a:off x="3600543" y="-1852677"/>
            <a:ext cx="4987739" cy="10969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6" name="Google Shape;336;p200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0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00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01"/>
          <p:cNvSpPr txBox="1">
            <a:spLocks noGrp="1"/>
          </p:cNvSpPr>
          <p:nvPr>
            <p:ph type="title"/>
          </p:nvPr>
        </p:nvSpPr>
        <p:spPr>
          <a:xfrm rot="5400000">
            <a:off x="7282379" y="1829159"/>
            <a:ext cx="5851525" cy="2742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1" name="Google Shape;341;p201"/>
          <p:cNvSpPr txBox="1">
            <a:spLocks noGrp="1"/>
          </p:cNvSpPr>
          <p:nvPr>
            <p:ph type="body" idx="1"/>
          </p:nvPr>
        </p:nvSpPr>
        <p:spPr>
          <a:xfrm rot="5400000">
            <a:off x="1695834" y="-811754"/>
            <a:ext cx="5851525" cy="802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2" name="Google Shape;342;p201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p201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201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0_Full Blank">
  <p:cSld name="40_Full Blank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02"/>
          <p:cNvSpPr/>
          <p:nvPr/>
        </p:nvSpPr>
        <p:spPr>
          <a:xfrm>
            <a:off x="0" y="-981"/>
            <a:ext cx="12188825" cy="6867857"/>
          </a:xfrm>
          <a:prstGeom prst="rect">
            <a:avLst/>
          </a:prstGeom>
          <a:solidFill>
            <a:srgbClr val="262626">
              <a:alpha val="96862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399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2"/>
          <p:cNvSpPr/>
          <p:nvPr/>
        </p:nvSpPr>
        <p:spPr>
          <a:xfrm>
            <a:off x="11501300" y="199247"/>
            <a:ext cx="422454" cy="422564"/>
          </a:xfrm>
          <a:prstGeom prst="flowChartDelay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399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8" name="Google Shape;348;p202"/>
          <p:cNvGrpSpPr/>
          <p:nvPr/>
        </p:nvGrpSpPr>
        <p:grpSpPr>
          <a:xfrm>
            <a:off x="531756" y="6037713"/>
            <a:ext cx="495031" cy="493336"/>
            <a:chOff x="5489575" y="1343025"/>
            <a:chExt cx="1724025" cy="1717676"/>
          </a:xfrm>
        </p:grpSpPr>
        <p:sp>
          <p:nvSpPr>
            <p:cNvPr id="349" name="Google Shape;349;p202"/>
            <p:cNvSpPr/>
            <p:nvPr/>
          </p:nvSpPr>
          <p:spPr>
            <a:xfrm>
              <a:off x="6137275" y="1343025"/>
              <a:ext cx="1076325" cy="107473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202"/>
            <p:cNvSpPr/>
            <p:nvPr/>
          </p:nvSpPr>
          <p:spPr>
            <a:xfrm>
              <a:off x="5489575" y="2201863"/>
              <a:ext cx="754063" cy="754063"/>
            </a:xfrm>
            <a:custGeom>
              <a:avLst/>
              <a:gdLst/>
              <a:ahLst/>
              <a:cxnLst/>
              <a:rect l="l" t="t" r="r" b="b"/>
              <a:pathLst>
                <a:path w="199" h="199" extrusionOk="0">
                  <a:moveTo>
                    <a:pt x="100" y="0"/>
                  </a:moveTo>
                  <a:cubicBezTo>
                    <a:pt x="45" y="0"/>
                    <a:pt x="0" y="45"/>
                    <a:pt x="0" y="100"/>
                  </a:cubicBezTo>
                  <a:cubicBezTo>
                    <a:pt x="0" y="154"/>
                    <a:pt x="45" y="199"/>
                    <a:pt x="100" y="199"/>
                  </a:cubicBezTo>
                  <a:cubicBezTo>
                    <a:pt x="154" y="199"/>
                    <a:pt x="199" y="154"/>
                    <a:pt x="199" y="100"/>
                  </a:cubicBezTo>
                  <a:cubicBezTo>
                    <a:pt x="199" y="45"/>
                    <a:pt x="154" y="0"/>
                    <a:pt x="100" y="0"/>
                  </a:cubicBezTo>
                  <a:close/>
                  <a:moveTo>
                    <a:pt x="100" y="171"/>
                  </a:moveTo>
                  <a:cubicBezTo>
                    <a:pt x="60" y="171"/>
                    <a:pt x="29" y="139"/>
                    <a:pt x="29" y="100"/>
                  </a:cubicBezTo>
                  <a:cubicBezTo>
                    <a:pt x="29" y="60"/>
                    <a:pt x="60" y="28"/>
                    <a:pt x="100" y="28"/>
                  </a:cubicBezTo>
                  <a:cubicBezTo>
                    <a:pt x="139" y="28"/>
                    <a:pt x="171" y="60"/>
                    <a:pt x="171" y="100"/>
                  </a:cubicBezTo>
                  <a:cubicBezTo>
                    <a:pt x="171" y="139"/>
                    <a:pt x="139" y="171"/>
                    <a:pt x="100" y="171"/>
                  </a:cubicBezTo>
                  <a:close/>
                  <a:moveTo>
                    <a:pt x="100" y="171"/>
                  </a:moveTo>
                  <a:cubicBezTo>
                    <a:pt x="100" y="171"/>
                    <a:pt x="100" y="171"/>
                    <a:pt x="100" y="171"/>
                  </a:cubicBezTo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202"/>
            <p:cNvSpPr/>
            <p:nvPr/>
          </p:nvSpPr>
          <p:spPr>
            <a:xfrm>
              <a:off x="6459538" y="2633663"/>
              <a:ext cx="431800" cy="427038"/>
            </a:xfrm>
            <a:custGeom>
              <a:avLst/>
              <a:gdLst/>
              <a:ahLst/>
              <a:cxnLst/>
              <a:rect l="l" t="t" r="r" b="b"/>
              <a:pathLst>
                <a:path w="114" h="113" extrusionOk="0">
                  <a:moveTo>
                    <a:pt x="57" y="0"/>
                  </a:moveTo>
                  <a:cubicBezTo>
                    <a:pt x="25" y="0"/>
                    <a:pt x="0" y="25"/>
                    <a:pt x="0" y="57"/>
                  </a:cubicBezTo>
                  <a:cubicBezTo>
                    <a:pt x="0" y="88"/>
                    <a:pt x="25" y="113"/>
                    <a:pt x="57" y="113"/>
                  </a:cubicBezTo>
                  <a:cubicBezTo>
                    <a:pt x="88" y="113"/>
                    <a:pt x="114" y="88"/>
                    <a:pt x="114" y="57"/>
                  </a:cubicBezTo>
                  <a:cubicBezTo>
                    <a:pt x="114" y="25"/>
                    <a:pt x="88" y="0"/>
                    <a:pt x="57" y="0"/>
                  </a:cubicBezTo>
                  <a:close/>
                  <a:moveTo>
                    <a:pt x="57" y="85"/>
                  </a:moveTo>
                  <a:cubicBezTo>
                    <a:pt x="41" y="85"/>
                    <a:pt x="28" y="72"/>
                    <a:pt x="28" y="57"/>
                  </a:cubicBezTo>
                  <a:cubicBezTo>
                    <a:pt x="28" y="41"/>
                    <a:pt x="41" y="28"/>
                    <a:pt x="57" y="28"/>
                  </a:cubicBezTo>
                  <a:cubicBezTo>
                    <a:pt x="73" y="28"/>
                    <a:pt x="85" y="41"/>
                    <a:pt x="85" y="57"/>
                  </a:cubicBezTo>
                  <a:cubicBezTo>
                    <a:pt x="85" y="72"/>
                    <a:pt x="73" y="85"/>
                    <a:pt x="57" y="85"/>
                  </a:cubicBezTo>
                  <a:close/>
                  <a:moveTo>
                    <a:pt x="57" y="85"/>
                  </a:moveTo>
                  <a:cubicBezTo>
                    <a:pt x="57" y="85"/>
                    <a:pt x="57" y="85"/>
                    <a:pt x="57" y="85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2" name="Google Shape;352;p202"/>
          <p:cNvSpPr>
            <a:spLocks noGrp="1"/>
          </p:cNvSpPr>
          <p:nvPr>
            <p:ph type="pic" idx="2"/>
          </p:nvPr>
        </p:nvSpPr>
        <p:spPr>
          <a:xfrm>
            <a:off x="4148224" y="1443883"/>
            <a:ext cx="1398803" cy="1564773"/>
          </a:xfrm>
          <a:prstGeom prst="rect">
            <a:avLst/>
          </a:prstGeom>
          <a:noFill/>
          <a:ln>
            <a:noFill/>
          </a:ln>
        </p:spPr>
      </p:sp>
      <p:sp>
        <p:nvSpPr>
          <p:cNvPr id="353" name="Google Shape;353;p202"/>
          <p:cNvSpPr>
            <a:spLocks noGrp="1"/>
          </p:cNvSpPr>
          <p:nvPr>
            <p:ph type="pic" idx="3"/>
          </p:nvPr>
        </p:nvSpPr>
        <p:spPr>
          <a:xfrm>
            <a:off x="941890" y="3346175"/>
            <a:ext cx="752211" cy="841303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202"/>
          <p:cNvSpPr>
            <a:spLocks noGrp="1"/>
          </p:cNvSpPr>
          <p:nvPr>
            <p:ph type="pic" idx="4"/>
          </p:nvPr>
        </p:nvSpPr>
        <p:spPr>
          <a:xfrm>
            <a:off x="2116623" y="2548677"/>
            <a:ext cx="2843864" cy="318135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355" name="Google Shape;355;p202"/>
          <p:cNvGrpSpPr/>
          <p:nvPr/>
        </p:nvGrpSpPr>
        <p:grpSpPr>
          <a:xfrm>
            <a:off x="0" y="6658753"/>
            <a:ext cx="12188825" cy="208124"/>
            <a:chOff x="0" y="6606540"/>
            <a:chExt cx="11430000" cy="251459"/>
          </a:xfrm>
        </p:grpSpPr>
        <p:sp>
          <p:nvSpPr>
            <p:cNvPr id="356" name="Google Shape;356;p202"/>
            <p:cNvSpPr/>
            <p:nvPr/>
          </p:nvSpPr>
          <p:spPr>
            <a:xfrm>
              <a:off x="0" y="6606540"/>
              <a:ext cx="2286000" cy="25145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202"/>
            <p:cNvSpPr/>
            <p:nvPr/>
          </p:nvSpPr>
          <p:spPr>
            <a:xfrm>
              <a:off x="2286000" y="6606540"/>
              <a:ext cx="2286000" cy="25145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8" name="Google Shape;358;p202"/>
            <p:cNvSpPr/>
            <p:nvPr/>
          </p:nvSpPr>
          <p:spPr>
            <a:xfrm>
              <a:off x="4572000" y="6606540"/>
              <a:ext cx="2286000" cy="251459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" name="Google Shape;359;p202"/>
            <p:cNvSpPr/>
            <p:nvPr/>
          </p:nvSpPr>
          <p:spPr>
            <a:xfrm>
              <a:off x="6858000" y="6606540"/>
              <a:ext cx="2286000" cy="25145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202"/>
            <p:cNvSpPr/>
            <p:nvPr/>
          </p:nvSpPr>
          <p:spPr>
            <a:xfrm>
              <a:off x="9144000" y="6606540"/>
              <a:ext cx="2286000" cy="251459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39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9_Full Blank">
  <p:cSld name="39_Full Blank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03"/>
          <p:cNvSpPr/>
          <p:nvPr/>
        </p:nvSpPr>
        <p:spPr>
          <a:xfrm>
            <a:off x="11501300" y="199247"/>
            <a:ext cx="422454" cy="422564"/>
          </a:xfrm>
          <a:prstGeom prst="flowChartDelay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399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1082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53491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282569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475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266656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141609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2250477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230934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66395774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946853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67579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6378C3B-E184-A1ED-97D3-9127CD4946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06710" y="1325486"/>
            <a:ext cx="5002372" cy="4247185"/>
          </a:xfrm>
          <a:custGeom>
            <a:avLst/>
            <a:gdLst>
              <a:gd name="connsiteX0" fmla="*/ 2017799 w 5003675"/>
              <a:gd name="connsiteY0" fmla="*/ 3 h 4247185"/>
              <a:gd name="connsiteX1" fmla="*/ 2666935 w 5003675"/>
              <a:gd name="connsiteY1" fmla="*/ 270746 h 4247185"/>
              <a:gd name="connsiteX2" fmla="*/ 5003675 w 5003675"/>
              <a:gd name="connsiteY2" fmla="*/ 2618943 h 4247185"/>
              <a:gd name="connsiteX3" fmla="*/ 3636329 w 5003675"/>
              <a:gd name="connsiteY3" fmla="*/ 3979618 h 4247185"/>
              <a:gd name="connsiteX4" fmla="*/ 2336740 w 5003675"/>
              <a:gd name="connsiteY4" fmla="*/ 3976439 h 4247185"/>
              <a:gd name="connsiteX5" fmla="*/ 0 w 5003675"/>
              <a:gd name="connsiteY5" fmla="*/ 1628243 h 4247185"/>
              <a:gd name="connsiteX6" fmla="*/ 1367347 w 5003675"/>
              <a:gd name="connsiteY6" fmla="*/ 267568 h 4247185"/>
              <a:gd name="connsiteX7" fmla="*/ 2017799 w 5003675"/>
              <a:gd name="connsiteY7" fmla="*/ 3 h 4247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3675" h="4247185">
                <a:moveTo>
                  <a:pt x="2017799" y="3"/>
                </a:moveTo>
                <a:cubicBezTo>
                  <a:pt x="2252978" y="578"/>
                  <a:pt x="2487938" y="90871"/>
                  <a:pt x="2666935" y="270746"/>
                </a:cubicBezTo>
                <a:lnTo>
                  <a:pt x="5003675" y="2618943"/>
                </a:lnTo>
                <a:lnTo>
                  <a:pt x="3636329" y="3979618"/>
                </a:lnTo>
                <a:cubicBezTo>
                  <a:pt x="3276579" y="4337612"/>
                  <a:pt x="2694734" y="4336189"/>
                  <a:pt x="2336740" y="3976439"/>
                </a:cubicBezTo>
                <a:lnTo>
                  <a:pt x="0" y="1628243"/>
                </a:lnTo>
                <a:lnTo>
                  <a:pt x="1367347" y="267568"/>
                </a:lnTo>
                <a:cubicBezTo>
                  <a:pt x="1547222" y="88571"/>
                  <a:pt x="1782620" y="-572"/>
                  <a:pt x="2017799" y="3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542382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35D361-ABEE-D79C-865F-AA6BA02832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4148819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C5DDD57-31F3-A936-88B6-B56E3475F2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5E843CF-E274-2A06-E086-3AB252A4C96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17008" y="680012"/>
            <a:ext cx="4191362" cy="5497976"/>
          </a:xfrm>
          <a:custGeom>
            <a:avLst/>
            <a:gdLst>
              <a:gd name="connsiteX0" fmla="*/ 2096227 w 4192454"/>
              <a:gd name="connsiteY0" fmla="*/ 0 h 5497976"/>
              <a:gd name="connsiteX1" fmla="*/ 4192454 w 4192454"/>
              <a:gd name="connsiteY1" fmla="*/ 0 h 5497976"/>
              <a:gd name="connsiteX2" fmla="*/ 4192454 w 4192454"/>
              <a:gd name="connsiteY2" fmla="*/ 3401749 h 5497976"/>
              <a:gd name="connsiteX3" fmla="*/ 2096227 w 4192454"/>
              <a:gd name="connsiteY3" fmla="*/ 5497976 h 5497976"/>
              <a:gd name="connsiteX4" fmla="*/ 0 w 4192454"/>
              <a:gd name="connsiteY4" fmla="*/ 5497976 h 5497976"/>
              <a:gd name="connsiteX5" fmla="*/ 0 w 4192454"/>
              <a:gd name="connsiteY5" fmla="*/ 2096227 h 5497976"/>
              <a:gd name="connsiteX6" fmla="*/ 2096227 w 4192454"/>
              <a:gd name="connsiteY6" fmla="*/ 0 h 5497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92454" h="5497976">
                <a:moveTo>
                  <a:pt x="2096227" y="0"/>
                </a:moveTo>
                <a:lnTo>
                  <a:pt x="4192454" y="0"/>
                </a:lnTo>
                <a:lnTo>
                  <a:pt x="4192454" y="3401749"/>
                </a:lnTo>
                <a:cubicBezTo>
                  <a:pt x="4192454" y="4559463"/>
                  <a:pt x="3253941" y="5497976"/>
                  <a:pt x="2096227" y="5497976"/>
                </a:cubicBezTo>
                <a:lnTo>
                  <a:pt x="0" y="5497976"/>
                </a:lnTo>
                <a:lnTo>
                  <a:pt x="0" y="2096227"/>
                </a:lnTo>
                <a:cubicBezTo>
                  <a:pt x="0" y="938513"/>
                  <a:pt x="938513" y="0"/>
                  <a:pt x="20962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805364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F7B7BF-954B-E717-9848-38C7072F5E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693CE21-91E7-2D69-9690-1A156A7957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569" y="3871154"/>
            <a:ext cx="4992554" cy="2676124"/>
          </a:xfrm>
          <a:custGeom>
            <a:avLst/>
            <a:gdLst>
              <a:gd name="connsiteX0" fmla="*/ 446030 w 4993854"/>
              <a:gd name="connsiteY0" fmla="*/ 0 h 2676124"/>
              <a:gd name="connsiteX1" fmla="*/ 4993854 w 4993854"/>
              <a:gd name="connsiteY1" fmla="*/ 0 h 2676124"/>
              <a:gd name="connsiteX2" fmla="*/ 4993854 w 4993854"/>
              <a:gd name="connsiteY2" fmla="*/ 2230094 h 2676124"/>
              <a:gd name="connsiteX3" fmla="*/ 4547824 w 4993854"/>
              <a:gd name="connsiteY3" fmla="*/ 2676124 h 2676124"/>
              <a:gd name="connsiteX4" fmla="*/ 0 w 4993854"/>
              <a:gd name="connsiteY4" fmla="*/ 2676124 h 2676124"/>
              <a:gd name="connsiteX5" fmla="*/ 0 w 4993854"/>
              <a:gd name="connsiteY5" fmla="*/ 446030 h 2676124"/>
              <a:gd name="connsiteX6" fmla="*/ 446030 w 4993854"/>
              <a:gd name="connsiteY6" fmla="*/ 0 h 2676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93854" h="2676124">
                <a:moveTo>
                  <a:pt x="446030" y="0"/>
                </a:moveTo>
                <a:lnTo>
                  <a:pt x="4993854" y="0"/>
                </a:lnTo>
                <a:lnTo>
                  <a:pt x="4993854" y="2230094"/>
                </a:lnTo>
                <a:cubicBezTo>
                  <a:pt x="4993854" y="2476430"/>
                  <a:pt x="4794160" y="2676124"/>
                  <a:pt x="4547824" y="2676124"/>
                </a:cubicBezTo>
                <a:lnTo>
                  <a:pt x="0" y="2676124"/>
                </a:lnTo>
                <a:lnTo>
                  <a:pt x="0" y="446030"/>
                </a:lnTo>
                <a:cubicBezTo>
                  <a:pt x="0" y="199694"/>
                  <a:pt x="199694" y="0"/>
                  <a:pt x="44603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7898166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3F07389-8932-42FB-F708-932E2263F5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70" y="2307014"/>
            <a:ext cx="3407233" cy="112198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5885234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2ADEE87-6030-E1DA-86A9-0872B31F16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967952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5EA10585-713E-0C3F-37FB-777EB8FFEF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640565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539593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C680AFC-5A5D-E566-4767-30630FF92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7225884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547757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52D4ED0-A469-1D30-D0B9-075007FDB1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1443990"/>
            <a:ext cx="3684954" cy="107721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975245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A9D3FF98-2D57-B6D5-34A1-E29FC9D40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605271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88804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53A74ED-76FC-8CC0-D7E9-B3BEDEC068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8255762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543354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C9C5D43-2BAE-AA68-28A0-B95983F143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858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5C439F7A-5536-B6C0-F563-E47C03FC5E9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93637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CA5EEFA0-64F6-654A-EE27-E4ED443589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08424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B336F180-1189-E865-EC9D-3A737DFE33B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523208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1681684-B50D-931D-5AC8-80568BFA9A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941428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91651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7BF7C55-2A56-B649-6B81-0CD6A253F1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70D99CB-7D8E-D735-B5D0-393275D617F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175517" y="0"/>
            <a:ext cx="4013310" cy="6858000"/>
          </a:xfrm>
          <a:custGeom>
            <a:avLst/>
            <a:gdLst>
              <a:gd name="connsiteX0" fmla="*/ 0 w 4014355"/>
              <a:gd name="connsiteY0" fmla="*/ 0 h 6858000"/>
              <a:gd name="connsiteX1" fmla="*/ 4014355 w 4014355"/>
              <a:gd name="connsiteY1" fmla="*/ 0 h 6858000"/>
              <a:gd name="connsiteX2" fmla="*/ 4014355 w 4014355"/>
              <a:gd name="connsiteY2" fmla="*/ 6858000 h 6858000"/>
              <a:gd name="connsiteX3" fmla="*/ 0 w 401435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14355" h="6858000">
                <a:moveTo>
                  <a:pt x="0" y="0"/>
                </a:moveTo>
                <a:lnTo>
                  <a:pt x="4014355" y="0"/>
                </a:lnTo>
                <a:lnTo>
                  <a:pt x="401435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9821171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D038D30-D0CE-FB58-3CB7-714B70054F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803340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9958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FFD9CB8F-45B4-E333-AB67-85836ED65C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70" y="971551"/>
            <a:ext cx="5691609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949238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D4F87C9-AFD5-D11D-A745-9B8F1A936B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2199501"/>
            <a:ext cx="4234029" cy="5539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F7E5E00-74B3-AADD-0627-BA27887FE81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03962" y="538775"/>
            <a:ext cx="2239697" cy="1783080"/>
          </a:xfrm>
          <a:custGeom>
            <a:avLst/>
            <a:gdLst>
              <a:gd name="connsiteX0" fmla="*/ 125600 w 2240280"/>
              <a:gd name="connsiteY0" fmla="*/ 0 h 1783080"/>
              <a:gd name="connsiteX1" fmla="*/ 2114680 w 2240280"/>
              <a:gd name="connsiteY1" fmla="*/ 0 h 1783080"/>
              <a:gd name="connsiteX2" fmla="*/ 2240280 w 2240280"/>
              <a:gd name="connsiteY2" fmla="*/ 125600 h 1783080"/>
              <a:gd name="connsiteX3" fmla="*/ 2240280 w 2240280"/>
              <a:gd name="connsiteY3" fmla="*/ 1657480 h 1783080"/>
              <a:gd name="connsiteX4" fmla="*/ 2114680 w 2240280"/>
              <a:gd name="connsiteY4" fmla="*/ 1783080 h 1783080"/>
              <a:gd name="connsiteX5" fmla="*/ 125600 w 2240280"/>
              <a:gd name="connsiteY5" fmla="*/ 1783080 h 1783080"/>
              <a:gd name="connsiteX6" fmla="*/ 0 w 2240280"/>
              <a:gd name="connsiteY6" fmla="*/ 1657480 h 1783080"/>
              <a:gd name="connsiteX7" fmla="*/ 0 w 2240280"/>
              <a:gd name="connsiteY7" fmla="*/ 125600 h 1783080"/>
              <a:gd name="connsiteX8" fmla="*/ 125600 w 2240280"/>
              <a:gd name="connsiteY8" fmla="*/ 0 h 178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0280" h="1783080">
                <a:moveTo>
                  <a:pt x="125600" y="0"/>
                </a:moveTo>
                <a:lnTo>
                  <a:pt x="2114680" y="0"/>
                </a:lnTo>
                <a:cubicBezTo>
                  <a:pt x="2184047" y="0"/>
                  <a:pt x="2240280" y="56233"/>
                  <a:pt x="2240280" y="125600"/>
                </a:cubicBezTo>
                <a:lnTo>
                  <a:pt x="2240280" y="1657480"/>
                </a:lnTo>
                <a:cubicBezTo>
                  <a:pt x="2240280" y="1726847"/>
                  <a:pt x="2184047" y="1783080"/>
                  <a:pt x="2114680" y="1783080"/>
                </a:cubicBezTo>
                <a:lnTo>
                  <a:pt x="125600" y="1783080"/>
                </a:lnTo>
                <a:cubicBezTo>
                  <a:pt x="56233" y="1783080"/>
                  <a:pt x="0" y="1726847"/>
                  <a:pt x="0" y="1657480"/>
                </a:cubicBezTo>
                <a:lnTo>
                  <a:pt x="0" y="125600"/>
                </a:lnTo>
                <a:cubicBezTo>
                  <a:pt x="0" y="56233"/>
                  <a:pt x="56233" y="0"/>
                  <a:pt x="12560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88FFE2A-D715-1690-3C75-E65A19C626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903962" y="2537460"/>
            <a:ext cx="2239697" cy="1783080"/>
          </a:xfrm>
          <a:custGeom>
            <a:avLst/>
            <a:gdLst>
              <a:gd name="connsiteX0" fmla="*/ 118539 w 2240280"/>
              <a:gd name="connsiteY0" fmla="*/ 0 h 1783080"/>
              <a:gd name="connsiteX1" fmla="*/ 2121741 w 2240280"/>
              <a:gd name="connsiteY1" fmla="*/ 0 h 1783080"/>
              <a:gd name="connsiteX2" fmla="*/ 2240280 w 2240280"/>
              <a:gd name="connsiteY2" fmla="*/ 118539 h 1783080"/>
              <a:gd name="connsiteX3" fmla="*/ 2240280 w 2240280"/>
              <a:gd name="connsiteY3" fmla="*/ 1664541 h 1783080"/>
              <a:gd name="connsiteX4" fmla="*/ 2121741 w 2240280"/>
              <a:gd name="connsiteY4" fmla="*/ 1783080 h 1783080"/>
              <a:gd name="connsiteX5" fmla="*/ 118539 w 2240280"/>
              <a:gd name="connsiteY5" fmla="*/ 1783080 h 1783080"/>
              <a:gd name="connsiteX6" fmla="*/ 0 w 2240280"/>
              <a:gd name="connsiteY6" fmla="*/ 1664541 h 1783080"/>
              <a:gd name="connsiteX7" fmla="*/ 0 w 2240280"/>
              <a:gd name="connsiteY7" fmla="*/ 118539 h 1783080"/>
              <a:gd name="connsiteX8" fmla="*/ 118539 w 2240280"/>
              <a:gd name="connsiteY8" fmla="*/ 0 h 178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0280" h="1783080">
                <a:moveTo>
                  <a:pt x="118539" y="0"/>
                </a:moveTo>
                <a:lnTo>
                  <a:pt x="2121741" y="0"/>
                </a:lnTo>
                <a:cubicBezTo>
                  <a:pt x="2187208" y="0"/>
                  <a:pt x="2240280" y="53072"/>
                  <a:pt x="2240280" y="118539"/>
                </a:cubicBezTo>
                <a:lnTo>
                  <a:pt x="2240280" y="1664541"/>
                </a:lnTo>
                <a:cubicBezTo>
                  <a:pt x="2240280" y="1730008"/>
                  <a:pt x="2187208" y="1783080"/>
                  <a:pt x="2121741" y="1783080"/>
                </a:cubicBezTo>
                <a:lnTo>
                  <a:pt x="118539" y="1783080"/>
                </a:lnTo>
                <a:cubicBezTo>
                  <a:pt x="53072" y="1783080"/>
                  <a:pt x="0" y="1730008"/>
                  <a:pt x="0" y="1664541"/>
                </a:cubicBezTo>
                <a:lnTo>
                  <a:pt x="0" y="118539"/>
                </a:lnTo>
                <a:cubicBezTo>
                  <a:pt x="0" y="53072"/>
                  <a:pt x="53072" y="0"/>
                  <a:pt x="11853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9AEC7D6-C7F6-C6DD-7A93-7F15BDB694C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3962" y="4536145"/>
            <a:ext cx="2239697" cy="1783080"/>
          </a:xfrm>
          <a:custGeom>
            <a:avLst/>
            <a:gdLst>
              <a:gd name="connsiteX0" fmla="*/ 124459 w 2240280"/>
              <a:gd name="connsiteY0" fmla="*/ 0 h 1783080"/>
              <a:gd name="connsiteX1" fmla="*/ 2115821 w 2240280"/>
              <a:gd name="connsiteY1" fmla="*/ 0 h 1783080"/>
              <a:gd name="connsiteX2" fmla="*/ 2240280 w 2240280"/>
              <a:gd name="connsiteY2" fmla="*/ 124459 h 1783080"/>
              <a:gd name="connsiteX3" fmla="*/ 2240280 w 2240280"/>
              <a:gd name="connsiteY3" fmla="*/ 1658621 h 1783080"/>
              <a:gd name="connsiteX4" fmla="*/ 2115821 w 2240280"/>
              <a:gd name="connsiteY4" fmla="*/ 1783080 h 1783080"/>
              <a:gd name="connsiteX5" fmla="*/ 124459 w 2240280"/>
              <a:gd name="connsiteY5" fmla="*/ 1783080 h 1783080"/>
              <a:gd name="connsiteX6" fmla="*/ 0 w 2240280"/>
              <a:gd name="connsiteY6" fmla="*/ 1658621 h 1783080"/>
              <a:gd name="connsiteX7" fmla="*/ 0 w 2240280"/>
              <a:gd name="connsiteY7" fmla="*/ 124459 h 1783080"/>
              <a:gd name="connsiteX8" fmla="*/ 124459 w 2240280"/>
              <a:gd name="connsiteY8" fmla="*/ 0 h 178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0280" h="1783080">
                <a:moveTo>
                  <a:pt x="124459" y="0"/>
                </a:moveTo>
                <a:lnTo>
                  <a:pt x="2115821" y="0"/>
                </a:lnTo>
                <a:cubicBezTo>
                  <a:pt x="2184558" y="0"/>
                  <a:pt x="2240280" y="55722"/>
                  <a:pt x="2240280" y="124459"/>
                </a:cubicBezTo>
                <a:lnTo>
                  <a:pt x="2240280" y="1658621"/>
                </a:lnTo>
                <a:cubicBezTo>
                  <a:pt x="2240280" y="1727358"/>
                  <a:pt x="2184558" y="1783080"/>
                  <a:pt x="2115821" y="1783080"/>
                </a:cubicBezTo>
                <a:lnTo>
                  <a:pt x="124459" y="1783080"/>
                </a:lnTo>
                <a:cubicBezTo>
                  <a:pt x="55722" y="1783080"/>
                  <a:pt x="0" y="1727358"/>
                  <a:pt x="0" y="1658621"/>
                </a:cubicBezTo>
                <a:lnTo>
                  <a:pt x="0" y="124459"/>
                </a:lnTo>
                <a:cubicBezTo>
                  <a:pt x="0" y="55722"/>
                  <a:pt x="55722" y="0"/>
                  <a:pt x="1244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077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EBD1DE8-A38D-041F-7BE7-63EB75067B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894CE71-D989-A01B-2541-02035A315D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91136" y="1"/>
            <a:ext cx="4997689" cy="6858000"/>
          </a:xfrm>
          <a:custGeom>
            <a:avLst/>
            <a:gdLst>
              <a:gd name="connsiteX0" fmla="*/ 2276199 w 4998991"/>
              <a:gd name="connsiteY0" fmla="*/ 0 h 6858000"/>
              <a:gd name="connsiteX1" fmla="*/ 4998991 w 4998991"/>
              <a:gd name="connsiteY1" fmla="*/ 0 h 6858000"/>
              <a:gd name="connsiteX2" fmla="*/ 4998991 w 4998991"/>
              <a:gd name="connsiteY2" fmla="*/ 6858000 h 6858000"/>
              <a:gd name="connsiteX3" fmla="*/ 3385646 w 4998991"/>
              <a:gd name="connsiteY3" fmla="*/ 6858000 h 6858000"/>
              <a:gd name="connsiteX4" fmla="*/ 568771 w 4998991"/>
              <a:gd name="connsiteY4" fmla="*/ 5231676 h 6858000"/>
              <a:gd name="connsiteX5" fmla="*/ 152541 w 4998991"/>
              <a:gd name="connsiteY5" fmla="*/ 36782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991" h="6858000">
                <a:moveTo>
                  <a:pt x="2276199" y="0"/>
                </a:moveTo>
                <a:lnTo>
                  <a:pt x="4998991" y="0"/>
                </a:lnTo>
                <a:lnTo>
                  <a:pt x="4998991" y="6858000"/>
                </a:lnTo>
                <a:lnTo>
                  <a:pt x="3385646" y="6858000"/>
                </a:lnTo>
                <a:lnTo>
                  <a:pt x="568771" y="5231676"/>
                </a:lnTo>
                <a:cubicBezTo>
                  <a:pt x="24875" y="4917657"/>
                  <a:pt x="-161478" y="4222181"/>
                  <a:pt x="152541" y="3678285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57236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0C56D3C-4260-8E27-5665-613701086D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1793638"/>
            <a:ext cx="3522950" cy="110799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30662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B8B3CA3-442F-6635-C547-4290D042B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6300150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59004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37687893-67B4-A936-3437-9722BD427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715386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60228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53227017-0470-41EB-12C4-6E8CCAF5BC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B77C54E-8E8F-1DF8-C6DB-2862B452F36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51447" y="1911755"/>
            <a:ext cx="4597810" cy="3854275"/>
          </a:xfrm>
          <a:custGeom>
            <a:avLst/>
            <a:gdLst>
              <a:gd name="connsiteX0" fmla="*/ 642392 w 4599008"/>
              <a:gd name="connsiteY0" fmla="*/ 0 h 3854275"/>
              <a:gd name="connsiteX1" fmla="*/ 4599008 w 4599008"/>
              <a:gd name="connsiteY1" fmla="*/ 0 h 3854275"/>
              <a:gd name="connsiteX2" fmla="*/ 4599008 w 4599008"/>
              <a:gd name="connsiteY2" fmla="*/ 3211883 h 3854275"/>
              <a:gd name="connsiteX3" fmla="*/ 3956616 w 4599008"/>
              <a:gd name="connsiteY3" fmla="*/ 3854275 h 3854275"/>
              <a:gd name="connsiteX4" fmla="*/ 0 w 4599008"/>
              <a:gd name="connsiteY4" fmla="*/ 3854275 h 3854275"/>
              <a:gd name="connsiteX5" fmla="*/ 0 w 4599008"/>
              <a:gd name="connsiteY5" fmla="*/ 642392 h 3854275"/>
              <a:gd name="connsiteX6" fmla="*/ 642392 w 4599008"/>
              <a:gd name="connsiteY6" fmla="*/ 0 h 3854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99008" h="3854275">
                <a:moveTo>
                  <a:pt x="642392" y="0"/>
                </a:moveTo>
                <a:lnTo>
                  <a:pt x="4599008" y="0"/>
                </a:lnTo>
                <a:lnTo>
                  <a:pt x="4599008" y="3211883"/>
                </a:lnTo>
                <a:cubicBezTo>
                  <a:pt x="4599008" y="3566666"/>
                  <a:pt x="4311399" y="3854275"/>
                  <a:pt x="3956616" y="3854275"/>
                </a:cubicBezTo>
                <a:lnTo>
                  <a:pt x="0" y="3854275"/>
                </a:lnTo>
                <a:lnTo>
                  <a:pt x="0" y="642392"/>
                </a:lnTo>
                <a:cubicBezTo>
                  <a:pt x="0" y="287609"/>
                  <a:pt x="287609" y="0"/>
                  <a:pt x="6423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81692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76A7-B091-469C-82C8-89C693043C40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B1FA-81F2-4940-9AF3-5EAFB5D666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27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3" Type="http://schemas.openxmlformats.org/officeDocument/2006/relationships/slideLayout" Target="../slideLayouts/slideLayout41.xml"/><Relationship Id="rId21" Type="http://schemas.openxmlformats.org/officeDocument/2006/relationships/slideLayout" Target="../slideLayouts/slideLayout59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theme" Target="../theme/theme4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5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Quattrocento Sans"/>
              <a:buNone/>
              <a:defRPr sz="3600" b="1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5"/>
          <p:cNvSpPr txBox="1"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rmAutofit/>
          </a:bodyPr>
          <a:lstStyle>
            <a:lvl1pPr marL="457200" marR="0" lvl="0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2" name="Google Shape;12;p145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3" name="Google Shape;13;p145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4" name="Google Shape;14;p145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rgbClr val="918E8D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7" r:id="rId4"/>
    <p:sldLayoutId id="2147483658" r:id="rId5"/>
    <p:sldLayoutId id="2147483659" r:id="rId6"/>
    <p:sldLayoutId id="2147483660" r:id="rId7"/>
    <p:sldLayoutId id="2147483707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3"/>
          <p:cNvSpPr txBox="1"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9" name="Google Shape;109;p153"/>
          <p:cNvSpPr txBox="1"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t" anchorCtr="0">
            <a:normAutofit/>
          </a:bodyPr>
          <a:lstStyle>
            <a:lvl1pPr marL="457200" marR="0" lvl="0" indent="-457200" algn="l" rtl="0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00050" algn="l" rtl="0">
              <a:spcBef>
                <a:spcPts val="54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0" name="Google Shape;110;p153"/>
          <p:cNvSpPr txBox="1">
            <a:spLocks noGrp="1"/>
          </p:cNvSpPr>
          <p:nvPr>
            <p:ph type="dt" idx="10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1" name="Google Shape;111;p153"/>
          <p:cNvSpPr txBox="1">
            <a:spLocks noGrp="1"/>
          </p:cNvSpPr>
          <p:nvPr>
            <p:ph type="ft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2" name="Google Shape;112;p153"/>
          <p:cNvSpPr txBox="1">
            <a:spLocks noGrp="1"/>
          </p:cNvSpPr>
          <p:nvPr>
            <p:ph type="sldNum" idx="12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6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011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7E282-A3FD-8FDF-6938-39CB19402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4E0A95-6555-5CE0-2B04-590BB888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D3B31-96C7-188A-7A1F-74625996BD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B0145F-FA58-4242-A5B4-590FCCB69A0F}" type="datetimeFigureOut">
              <a:rPr lang="en-PK" smtClean="0"/>
              <a:t>06/16/2026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98D10-484E-D76E-8BED-E65AE31604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80257-D808-F7F3-9DDC-7F1794A6B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DFB9D-E974-4984-B692-DF7D1E2E45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31121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  <p:sldLayoutId id="2147483759" r:id="rId18"/>
    <p:sldLayoutId id="2147483760" r:id="rId19"/>
    <p:sldLayoutId id="2147483761" r:id="rId20"/>
    <p:sldLayoutId id="2147483762" r:id="rId21"/>
    <p:sldLayoutId id="2147483763" r:id="rId22"/>
  </p:sldLayoutIdLs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4.png"/><Relationship Id="rId4" Type="http://schemas.openxmlformats.org/officeDocument/2006/relationships/hyperlink" Target="http://www.dribbble.com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jpeg"/><Relationship Id="rId7" Type="http://schemas.openxmlformats.org/officeDocument/2006/relationships/image" Target="../media/image12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1.tiff"/><Relationship Id="rId5" Type="http://schemas.openxmlformats.org/officeDocument/2006/relationships/image" Target="../media/image10.tiff"/><Relationship Id="rId4" Type="http://schemas.openxmlformats.org/officeDocument/2006/relationships/image" Target="../media/image9.tiff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"/>
          <p:cNvSpPr txBox="1">
            <a:spLocks noGrp="1"/>
          </p:cNvSpPr>
          <p:nvPr>
            <p:ph type="ctrTitle"/>
          </p:nvPr>
        </p:nvSpPr>
        <p:spPr>
          <a:xfrm>
            <a:off x="910460" y="1569141"/>
            <a:ext cx="9194620" cy="1979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ctr" anchorCtr="0">
            <a:noAutofit/>
          </a:bodyPr>
          <a:lstStyle/>
          <a:p>
            <a:pPr lvl="0" algn="ctr">
              <a:buClr>
                <a:srgbClr val="194060"/>
              </a:buClr>
            </a:pPr>
            <a:r>
              <a:rPr lang="en-US" dirty="0">
                <a:solidFill>
                  <a:srgbClr val="00B050"/>
                </a:solidFill>
                <a:latin typeface="Arial Black" panose="020B0A04020102020204" pitchFamily="34" charset="0"/>
              </a:rPr>
              <a:t>SAP BTP CAPM</a:t>
            </a:r>
            <a:br>
              <a:rPr lang="en-US" dirty="0">
                <a:solidFill>
                  <a:srgbClr val="00B050"/>
                </a:solidFill>
                <a:latin typeface="Arial Black" panose="020B0A04020102020204" pitchFamily="34" charset="0"/>
              </a:rPr>
            </a:br>
            <a:r>
              <a:rPr lang="en-US" dirty="0">
                <a:solidFill>
                  <a:srgbClr val="00B050"/>
                </a:solidFill>
                <a:latin typeface="Arial Black" panose="020B0A04020102020204" pitchFamily="34" charset="0"/>
              </a:rPr>
              <a:t>“TypeScript”</a:t>
            </a:r>
            <a:br>
              <a:rPr lang="en-US" dirty="0">
                <a:solidFill>
                  <a:srgbClr val="00B050"/>
                </a:solidFill>
                <a:latin typeface="Arial Black" panose="020B0A04020102020204" pitchFamily="34" charset="0"/>
              </a:rPr>
            </a:br>
            <a:r>
              <a:rPr lang="en-US" dirty="0">
                <a:solidFill>
                  <a:srgbClr val="00B050"/>
                </a:solidFill>
                <a:latin typeface="Arial Black" panose="020B0A04020102020204" pitchFamily="34" charset="0"/>
              </a:rPr>
              <a:t>for Developers</a:t>
            </a:r>
            <a:endParaRPr dirty="0">
              <a:solidFill>
                <a:srgbClr val="00B050"/>
              </a:solidFill>
            </a:endParaRPr>
          </a:p>
        </p:txBody>
      </p:sp>
      <p:pic>
        <p:nvPicPr>
          <p:cNvPr id="497" name="Google Shape;497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62764" y="1268760"/>
            <a:ext cx="1733995" cy="1656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977" y="5551900"/>
            <a:ext cx="776483" cy="741639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1"/>
          <p:cNvSpPr txBox="1"/>
          <p:nvPr/>
        </p:nvSpPr>
        <p:spPr>
          <a:xfrm>
            <a:off x="2698834" y="599964"/>
            <a:ext cx="6048672" cy="584775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>
                <a:solidFill>
                  <a:srgbClr val="579130"/>
                </a:solidFill>
                <a:latin typeface="Corben"/>
                <a:ea typeface="Corben"/>
                <a:cs typeface="Corben"/>
                <a:sym typeface="Corben"/>
              </a:rPr>
              <a:t>DAY-3 	</a:t>
            </a:r>
            <a:endParaRPr sz="3200" dirty="0">
              <a:solidFill>
                <a:srgbClr val="579130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589890" y="3524363"/>
            <a:ext cx="1835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283E69"/>
                </a:solidFill>
              </a:rPr>
              <a:t>Anubhav Oberoy</a:t>
            </a:r>
          </a:p>
        </p:txBody>
      </p:sp>
      <p:sp>
        <p:nvSpPr>
          <p:cNvPr id="9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 txBox="1">
            <a:spLocks/>
          </p:cNvSpPr>
          <p:nvPr/>
        </p:nvSpPr>
        <p:spPr>
          <a:xfrm>
            <a:off x="2698834" y="4484357"/>
            <a:ext cx="5086633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Tx/>
            </a:pPr>
            <a:r>
              <a:rPr lang="en-IN" spc="100" dirty="0">
                <a:solidFill>
                  <a:srgbClr val="283E69"/>
                </a:solidFill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3388935" y="4846349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8987">
              <a:buClrTx/>
              <a:buFontTx/>
              <a:buNone/>
            </a:pPr>
            <a:r>
              <a:rPr lang="en-US" sz="1600" b="1" kern="1200" dirty="0">
                <a:solidFill>
                  <a:srgbClr val="FFC000"/>
                </a:solidFill>
                <a:latin typeface="Segoe UI"/>
                <a:ea typeface="+mn-ea"/>
                <a:cs typeface="+mn-cs"/>
              </a:rPr>
              <a:t>Follow excellence with sheer passion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6" grpId="0"/>
      <p:bldP spid="500" grpId="0" animBg="1"/>
      <p:bldP spid="2" grpId="0"/>
      <p:bldP spid="9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2069" y="0"/>
            <a:ext cx="655169" cy="64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"/>
          <p:cNvSpPr/>
          <p:nvPr/>
        </p:nvSpPr>
        <p:spPr>
          <a:xfrm>
            <a:off x="-21424" y="4797151"/>
            <a:ext cx="3729207" cy="2055451"/>
          </a:xfrm>
          <a:custGeom>
            <a:avLst/>
            <a:gdLst/>
            <a:ahLst/>
            <a:cxnLst/>
            <a:rect l="l" t="t" r="r" b="b"/>
            <a:pathLst>
              <a:path w="3278485" h="1905635" extrusionOk="0">
                <a:moveTo>
                  <a:pt x="1348581" y="0"/>
                </a:moveTo>
                <a:cubicBezTo>
                  <a:pt x="2348490" y="0"/>
                  <a:pt x="3170908" y="759925"/>
                  <a:pt x="3269805" y="1733741"/>
                </a:cubicBezTo>
                <a:lnTo>
                  <a:pt x="3278485" y="1905635"/>
                </a:lnTo>
                <a:lnTo>
                  <a:pt x="0" y="1905635"/>
                </a:lnTo>
                <a:lnTo>
                  <a:pt x="0" y="550202"/>
                </a:lnTo>
                <a:lnTo>
                  <a:pt x="120162" y="440991"/>
                </a:lnTo>
                <a:cubicBezTo>
                  <a:pt x="453987" y="165495"/>
                  <a:pt x="881957" y="0"/>
                  <a:pt x="1348581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24376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7" name="Google Shape;507;p2"/>
          <p:cNvSpPr/>
          <p:nvPr/>
        </p:nvSpPr>
        <p:spPr>
          <a:xfrm>
            <a:off x="-21424" y="4952366"/>
            <a:ext cx="3278485" cy="1905635"/>
          </a:xfrm>
          <a:custGeom>
            <a:avLst/>
            <a:gdLst/>
            <a:ahLst/>
            <a:cxnLst/>
            <a:rect l="l" t="t" r="r" b="b"/>
            <a:pathLst>
              <a:path w="3278485" h="1905635" extrusionOk="0">
                <a:moveTo>
                  <a:pt x="1348581" y="0"/>
                </a:moveTo>
                <a:cubicBezTo>
                  <a:pt x="2348490" y="0"/>
                  <a:pt x="3170908" y="759925"/>
                  <a:pt x="3269805" y="1733741"/>
                </a:cubicBezTo>
                <a:lnTo>
                  <a:pt x="3278485" y="1905635"/>
                </a:lnTo>
                <a:lnTo>
                  <a:pt x="0" y="1905635"/>
                </a:lnTo>
                <a:lnTo>
                  <a:pt x="0" y="550202"/>
                </a:lnTo>
                <a:lnTo>
                  <a:pt x="120162" y="440991"/>
                </a:lnTo>
                <a:cubicBezTo>
                  <a:pt x="453987" y="165495"/>
                  <a:pt x="881957" y="0"/>
                  <a:pt x="1348581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24376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8" name="Google Shape;508;p2"/>
          <p:cNvSpPr txBox="1">
            <a:spLocks noGrp="1"/>
          </p:cNvSpPr>
          <p:nvPr>
            <p:ph type="title"/>
          </p:nvPr>
        </p:nvSpPr>
        <p:spPr>
          <a:xfrm>
            <a:off x="682738" y="190775"/>
            <a:ext cx="4432285" cy="732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orben"/>
              <a:buNone/>
            </a:pPr>
            <a:r>
              <a:rPr lang="en-US" sz="3600" dirty="0">
                <a:latin typeface="Corben"/>
                <a:ea typeface="Corben"/>
                <a:cs typeface="Corben"/>
                <a:sym typeface="Corben"/>
              </a:rPr>
              <a:t>Agenda</a:t>
            </a:r>
            <a:r>
              <a:rPr lang="en-US" dirty="0"/>
              <a:t> </a:t>
            </a:r>
            <a:endParaRPr dirty="0"/>
          </a:p>
        </p:txBody>
      </p:sp>
      <p:grpSp>
        <p:nvGrpSpPr>
          <p:cNvPr id="509" name="Google Shape;509;p2"/>
          <p:cNvGrpSpPr/>
          <p:nvPr/>
        </p:nvGrpSpPr>
        <p:grpSpPr>
          <a:xfrm>
            <a:off x="3835664" y="440668"/>
            <a:ext cx="7505351" cy="859686"/>
            <a:chOff x="3657616" y="440668"/>
            <a:chExt cx="7505351" cy="859686"/>
          </a:xfrm>
        </p:grpSpPr>
        <p:sp>
          <p:nvSpPr>
            <p:cNvPr id="510" name="Google Shape;510;p2"/>
            <p:cNvSpPr/>
            <p:nvPr/>
          </p:nvSpPr>
          <p:spPr>
            <a:xfrm>
              <a:off x="3657616" y="440668"/>
              <a:ext cx="4644516" cy="85968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C7E6B2"/>
                </a:gs>
                <a:gs pos="100000">
                  <a:srgbClr val="E2F2D7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1" name="Google Shape;511;p2"/>
            <p:cNvSpPr txBox="1"/>
            <p:nvPr/>
          </p:nvSpPr>
          <p:spPr>
            <a:xfrm>
              <a:off x="4601587" y="636144"/>
              <a:ext cx="6561380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2400" b="1" i="0" u="none" strike="noStrike" kern="0" cap="none" spc="0" normalizeH="0" baseline="0" noProof="0" dirty="0">
                  <a:ln>
                    <a:noFill/>
                  </a:ln>
                  <a:solidFill>
                    <a:srgbClr val="1B294E"/>
                  </a:solidFill>
                  <a:effectLst/>
                  <a:uLnTx/>
                  <a:uFillTx/>
                  <a:latin typeface="Corben"/>
                  <a:ea typeface="Corben"/>
                  <a:cs typeface="Corben"/>
                  <a:sym typeface="Corben"/>
                </a:rPr>
                <a:t>Understanding sample project</a:t>
              </a:r>
              <a:endPara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1B294E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grpSp>
          <p:nvGrpSpPr>
            <p:cNvPr id="512" name="Google Shape;512;p2"/>
            <p:cNvGrpSpPr/>
            <p:nvPr/>
          </p:nvGrpSpPr>
          <p:grpSpPr>
            <a:xfrm>
              <a:off x="3657616" y="440668"/>
              <a:ext cx="852620" cy="852620"/>
              <a:chOff x="3657616" y="440668"/>
              <a:chExt cx="852620" cy="852620"/>
            </a:xfrm>
          </p:grpSpPr>
          <p:grpSp>
            <p:nvGrpSpPr>
              <p:cNvPr id="513" name="Google Shape;513;p2"/>
              <p:cNvGrpSpPr/>
              <p:nvPr/>
            </p:nvGrpSpPr>
            <p:grpSpPr>
              <a:xfrm>
                <a:off x="3657616" y="440668"/>
                <a:ext cx="852620" cy="852620"/>
                <a:chOff x="3657616" y="440668"/>
                <a:chExt cx="1008112" cy="1008112"/>
              </a:xfrm>
            </p:grpSpPr>
            <p:sp>
              <p:nvSpPr>
                <p:cNvPr id="514" name="Google Shape;514;p2"/>
                <p:cNvSpPr/>
                <p:nvPr/>
              </p:nvSpPr>
              <p:spPr>
                <a:xfrm>
                  <a:off x="3657616" y="440668"/>
                  <a:ext cx="1008112" cy="1008112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 typeface="Arial"/>
                    <a:buNone/>
                    <a:tabLst/>
                    <a:defRPr/>
                  </a:pPr>
                  <a:endParaRPr kumimoji="0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15" name="Google Shape;515;p2"/>
                <p:cNvGrpSpPr/>
                <p:nvPr/>
              </p:nvGrpSpPr>
              <p:grpSpPr>
                <a:xfrm>
                  <a:off x="3765628" y="548680"/>
                  <a:ext cx="792088" cy="792088"/>
                  <a:chOff x="4197016" y="548680"/>
                  <a:chExt cx="792088" cy="792088"/>
                </a:xfrm>
              </p:grpSpPr>
              <p:sp>
                <p:nvSpPr>
                  <p:cNvPr id="516" name="Google Shape;516;p2"/>
                  <p:cNvSpPr/>
                  <p:nvPr/>
                </p:nvSpPr>
                <p:spPr>
                  <a:xfrm>
                    <a:off x="4197016" y="548680"/>
                    <a:ext cx="792088" cy="792088"/>
                  </a:xfrm>
                  <a:prstGeom prst="ellipse">
                    <a:avLst/>
                  </a:prstGeom>
                  <a:gradFill>
                    <a:gsLst>
                      <a:gs pos="0">
                        <a:srgbClr val="C7E6B2"/>
                      </a:gs>
                      <a:gs pos="100000">
                        <a:schemeClr val="accent1"/>
                      </a:gs>
                    </a:gsLst>
                    <a:lin ang="2700000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24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17" name="Google Shape;517;p2"/>
                  <p:cNvSpPr/>
                  <p:nvPr/>
                </p:nvSpPr>
                <p:spPr>
                  <a:xfrm>
                    <a:off x="4269024" y="620688"/>
                    <a:ext cx="648072" cy="64807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1800" b="1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518" name="Google Shape;518;p2"/>
              <p:cNvSpPr txBox="1"/>
              <p:nvPr/>
            </p:nvSpPr>
            <p:spPr>
              <a:xfrm>
                <a:off x="3748968" y="674410"/>
                <a:ext cx="6699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rPr>
                  <a:t>01</a:t>
                </a: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19" name="Google Shape;519;p2"/>
          <p:cNvGrpSpPr/>
          <p:nvPr/>
        </p:nvGrpSpPr>
        <p:grpSpPr>
          <a:xfrm>
            <a:off x="4716549" y="2138925"/>
            <a:ext cx="7195198" cy="859686"/>
            <a:chOff x="3657616" y="440668"/>
            <a:chExt cx="7195198" cy="859686"/>
          </a:xfrm>
        </p:grpSpPr>
        <p:sp>
          <p:nvSpPr>
            <p:cNvPr id="520" name="Google Shape;520;p2"/>
            <p:cNvSpPr/>
            <p:nvPr/>
          </p:nvSpPr>
          <p:spPr>
            <a:xfrm>
              <a:off x="3657616" y="440668"/>
              <a:ext cx="4644516" cy="85968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C7E6B2"/>
                </a:gs>
                <a:gs pos="100000">
                  <a:srgbClr val="E2F2D7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1" name="Google Shape;521;p2"/>
            <p:cNvSpPr txBox="1"/>
            <p:nvPr/>
          </p:nvSpPr>
          <p:spPr>
            <a:xfrm>
              <a:off x="4601587" y="636144"/>
              <a:ext cx="6251227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1B294E"/>
                  </a:solidFill>
                  <a:effectLst/>
                  <a:uLnTx/>
                  <a:uFillTx/>
                  <a:latin typeface="Corben"/>
                  <a:ea typeface="Corben"/>
                  <a:cs typeface="Corben"/>
                  <a:sym typeface="Corben"/>
                </a:rPr>
                <a:t>Incremental migration</a:t>
              </a:r>
              <a:endPara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1B294E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grpSp>
          <p:nvGrpSpPr>
            <p:cNvPr id="522" name="Google Shape;522;p2"/>
            <p:cNvGrpSpPr/>
            <p:nvPr/>
          </p:nvGrpSpPr>
          <p:grpSpPr>
            <a:xfrm>
              <a:off x="3657616" y="440668"/>
              <a:ext cx="852620" cy="852620"/>
              <a:chOff x="3657616" y="440668"/>
              <a:chExt cx="852620" cy="852620"/>
            </a:xfrm>
          </p:grpSpPr>
          <p:grpSp>
            <p:nvGrpSpPr>
              <p:cNvPr id="523" name="Google Shape;523;p2"/>
              <p:cNvGrpSpPr/>
              <p:nvPr/>
            </p:nvGrpSpPr>
            <p:grpSpPr>
              <a:xfrm>
                <a:off x="3657616" y="440668"/>
                <a:ext cx="852620" cy="852620"/>
                <a:chOff x="3657616" y="440668"/>
                <a:chExt cx="1008112" cy="1008112"/>
              </a:xfrm>
            </p:grpSpPr>
            <p:sp>
              <p:nvSpPr>
                <p:cNvPr id="524" name="Google Shape;524;p2"/>
                <p:cNvSpPr/>
                <p:nvPr/>
              </p:nvSpPr>
              <p:spPr>
                <a:xfrm>
                  <a:off x="3657616" y="440668"/>
                  <a:ext cx="1008112" cy="1008112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 typeface="Arial"/>
                    <a:buNone/>
                    <a:tabLst/>
                    <a:defRPr/>
                  </a:pPr>
                  <a:endParaRPr kumimoji="0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25" name="Google Shape;525;p2"/>
                <p:cNvGrpSpPr/>
                <p:nvPr/>
              </p:nvGrpSpPr>
              <p:grpSpPr>
                <a:xfrm>
                  <a:off x="3765628" y="548680"/>
                  <a:ext cx="792088" cy="792088"/>
                  <a:chOff x="4197016" y="548680"/>
                  <a:chExt cx="792088" cy="792088"/>
                </a:xfrm>
              </p:grpSpPr>
              <p:sp>
                <p:nvSpPr>
                  <p:cNvPr id="526" name="Google Shape;526;p2"/>
                  <p:cNvSpPr/>
                  <p:nvPr/>
                </p:nvSpPr>
                <p:spPr>
                  <a:xfrm>
                    <a:off x="4197016" y="548680"/>
                    <a:ext cx="792088" cy="792088"/>
                  </a:xfrm>
                  <a:prstGeom prst="ellipse">
                    <a:avLst/>
                  </a:prstGeom>
                  <a:gradFill>
                    <a:gsLst>
                      <a:gs pos="0">
                        <a:srgbClr val="C7E6B2"/>
                      </a:gs>
                      <a:gs pos="100000">
                        <a:schemeClr val="accent1"/>
                      </a:gs>
                    </a:gsLst>
                    <a:lin ang="2700000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24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27" name="Google Shape;527;p2"/>
                  <p:cNvSpPr/>
                  <p:nvPr/>
                </p:nvSpPr>
                <p:spPr>
                  <a:xfrm>
                    <a:off x="4269024" y="620688"/>
                    <a:ext cx="648072" cy="64807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1800" b="1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528" name="Google Shape;528;p2"/>
              <p:cNvSpPr txBox="1"/>
              <p:nvPr/>
            </p:nvSpPr>
            <p:spPr>
              <a:xfrm>
                <a:off x="3748968" y="674410"/>
                <a:ext cx="6699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rPr>
                  <a:t>02</a:t>
                </a: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29" name="Google Shape;529;p2"/>
          <p:cNvGrpSpPr/>
          <p:nvPr/>
        </p:nvGrpSpPr>
        <p:grpSpPr>
          <a:xfrm>
            <a:off x="5023671" y="3788587"/>
            <a:ext cx="6475255" cy="900677"/>
            <a:chOff x="3657616" y="399677"/>
            <a:chExt cx="5629459" cy="900677"/>
          </a:xfrm>
        </p:grpSpPr>
        <p:sp>
          <p:nvSpPr>
            <p:cNvPr id="530" name="Google Shape;530;p2"/>
            <p:cNvSpPr/>
            <p:nvPr/>
          </p:nvSpPr>
          <p:spPr>
            <a:xfrm>
              <a:off x="3657616" y="440668"/>
              <a:ext cx="4644516" cy="85968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C7E6B2"/>
                </a:gs>
                <a:gs pos="100000">
                  <a:srgbClr val="E2F2D7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31" name="Google Shape;531;p2"/>
            <p:cNvSpPr txBox="1"/>
            <p:nvPr/>
          </p:nvSpPr>
          <p:spPr>
            <a:xfrm>
              <a:off x="4479785" y="399677"/>
              <a:ext cx="4807290" cy="4984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1B294E"/>
                </a:solidFill>
                <a:effectLst/>
                <a:uLnTx/>
                <a:uFillTx/>
                <a:latin typeface="Corben"/>
                <a:ea typeface="Corben"/>
                <a:cs typeface="Corben"/>
                <a:sym typeface="Corben"/>
              </a:endParaRPr>
            </a:p>
          </p:txBody>
        </p:sp>
        <p:grpSp>
          <p:nvGrpSpPr>
            <p:cNvPr id="532" name="Google Shape;532;p2"/>
            <p:cNvGrpSpPr/>
            <p:nvPr/>
          </p:nvGrpSpPr>
          <p:grpSpPr>
            <a:xfrm>
              <a:off x="3657616" y="440668"/>
              <a:ext cx="852620" cy="852620"/>
              <a:chOff x="3657616" y="440668"/>
              <a:chExt cx="852620" cy="852620"/>
            </a:xfrm>
          </p:grpSpPr>
          <p:grpSp>
            <p:nvGrpSpPr>
              <p:cNvPr id="533" name="Google Shape;533;p2"/>
              <p:cNvGrpSpPr/>
              <p:nvPr/>
            </p:nvGrpSpPr>
            <p:grpSpPr>
              <a:xfrm>
                <a:off x="3657616" y="440668"/>
                <a:ext cx="852620" cy="852620"/>
                <a:chOff x="3657616" y="440668"/>
                <a:chExt cx="1008112" cy="1008112"/>
              </a:xfrm>
            </p:grpSpPr>
            <p:sp>
              <p:nvSpPr>
                <p:cNvPr id="534" name="Google Shape;534;p2"/>
                <p:cNvSpPr/>
                <p:nvPr/>
              </p:nvSpPr>
              <p:spPr>
                <a:xfrm>
                  <a:off x="3657616" y="440668"/>
                  <a:ext cx="1008112" cy="1008112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 typeface="Arial"/>
                    <a:buNone/>
                    <a:tabLst/>
                    <a:defRPr/>
                  </a:pPr>
                  <a:endParaRPr kumimoji="0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35" name="Google Shape;535;p2"/>
                <p:cNvGrpSpPr/>
                <p:nvPr/>
              </p:nvGrpSpPr>
              <p:grpSpPr>
                <a:xfrm>
                  <a:off x="3765628" y="548680"/>
                  <a:ext cx="792088" cy="792088"/>
                  <a:chOff x="4197016" y="548680"/>
                  <a:chExt cx="792088" cy="792088"/>
                </a:xfrm>
              </p:grpSpPr>
              <p:sp>
                <p:nvSpPr>
                  <p:cNvPr id="536" name="Google Shape;536;p2"/>
                  <p:cNvSpPr/>
                  <p:nvPr/>
                </p:nvSpPr>
                <p:spPr>
                  <a:xfrm>
                    <a:off x="4197016" y="548680"/>
                    <a:ext cx="792088" cy="792088"/>
                  </a:xfrm>
                  <a:prstGeom prst="ellipse">
                    <a:avLst/>
                  </a:prstGeom>
                  <a:gradFill>
                    <a:gsLst>
                      <a:gs pos="0">
                        <a:srgbClr val="C7E6B2"/>
                      </a:gs>
                      <a:gs pos="100000">
                        <a:schemeClr val="accent1"/>
                      </a:gs>
                    </a:gsLst>
                    <a:lin ang="2700000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24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37" name="Google Shape;537;p2"/>
                  <p:cNvSpPr/>
                  <p:nvPr/>
                </p:nvSpPr>
                <p:spPr>
                  <a:xfrm>
                    <a:off x="4269024" y="620688"/>
                    <a:ext cx="648072" cy="64807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1800" b="1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538" name="Google Shape;538;p2"/>
              <p:cNvSpPr txBox="1"/>
              <p:nvPr/>
            </p:nvSpPr>
            <p:spPr>
              <a:xfrm>
                <a:off x="3748968" y="674410"/>
                <a:ext cx="6699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rPr>
                  <a:t>03</a:t>
                </a: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39" name="Google Shape;539;p2"/>
          <p:cNvGrpSpPr/>
          <p:nvPr/>
        </p:nvGrpSpPr>
        <p:grpSpPr>
          <a:xfrm>
            <a:off x="4831467" y="5520231"/>
            <a:ext cx="7195198" cy="859686"/>
            <a:chOff x="3657616" y="440668"/>
            <a:chExt cx="7195198" cy="859686"/>
          </a:xfrm>
        </p:grpSpPr>
        <p:sp>
          <p:nvSpPr>
            <p:cNvPr id="540" name="Google Shape;540;p2"/>
            <p:cNvSpPr/>
            <p:nvPr/>
          </p:nvSpPr>
          <p:spPr>
            <a:xfrm>
              <a:off x="3657616" y="440668"/>
              <a:ext cx="4644516" cy="85968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C7E6B2"/>
                </a:gs>
                <a:gs pos="100000">
                  <a:srgbClr val="E2F2D7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41" name="Google Shape;541;p2"/>
            <p:cNvSpPr txBox="1"/>
            <p:nvPr/>
          </p:nvSpPr>
          <p:spPr>
            <a:xfrm>
              <a:off x="4601587" y="636144"/>
              <a:ext cx="625122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1B294E"/>
                  </a:solidFill>
                  <a:effectLst/>
                  <a:uLnTx/>
                  <a:uFillTx/>
                  <a:latin typeface="Corben"/>
                  <a:ea typeface="Corben"/>
                  <a:cs typeface="Corben"/>
                  <a:sym typeface="Corben"/>
                </a:rPr>
                <a:t>Generic decorators and utility</a:t>
              </a:r>
              <a:endPara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1B294E"/>
                </a:solidFill>
                <a:effectLst/>
                <a:uLnTx/>
                <a:uFillTx/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grpSp>
          <p:nvGrpSpPr>
            <p:cNvPr id="542" name="Google Shape;542;p2"/>
            <p:cNvGrpSpPr/>
            <p:nvPr/>
          </p:nvGrpSpPr>
          <p:grpSpPr>
            <a:xfrm>
              <a:off x="3657616" y="440668"/>
              <a:ext cx="852620" cy="852620"/>
              <a:chOff x="3657616" y="440668"/>
              <a:chExt cx="852620" cy="852620"/>
            </a:xfrm>
          </p:grpSpPr>
          <p:grpSp>
            <p:nvGrpSpPr>
              <p:cNvPr id="543" name="Google Shape;543;p2"/>
              <p:cNvGrpSpPr/>
              <p:nvPr/>
            </p:nvGrpSpPr>
            <p:grpSpPr>
              <a:xfrm>
                <a:off x="3657616" y="440668"/>
                <a:ext cx="852620" cy="852620"/>
                <a:chOff x="3657616" y="440668"/>
                <a:chExt cx="1008112" cy="1008112"/>
              </a:xfrm>
            </p:grpSpPr>
            <p:sp>
              <p:nvSpPr>
                <p:cNvPr id="544" name="Google Shape;544;p2"/>
                <p:cNvSpPr/>
                <p:nvPr/>
              </p:nvSpPr>
              <p:spPr>
                <a:xfrm>
                  <a:off x="3657616" y="440668"/>
                  <a:ext cx="1008112" cy="1008112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 typeface="Arial"/>
                    <a:buNone/>
                    <a:tabLst/>
                    <a:defRPr/>
                  </a:pPr>
                  <a:endParaRPr kumimoji="0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45" name="Google Shape;545;p2"/>
                <p:cNvGrpSpPr/>
                <p:nvPr/>
              </p:nvGrpSpPr>
              <p:grpSpPr>
                <a:xfrm>
                  <a:off x="3765628" y="548680"/>
                  <a:ext cx="792088" cy="792088"/>
                  <a:chOff x="4197016" y="548680"/>
                  <a:chExt cx="792088" cy="792088"/>
                </a:xfrm>
              </p:grpSpPr>
              <p:sp>
                <p:nvSpPr>
                  <p:cNvPr id="546" name="Google Shape;546;p2"/>
                  <p:cNvSpPr/>
                  <p:nvPr/>
                </p:nvSpPr>
                <p:spPr>
                  <a:xfrm>
                    <a:off x="4197016" y="548680"/>
                    <a:ext cx="792088" cy="792088"/>
                  </a:xfrm>
                  <a:prstGeom prst="ellipse">
                    <a:avLst/>
                  </a:prstGeom>
                  <a:gradFill>
                    <a:gsLst>
                      <a:gs pos="0">
                        <a:srgbClr val="C7E6B2"/>
                      </a:gs>
                      <a:gs pos="100000">
                        <a:schemeClr val="accent1"/>
                      </a:gs>
                    </a:gsLst>
                    <a:lin ang="2700000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24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47" name="Google Shape;547;p2"/>
                  <p:cNvSpPr/>
                  <p:nvPr/>
                </p:nvSpPr>
                <p:spPr>
                  <a:xfrm>
                    <a:off x="4269024" y="620688"/>
                    <a:ext cx="648072" cy="64807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Tx/>
                      <a:buFont typeface="Arial"/>
                      <a:buNone/>
                      <a:tabLst/>
                      <a:defRPr/>
                    </a:pPr>
                    <a:endParaRPr kumimoji="0" sz="1800" b="1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548" name="Google Shape;548;p2"/>
              <p:cNvSpPr txBox="1"/>
              <p:nvPr/>
            </p:nvSpPr>
            <p:spPr>
              <a:xfrm>
                <a:off x="3748968" y="674410"/>
                <a:ext cx="6699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Quattrocento Sans"/>
                    <a:ea typeface="Quattrocento Sans"/>
                    <a:cs typeface="Quattrocento Sans"/>
                    <a:sym typeface="Quattrocento Sans"/>
                  </a:rPr>
                  <a:t>04</a:t>
                </a: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550" name="Google Shape;55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569" y="6255475"/>
            <a:ext cx="662338" cy="632616"/>
          </a:xfrm>
          <a:prstGeom prst="rect">
            <a:avLst/>
          </a:prstGeom>
          <a:noFill/>
          <a:ln>
            <a:noFill/>
          </a:ln>
        </p:spPr>
      </p:pic>
      <p:sp>
        <p:nvSpPr>
          <p:cNvPr id="552" name="Google Shape;552;p2"/>
          <p:cNvSpPr txBox="1"/>
          <p:nvPr/>
        </p:nvSpPr>
        <p:spPr>
          <a:xfrm>
            <a:off x="9475983" y="6498485"/>
            <a:ext cx="300256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75C042"/>
                </a:solidFill>
                <a:effectLst/>
                <a:uLnTx/>
                <a:uFillTx/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kumimoji="0" sz="1600" b="0" i="0" u="none" strike="noStrike" kern="0" cap="none" spc="0" normalizeH="0" baseline="0" noProof="0" dirty="0">
              <a:ln>
                <a:noFill/>
              </a:ln>
              <a:solidFill>
                <a:srgbClr val="75C042"/>
              </a:solidFill>
              <a:effectLst/>
              <a:uLnTx/>
              <a:uFillTx/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sp>
        <p:nvSpPr>
          <p:cNvPr id="553" name="Google Shape;553;p2"/>
          <p:cNvSpPr txBox="1"/>
          <p:nvPr/>
        </p:nvSpPr>
        <p:spPr>
          <a:xfrm>
            <a:off x="5978935" y="4041964"/>
            <a:ext cx="584075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1B294E"/>
                </a:solidFill>
                <a:effectLst/>
                <a:uLnTx/>
                <a:uFillTx/>
                <a:latin typeface="Corben"/>
                <a:ea typeface="Corben"/>
                <a:cs typeface="Corben"/>
                <a:sym typeface="Corben"/>
              </a:rPr>
              <a:t>Migrate cap logic and units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rgbClr val="1B294E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50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2069" y="0"/>
            <a:ext cx="655169" cy="64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3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8" grpId="0"/>
      <p:bldP spid="55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"/>
          <p:cNvSpPr/>
          <p:nvPr/>
        </p:nvSpPr>
        <p:spPr>
          <a:xfrm>
            <a:off x="8658535" y="1781064"/>
            <a:ext cx="2729971" cy="1677619"/>
          </a:xfrm>
          <a:prstGeom prst="roundRect">
            <a:avLst>
              <a:gd name="adj" fmla="val 7261"/>
            </a:avLst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7" name="Google Shape;577;p4"/>
          <p:cNvSpPr/>
          <p:nvPr/>
        </p:nvSpPr>
        <p:spPr>
          <a:xfrm>
            <a:off x="5797272" y="1781064"/>
            <a:ext cx="2729971" cy="1677619"/>
          </a:xfrm>
          <a:prstGeom prst="roundRect">
            <a:avLst>
              <a:gd name="adj" fmla="val 7261"/>
            </a:avLst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8" name="Google Shape;578;p4"/>
          <p:cNvSpPr/>
          <p:nvPr/>
        </p:nvSpPr>
        <p:spPr>
          <a:xfrm>
            <a:off x="2755299" y="1781064"/>
            <a:ext cx="2729971" cy="1677619"/>
          </a:xfrm>
          <a:prstGeom prst="roundRect">
            <a:avLst>
              <a:gd name="adj" fmla="val 7261"/>
            </a:avLst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9" name="Google Shape;579;p4"/>
          <p:cNvSpPr/>
          <p:nvPr/>
        </p:nvSpPr>
        <p:spPr>
          <a:xfrm>
            <a:off x="-77756" y="1781064"/>
            <a:ext cx="2729971" cy="1677619"/>
          </a:xfrm>
          <a:prstGeom prst="roundRect">
            <a:avLst>
              <a:gd name="adj" fmla="val 7261"/>
            </a:avLst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0" name="Google Shape;580;p4"/>
          <p:cNvSpPr/>
          <p:nvPr/>
        </p:nvSpPr>
        <p:spPr>
          <a:xfrm>
            <a:off x="6369791" y="3519039"/>
            <a:ext cx="2530466" cy="3122025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E2F2D7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1" name="Google Shape;581;p4"/>
          <p:cNvSpPr/>
          <p:nvPr/>
        </p:nvSpPr>
        <p:spPr>
          <a:xfrm>
            <a:off x="608637" y="3547062"/>
            <a:ext cx="2530466" cy="3122025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E2F2D7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2" name="Google Shape;582;p4"/>
          <p:cNvSpPr/>
          <p:nvPr/>
        </p:nvSpPr>
        <p:spPr>
          <a:xfrm>
            <a:off x="0" y="3161586"/>
            <a:ext cx="12188825" cy="3854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3" name="Google Shape;583;p4"/>
          <p:cNvSpPr/>
          <p:nvPr/>
        </p:nvSpPr>
        <p:spPr>
          <a:xfrm>
            <a:off x="7028729" y="3181193"/>
            <a:ext cx="995123" cy="365959"/>
          </a:xfrm>
          <a:custGeom>
            <a:avLst/>
            <a:gdLst/>
            <a:ahLst/>
            <a:cxnLst/>
            <a:rect l="l" t="t" r="r" b="b"/>
            <a:pathLst>
              <a:path w="995123" h="365959" extrusionOk="0">
                <a:moveTo>
                  <a:pt x="497561" y="0"/>
                </a:moveTo>
                <a:cubicBezTo>
                  <a:pt x="714884" y="0"/>
                  <a:pt x="901345" y="132131"/>
                  <a:pt x="980993" y="320440"/>
                </a:cubicBezTo>
                <a:lnTo>
                  <a:pt x="995123" y="365959"/>
                </a:lnTo>
                <a:lnTo>
                  <a:pt x="0" y="365959"/>
                </a:lnTo>
                <a:lnTo>
                  <a:pt x="14130" y="320440"/>
                </a:lnTo>
                <a:cubicBezTo>
                  <a:pt x="93778" y="132131"/>
                  <a:pt x="280239" y="0"/>
                  <a:pt x="497561" y="0"/>
                </a:cubicBezTo>
                <a:close/>
              </a:path>
            </a:pathLst>
          </a:custGeom>
          <a:solidFill>
            <a:srgbClr val="C7E6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4" name="Google Shape;584;p4"/>
          <p:cNvSpPr/>
          <p:nvPr/>
        </p:nvSpPr>
        <p:spPr>
          <a:xfrm>
            <a:off x="6426329" y="1210470"/>
            <a:ext cx="2172231" cy="1584167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/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5" name="Google Shape;585;p4"/>
          <p:cNvSpPr txBox="1"/>
          <p:nvPr/>
        </p:nvSpPr>
        <p:spPr>
          <a:xfrm>
            <a:off x="6394048" y="1466844"/>
            <a:ext cx="2251909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0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SAP Cloud SDK &amp; Fiori/UI5 in TypeScript</a:t>
            </a:r>
            <a:endParaRPr sz="2000" b="1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586" name="Google Shape;586;p4"/>
          <p:cNvSpPr/>
          <p:nvPr/>
        </p:nvSpPr>
        <p:spPr>
          <a:xfrm rot="8090038" flipH="1">
            <a:off x="7079823" y="2720929"/>
            <a:ext cx="892937" cy="901138"/>
          </a:xfrm>
          <a:custGeom>
            <a:avLst/>
            <a:gdLst/>
            <a:ahLst/>
            <a:cxnLst/>
            <a:rect l="l" t="t" r="r" b="b"/>
            <a:pathLst>
              <a:path w="314" h="315" extrusionOk="0">
                <a:moveTo>
                  <a:pt x="127" y="0"/>
                </a:moveTo>
                <a:cubicBezTo>
                  <a:pt x="141" y="97"/>
                  <a:pt x="217" y="174"/>
                  <a:pt x="314" y="189"/>
                </a:cubicBezTo>
                <a:cubicBezTo>
                  <a:pt x="187" y="315"/>
                  <a:pt x="187" y="315"/>
                  <a:pt x="187" y="315"/>
                </a:cubicBezTo>
                <a:cubicBezTo>
                  <a:pt x="173" y="217"/>
                  <a:pt x="97" y="140"/>
                  <a:pt x="0" y="125"/>
                </a:cubicBezTo>
                <a:lnTo>
                  <a:pt x="127" y="0"/>
                </a:lnTo>
                <a:close/>
              </a:path>
            </a:pathLst>
          </a:custGeom>
          <a:gradFill>
            <a:gsLst>
              <a:gs pos="0">
                <a:srgbClr val="75C042">
                  <a:alpha val="89803"/>
                </a:srgbClr>
              </a:gs>
              <a:gs pos="100000">
                <a:srgbClr val="ACD98C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7" name="Google Shape;587;p4"/>
          <p:cNvSpPr txBox="1">
            <a:spLocks noGrp="1"/>
          </p:cNvSpPr>
          <p:nvPr>
            <p:ph type="title"/>
          </p:nvPr>
        </p:nvSpPr>
        <p:spPr>
          <a:xfrm>
            <a:off x="444224" y="146584"/>
            <a:ext cx="10491783" cy="711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25" rIns="0" bIns="609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orben"/>
              <a:buNone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Corben"/>
                <a:ea typeface="Corben"/>
                <a:cs typeface="Corben"/>
                <a:sym typeface="Corben"/>
              </a:rPr>
              <a:t>Course Outlook – 10 Hours</a:t>
            </a:r>
            <a:endParaRPr dirty="0">
              <a:solidFill>
                <a:schemeClr val="tx1">
                  <a:lumMod val="50000"/>
                </a:schemeClr>
              </a:solidFill>
            </a:endParaRPr>
          </a:p>
        </p:txBody>
      </p:sp>
      <p:grpSp>
        <p:nvGrpSpPr>
          <p:cNvPr id="588" name="Google Shape;588;p4"/>
          <p:cNvGrpSpPr/>
          <p:nvPr/>
        </p:nvGrpSpPr>
        <p:grpSpPr>
          <a:xfrm>
            <a:off x="2843798" y="2846872"/>
            <a:ext cx="620814" cy="620814"/>
            <a:chOff x="2892364" y="2878815"/>
            <a:chExt cx="385476" cy="385476"/>
          </a:xfrm>
        </p:grpSpPr>
        <p:sp>
          <p:nvSpPr>
            <p:cNvPr id="589" name="Google Shape;589;p4"/>
            <p:cNvSpPr/>
            <p:nvPr/>
          </p:nvSpPr>
          <p:spPr>
            <a:xfrm>
              <a:off x="2892364" y="2878815"/>
              <a:ext cx="385476" cy="385476"/>
            </a:xfrm>
            <a:prstGeom prst="ellipse">
              <a:avLst/>
            </a:prstGeom>
            <a:solidFill>
              <a:schemeClr val="lt1"/>
            </a:solidFill>
            <a:ln w="25400" cap="flat" cmpd="sng">
              <a:solidFill>
                <a:srgbClr val="71BE3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pic>
          <p:nvPicPr>
            <p:cNvPr id="590" name="Google Shape;590;p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14091" y="3001688"/>
              <a:ext cx="142022" cy="13973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91" name="Google Shape;591;p4"/>
          <p:cNvSpPr txBox="1"/>
          <p:nvPr/>
        </p:nvSpPr>
        <p:spPr>
          <a:xfrm>
            <a:off x="736637" y="4002834"/>
            <a:ext cx="2173035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IN" sz="2000" dirty="0"/>
              <a:t>This module covers only the TypeScript concepts that do not exist in JavaScript.</a:t>
            </a:r>
            <a:endParaRPr sz="3200" dirty="0">
              <a:solidFill>
                <a:srgbClr val="322A27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592" name="Google Shape;592;p4"/>
          <p:cNvSpPr txBox="1"/>
          <p:nvPr/>
        </p:nvSpPr>
        <p:spPr>
          <a:xfrm>
            <a:off x="3569487" y="3989849"/>
            <a:ext cx="2173035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IN" sz="2000" dirty="0">
                <a:solidFill>
                  <a:srgbClr val="2C2C2C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It focuses entirely on what changes when moving an existing CAP JavaScript project to TypeScript. </a:t>
            </a:r>
            <a:endParaRPr sz="2000" dirty="0">
              <a:solidFill>
                <a:srgbClr val="322A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3" name="Google Shape;593;p4"/>
          <p:cNvSpPr txBox="1"/>
          <p:nvPr/>
        </p:nvSpPr>
        <p:spPr>
          <a:xfrm>
            <a:off x="6530824" y="4002834"/>
            <a:ext cx="21730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IN" sz="1600" dirty="0">
                <a:solidFill>
                  <a:srgbClr val="2C2C2C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This module covers the TypeScript-specific changes for two distinct areas: backend API consumption using the SAP Cloud SDK, and frontend Fiori/UI5 development</a:t>
            </a:r>
            <a:endParaRPr sz="1600" dirty="0">
              <a:solidFill>
                <a:srgbClr val="322A27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594" name="Google Shape;594;p4"/>
          <p:cNvSpPr txBox="1"/>
          <p:nvPr/>
        </p:nvSpPr>
        <p:spPr>
          <a:xfrm>
            <a:off x="9203121" y="3989849"/>
            <a:ext cx="2377067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rgbClr val="2C2C2C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The final module covers the deployment pipeline changes needed to support TypeScript in an existing BTP project. </a:t>
            </a:r>
            <a:endParaRPr sz="1800" dirty="0">
              <a:solidFill>
                <a:srgbClr val="322A27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595" name="Google Shape;595;p4"/>
          <p:cNvSpPr/>
          <p:nvPr/>
        </p:nvSpPr>
        <p:spPr>
          <a:xfrm>
            <a:off x="1211841" y="3181193"/>
            <a:ext cx="995123" cy="365959"/>
          </a:xfrm>
          <a:custGeom>
            <a:avLst/>
            <a:gdLst/>
            <a:ahLst/>
            <a:cxnLst/>
            <a:rect l="l" t="t" r="r" b="b"/>
            <a:pathLst>
              <a:path w="995123" h="365959" extrusionOk="0">
                <a:moveTo>
                  <a:pt x="497561" y="0"/>
                </a:moveTo>
                <a:cubicBezTo>
                  <a:pt x="714884" y="0"/>
                  <a:pt x="901345" y="132131"/>
                  <a:pt x="980993" y="320440"/>
                </a:cubicBezTo>
                <a:lnTo>
                  <a:pt x="995123" y="365959"/>
                </a:lnTo>
                <a:lnTo>
                  <a:pt x="0" y="365959"/>
                </a:lnTo>
                <a:lnTo>
                  <a:pt x="14130" y="320440"/>
                </a:lnTo>
                <a:cubicBezTo>
                  <a:pt x="93778" y="132131"/>
                  <a:pt x="280239" y="0"/>
                  <a:pt x="497561" y="0"/>
                </a:cubicBezTo>
                <a:close/>
              </a:path>
            </a:pathLst>
          </a:custGeom>
          <a:solidFill>
            <a:srgbClr val="C7E6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6" name="Google Shape;596;p4"/>
          <p:cNvSpPr/>
          <p:nvPr/>
        </p:nvSpPr>
        <p:spPr>
          <a:xfrm>
            <a:off x="609441" y="1210470"/>
            <a:ext cx="2172231" cy="1584167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/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7" name="Google Shape;597;p4"/>
          <p:cNvSpPr txBox="1"/>
          <p:nvPr/>
        </p:nvSpPr>
        <p:spPr>
          <a:xfrm>
            <a:off x="608637" y="1327074"/>
            <a:ext cx="2134819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Type Script Basics for Transition</a:t>
            </a:r>
            <a:endParaRPr sz="2400" b="1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598" name="Google Shape;598;p4"/>
          <p:cNvSpPr/>
          <p:nvPr/>
        </p:nvSpPr>
        <p:spPr>
          <a:xfrm rot="8090038" flipH="1">
            <a:off x="1262935" y="2720929"/>
            <a:ext cx="892937" cy="901138"/>
          </a:xfrm>
          <a:custGeom>
            <a:avLst/>
            <a:gdLst/>
            <a:ahLst/>
            <a:cxnLst/>
            <a:rect l="l" t="t" r="r" b="b"/>
            <a:pathLst>
              <a:path w="314" h="315" extrusionOk="0">
                <a:moveTo>
                  <a:pt x="127" y="0"/>
                </a:moveTo>
                <a:cubicBezTo>
                  <a:pt x="141" y="97"/>
                  <a:pt x="217" y="174"/>
                  <a:pt x="314" y="189"/>
                </a:cubicBezTo>
                <a:cubicBezTo>
                  <a:pt x="187" y="315"/>
                  <a:pt x="187" y="315"/>
                  <a:pt x="187" y="315"/>
                </a:cubicBezTo>
                <a:cubicBezTo>
                  <a:pt x="173" y="217"/>
                  <a:pt x="97" y="140"/>
                  <a:pt x="0" y="125"/>
                </a:cubicBezTo>
                <a:lnTo>
                  <a:pt x="127" y="0"/>
                </a:lnTo>
                <a:close/>
              </a:path>
            </a:pathLst>
          </a:custGeom>
          <a:gradFill>
            <a:gsLst>
              <a:gs pos="0">
                <a:srgbClr val="75C042">
                  <a:alpha val="89803"/>
                </a:srgbClr>
              </a:gs>
              <a:gs pos="100000">
                <a:srgbClr val="ACD98C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9" name="Google Shape;599;p4"/>
          <p:cNvSpPr/>
          <p:nvPr/>
        </p:nvSpPr>
        <p:spPr>
          <a:xfrm>
            <a:off x="4120285" y="3181193"/>
            <a:ext cx="995123" cy="365959"/>
          </a:xfrm>
          <a:custGeom>
            <a:avLst/>
            <a:gdLst/>
            <a:ahLst/>
            <a:cxnLst/>
            <a:rect l="l" t="t" r="r" b="b"/>
            <a:pathLst>
              <a:path w="995123" h="365959" extrusionOk="0">
                <a:moveTo>
                  <a:pt x="497561" y="0"/>
                </a:moveTo>
                <a:cubicBezTo>
                  <a:pt x="714884" y="0"/>
                  <a:pt x="901345" y="132131"/>
                  <a:pt x="980993" y="320440"/>
                </a:cubicBezTo>
                <a:lnTo>
                  <a:pt x="995123" y="365959"/>
                </a:lnTo>
                <a:lnTo>
                  <a:pt x="0" y="365959"/>
                </a:lnTo>
                <a:lnTo>
                  <a:pt x="14130" y="320440"/>
                </a:lnTo>
                <a:cubicBezTo>
                  <a:pt x="93778" y="132131"/>
                  <a:pt x="280239" y="0"/>
                  <a:pt x="497561" y="0"/>
                </a:cubicBezTo>
                <a:close/>
              </a:path>
            </a:pathLst>
          </a:custGeom>
          <a:solidFill>
            <a:srgbClr val="5791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0" name="Google Shape;600;p4"/>
          <p:cNvSpPr/>
          <p:nvPr/>
        </p:nvSpPr>
        <p:spPr>
          <a:xfrm>
            <a:off x="3517885" y="1210470"/>
            <a:ext cx="2172231" cy="1584167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/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1" name="Google Shape;601;p4"/>
          <p:cNvSpPr txBox="1"/>
          <p:nvPr/>
        </p:nvSpPr>
        <p:spPr>
          <a:xfrm>
            <a:off x="3594050" y="1489788"/>
            <a:ext cx="2019899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CAP in Type Script</a:t>
            </a:r>
            <a:endParaRPr sz="2400" b="1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602" name="Google Shape;602;p4"/>
          <p:cNvSpPr/>
          <p:nvPr/>
        </p:nvSpPr>
        <p:spPr>
          <a:xfrm rot="8090038" flipH="1">
            <a:off x="4171379" y="2720929"/>
            <a:ext cx="892937" cy="901138"/>
          </a:xfrm>
          <a:custGeom>
            <a:avLst/>
            <a:gdLst/>
            <a:ahLst/>
            <a:cxnLst/>
            <a:rect l="l" t="t" r="r" b="b"/>
            <a:pathLst>
              <a:path w="314" h="315" extrusionOk="0">
                <a:moveTo>
                  <a:pt x="127" y="0"/>
                </a:moveTo>
                <a:cubicBezTo>
                  <a:pt x="141" y="97"/>
                  <a:pt x="217" y="174"/>
                  <a:pt x="314" y="189"/>
                </a:cubicBezTo>
                <a:cubicBezTo>
                  <a:pt x="187" y="315"/>
                  <a:pt x="187" y="315"/>
                  <a:pt x="187" y="315"/>
                </a:cubicBezTo>
                <a:cubicBezTo>
                  <a:pt x="173" y="217"/>
                  <a:pt x="97" y="140"/>
                  <a:pt x="0" y="125"/>
                </a:cubicBezTo>
                <a:lnTo>
                  <a:pt x="127" y="0"/>
                </a:lnTo>
                <a:close/>
              </a:path>
            </a:pathLst>
          </a:custGeom>
          <a:gradFill>
            <a:gsLst>
              <a:gs pos="0">
                <a:srgbClr val="75C042">
                  <a:alpha val="89803"/>
                </a:srgbClr>
              </a:gs>
              <a:gs pos="100000">
                <a:srgbClr val="ACD98C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603" name="Google Shape;603;p4"/>
          <p:cNvGrpSpPr/>
          <p:nvPr/>
        </p:nvGrpSpPr>
        <p:grpSpPr>
          <a:xfrm>
            <a:off x="5750339" y="2846872"/>
            <a:ext cx="620814" cy="620814"/>
            <a:chOff x="2892364" y="2878815"/>
            <a:chExt cx="385476" cy="385476"/>
          </a:xfrm>
        </p:grpSpPr>
        <p:sp>
          <p:nvSpPr>
            <p:cNvPr id="604" name="Google Shape;604;p4"/>
            <p:cNvSpPr/>
            <p:nvPr/>
          </p:nvSpPr>
          <p:spPr>
            <a:xfrm>
              <a:off x="2892364" y="2878815"/>
              <a:ext cx="385476" cy="385476"/>
            </a:xfrm>
            <a:prstGeom prst="ellipse">
              <a:avLst/>
            </a:prstGeom>
            <a:solidFill>
              <a:schemeClr val="lt1"/>
            </a:solidFill>
            <a:ln w="25400" cap="flat" cmpd="sng">
              <a:solidFill>
                <a:srgbClr val="71BE3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pic>
          <p:nvPicPr>
            <p:cNvPr id="605" name="Google Shape;605;p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14091" y="3001688"/>
              <a:ext cx="142022" cy="13973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6" name="Google Shape;606;p4"/>
          <p:cNvGrpSpPr/>
          <p:nvPr/>
        </p:nvGrpSpPr>
        <p:grpSpPr>
          <a:xfrm>
            <a:off x="9393617" y="1176900"/>
            <a:ext cx="2172231" cy="2407496"/>
            <a:chOff x="4262167" y="1124744"/>
            <a:chExt cx="2172231" cy="2407496"/>
          </a:xfrm>
        </p:grpSpPr>
        <p:sp>
          <p:nvSpPr>
            <p:cNvPr id="607" name="Google Shape;607;p4"/>
            <p:cNvSpPr/>
            <p:nvPr/>
          </p:nvSpPr>
          <p:spPr>
            <a:xfrm>
              <a:off x="4864567" y="3095467"/>
              <a:ext cx="995123" cy="365959"/>
            </a:xfrm>
            <a:custGeom>
              <a:avLst/>
              <a:gdLst/>
              <a:ahLst/>
              <a:cxnLst/>
              <a:rect l="l" t="t" r="r" b="b"/>
              <a:pathLst>
                <a:path w="995123" h="365959" extrusionOk="0">
                  <a:moveTo>
                    <a:pt x="497561" y="0"/>
                  </a:moveTo>
                  <a:cubicBezTo>
                    <a:pt x="714884" y="0"/>
                    <a:pt x="901345" y="132131"/>
                    <a:pt x="980993" y="320440"/>
                  </a:cubicBezTo>
                  <a:lnTo>
                    <a:pt x="995123" y="365959"/>
                  </a:lnTo>
                  <a:lnTo>
                    <a:pt x="0" y="365959"/>
                  </a:lnTo>
                  <a:lnTo>
                    <a:pt x="14130" y="320440"/>
                  </a:lnTo>
                  <a:cubicBezTo>
                    <a:pt x="93778" y="132131"/>
                    <a:pt x="280239" y="0"/>
                    <a:pt x="497561" y="0"/>
                  </a:cubicBezTo>
                  <a:close/>
                </a:path>
              </a:pathLst>
            </a:custGeom>
            <a:solidFill>
              <a:srgbClr val="57913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08" name="Google Shape;608;p4"/>
            <p:cNvSpPr/>
            <p:nvPr/>
          </p:nvSpPr>
          <p:spPr>
            <a:xfrm>
              <a:off x="4262167" y="1124744"/>
              <a:ext cx="2172231" cy="1584167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09" name="Google Shape;609;p4"/>
            <p:cNvSpPr txBox="1"/>
            <p:nvPr/>
          </p:nvSpPr>
          <p:spPr>
            <a:xfrm>
              <a:off x="4497166" y="1186280"/>
              <a:ext cx="1728192" cy="14772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lt1"/>
                  </a:solidFill>
                  <a:latin typeface="Gill Sans"/>
                  <a:ea typeface="Gill Sans"/>
                  <a:cs typeface="Gill Sans"/>
                  <a:sym typeface="Gill Sans"/>
                </a:rPr>
                <a:t>CI/CD pipeline &amp; TypeScript-aware deployment</a:t>
              </a:r>
              <a:endParaRPr dirty="0"/>
            </a:p>
          </p:txBody>
        </p:sp>
        <p:sp>
          <p:nvSpPr>
            <p:cNvPr id="610" name="Google Shape;610;p4"/>
            <p:cNvSpPr/>
            <p:nvPr/>
          </p:nvSpPr>
          <p:spPr>
            <a:xfrm rot="8090038" flipH="1">
              <a:off x="4915661" y="2635203"/>
              <a:ext cx="892937" cy="901138"/>
            </a:xfrm>
            <a:custGeom>
              <a:avLst/>
              <a:gdLst/>
              <a:ahLst/>
              <a:cxnLst/>
              <a:rect l="l" t="t" r="r" b="b"/>
              <a:pathLst>
                <a:path w="314" h="315" extrusionOk="0">
                  <a:moveTo>
                    <a:pt x="127" y="0"/>
                  </a:moveTo>
                  <a:cubicBezTo>
                    <a:pt x="141" y="97"/>
                    <a:pt x="217" y="174"/>
                    <a:pt x="314" y="189"/>
                  </a:cubicBezTo>
                  <a:cubicBezTo>
                    <a:pt x="187" y="315"/>
                    <a:pt x="187" y="315"/>
                    <a:pt x="187" y="315"/>
                  </a:cubicBezTo>
                  <a:cubicBezTo>
                    <a:pt x="173" y="217"/>
                    <a:pt x="97" y="140"/>
                    <a:pt x="0" y="125"/>
                  </a:cubicBezTo>
                  <a:lnTo>
                    <a:pt x="127" y="0"/>
                  </a:lnTo>
                  <a:close/>
                </a:path>
              </a:pathLst>
            </a:custGeom>
            <a:gradFill>
              <a:gsLst>
                <a:gs pos="0">
                  <a:srgbClr val="75C042">
                    <a:alpha val="89803"/>
                  </a:srgbClr>
                </a:gs>
                <a:gs pos="100000">
                  <a:srgbClr val="ACD98C"/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611" name="Google Shape;611;p4"/>
          <p:cNvGrpSpPr/>
          <p:nvPr/>
        </p:nvGrpSpPr>
        <p:grpSpPr>
          <a:xfrm>
            <a:off x="8635461" y="2846872"/>
            <a:ext cx="620814" cy="620814"/>
            <a:chOff x="2892364" y="2878815"/>
            <a:chExt cx="385476" cy="385476"/>
          </a:xfrm>
        </p:grpSpPr>
        <p:sp>
          <p:nvSpPr>
            <p:cNvPr id="612" name="Google Shape;612;p4"/>
            <p:cNvSpPr/>
            <p:nvPr/>
          </p:nvSpPr>
          <p:spPr>
            <a:xfrm>
              <a:off x="2892364" y="2878815"/>
              <a:ext cx="385476" cy="385476"/>
            </a:xfrm>
            <a:prstGeom prst="ellipse">
              <a:avLst/>
            </a:prstGeom>
            <a:solidFill>
              <a:schemeClr val="lt1"/>
            </a:solidFill>
            <a:ln w="25400" cap="flat" cmpd="sng">
              <a:solidFill>
                <a:srgbClr val="71BE3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pic>
          <p:nvPicPr>
            <p:cNvPr id="613" name="Google Shape;613;p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14091" y="3001688"/>
              <a:ext cx="142022" cy="13973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14" name="Google Shape;614;p4"/>
          <p:cNvSpPr/>
          <p:nvPr/>
        </p:nvSpPr>
        <p:spPr>
          <a:xfrm>
            <a:off x="821812" y="3805789"/>
            <a:ext cx="518029" cy="1082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5" name="Google Shape;615;p4"/>
          <p:cNvSpPr/>
          <p:nvPr/>
        </p:nvSpPr>
        <p:spPr>
          <a:xfrm>
            <a:off x="3583616" y="3805789"/>
            <a:ext cx="518029" cy="1082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6" name="Google Shape;616;p4"/>
          <p:cNvSpPr/>
          <p:nvPr/>
        </p:nvSpPr>
        <p:spPr>
          <a:xfrm>
            <a:off x="6632969" y="3805789"/>
            <a:ext cx="518029" cy="1082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7" name="Google Shape;617;p4"/>
          <p:cNvSpPr/>
          <p:nvPr/>
        </p:nvSpPr>
        <p:spPr>
          <a:xfrm>
            <a:off x="9419144" y="3805789"/>
            <a:ext cx="518029" cy="1082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" name="Google Shape;552;p2"/>
          <p:cNvSpPr txBox="1"/>
          <p:nvPr/>
        </p:nvSpPr>
        <p:spPr>
          <a:xfrm>
            <a:off x="9527526" y="6551489"/>
            <a:ext cx="300256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600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50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2069" y="0"/>
            <a:ext cx="655169" cy="64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CE12C55-61D0-FC48-6DB5-FB88F350564C}"/>
              </a:ext>
            </a:extLst>
          </p:cNvPr>
          <p:cNvSpPr/>
          <p:nvPr/>
        </p:nvSpPr>
        <p:spPr>
          <a:xfrm>
            <a:off x="6087979" y="918021"/>
            <a:ext cx="2908109" cy="544908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6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5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1" dur="500"/>
                                        <p:tgtEl>
                                          <p:spTgt spid="5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4" dur="5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5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5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8" dur="500"/>
                                        <p:tgtEl>
                                          <p:spTgt spid="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1" dur="500"/>
                                        <p:tgtEl>
                                          <p:spTgt spid="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6" dur="500"/>
                                        <p:tgtEl>
                                          <p:spTgt spid="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9" dur="500"/>
                                        <p:tgtEl>
                                          <p:spTgt spid="5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4" dur="500"/>
                                        <p:tgtEl>
                                          <p:spTgt spid="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7" dur="5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0" dur="500"/>
                                        <p:tgtEl>
                                          <p:spTgt spid="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5" dur="500"/>
                                        <p:tgtEl>
                                          <p:spTgt spid="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6" grpId="0" animBg="1"/>
      <p:bldP spid="577" grpId="0" animBg="1"/>
      <p:bldP spid="578" grpId="0" animBg="1"/>
      <p:bldP spid="579" grpId="0" animBg="1"/>
      <p:bldP spid="580" grpId="0" animBg="1"/>
      <p:bldP spid="581" grpId="0" animBg="1"/>
      <p:bldP spid="582" grpId="0" animBg="1"/>
      <p:bldP spid="583" grpId="0" animBg="1"/>
      <p:bldP spid="584" grpId="0" animBg="1"/>
      <p:bldP spid="585" grpId="0"/>
      <p:bldP spid="586" grpId="0" animBg="1"/>
      <p:bldP spid="587" grpId="0"/>
      <p:bldP spid="591" grpId="0"/>
      <p:bldP spid="592" grpId="0"/>
      <p:bldP spid="593" grpId="0"/>
      <p:bldP spid="594" grpId="0"/>
      <p:bldP spid="595" grpId="0" animBg="1"/>
      <p:bldP spid="596" grpId="0" animBg="1"/>
      <p:bldP spid="597" grpId="0"/>
      <p:bldP spid="598" grpId="0" animBg="1"/>
      <p:bldP spid="599" grpId="0" animBg="1"/>
      <p:bldP spid="600" grpId="0" animBg="1"/>
      <p:bldP spid="601" grpId="0"/>
      <p:bldP spid="602" grpId="0" animBg="1"/>
      <p:bldP spid="614" grpId="0" animBg="1"/>
      <p:bldP spid="615" grpId="0" animBg="1"/>
      <p:bldP spid="616" grpId="0" animBg="1"/>
      <p:bldP spid="6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F7AC-C81E-EBAD-5BB9-0B2ECD388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80DD1FF3-F1D5-6A6E-DC3A-9BC627E5FF74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126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1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  <a:ea typeface="+mj-ea"/>
                <a:cs typeface="Times New Roman" panose="02020603050405020304" pitchFamily="18" charset="0"/>
                <a:sym typeface="Arial"/>
              </a:rPr>
              <a:t>Title</a:t>
            </a:r>
            <a:endParaRPr kumimoji="0" lang="en-IN" sz="31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oper Black" panose="0208090404030B020404" pitchFamily="18" charset="0"/>
              <a:ea typeface="+mj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F0814F-7C40-E6D8-A2B2-406E4F940116}"/>
              </a:ext>
            </a:extLst>
          </p:cNvPr>
          <p:cNvSpPr txBox="1"/>
          <p:nvPr/>
        </p:nvSpPr>
        <p:spPr>
          <a:xfrm>
            <a:off x="142630" y="655071"/>
            <a:ext cx="11483853" cy="399927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IN" sz="1799" kern="1200" dirty="0">
                <a:solidFill>
                  <a:prstClr val="black"/>
                </a:solidFill>
                <a:latin typeface="Aptos" panose="02110004020202020204"/>
                <a:ea typeface="+mn-ea"/>
              </a:rPr>
              <a:t>Text</a:t>
            </a:r>
            <a:endParaRPr kumimoji="0" lang="en-IN" sz="17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65218C-CFDB-89AE-9513-57FA1AF42F8F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25000"/>
                    <a:lumOff val="75000"/>
                  </a:srgbClr>
                </a:solidFill>
                <a:effectLst/>
                <a:uLnTx/>
                <a:uFillTx/>
                <a:latin typeface="Cooper Black" panose="0208090404030B020404" pitchFamily="18" charset="0"/>
                <a:ea typeface="+mn-ea"/>
                <a:cs typeface="Arial"/>
                <a:sym typeface="Arial"/>
              </a:rPr>
              <a:t>www.anubhavtrainings.com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25000"/>
                  <a:lumOff val="75000"/>
                </a:srgbClr>
              </a:solidFill>
              <a:effectLst/>
              <a:uLnTx/>
              <a:uFillTx/>
              <a:latin typeface="Cooper Black" panose="0208090404030B020404" pitchFamily="18" charset="0"/>
              <a:ea typeface="+mn-ea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2C177-ADB6-DF5A-081B-464E0C47EAD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1CB699-0610-BF57-F496-6D1903F1D70A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  <a:endParaRPr kumimoji="0" lang="en-IN" sz="11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67E6D7-0574-55EF-674D-06FD0FFEA8BE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37261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B1C96-55C8-749F-535F-5AA8B3638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2A680FE3-127F-271F-C8B4-87EED5C83F86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126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1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  <a:ea typeface="+mj-ea"/>
                <a:cs typeface="Times New Roman" panose="02020603050405020304" pitchFamily="18" charset="0"/>
                <a:sym typeface="Arial"/>
              </a:rPr>
              <a:t>Title</a:t>
            </a:r>
            <a:endParaRPr kumimoji="0" lang="en-IN" sz="31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oper Black" panose="0208090404030B020404" pitchFamily="18" charset="0"/>
              <a:ea typeface="+mj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4F6B81-1ADA-F4CA-E30A-D739E51B37DD}"/>
              </a:ext>
            </a:extLst>
          </p:cNvPr>
          <p:cNvSpPr txBox="1"/>
          <p:nvPr/>
        </p:nvSpPr>
        <p:spPr>
          <a:xfrm>
            <a:off x="142630" y="655071"/>
            <a:ext cx="11483853" cy="399927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IN" sz="1799" kern="1200" dirty="0">
                <a:solidFill>
                  <a:prstClr val="black"/>
                </a:solidFill>
                <a:latin typeface="Aptos" panose="02110004020202020204"/>
                <a:ea typeface="+mn-ea"/>
              </a:rPr>
              <a:t>Text</a:t>
            </a:r>
            <a:endParaRPr kumimoji="0" lang="en-IN" sz="17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6C8C80-D9C6-0068-F0E8-F6B25DF190B7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25000"/>
                    <a:lumOff val="75000"/>
                  </a:srgbClr>
                </a:solidFill>
                <a:effectLst/>
                <a:uLnTx/>
                <a:uFillTx/>
                <a:latin typeface="Cooper Black" panose="0208090404030B020404" pitchFamily="18" charset="0"/>
                <a:ea typeface="+mn-ea"/>
                <a:cs typeface="Arial"/>
                <a:sym typeface="Arial"/>
              </a:rPr>
              <a:t>www.anubhavtrainings.com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25000"/>
                  <a:lumOff val="75000"/>
                </a:srgbClr>
              </a:solidFill>
              <a:effectLst/>
              <a:uLnTx/>
              <a:uFillTx/>
              <a:latin typeface="Cooper Black" panose="0208090404030B020404" pitchFamily="18" charset="0"/>
              <a:ea typeface="+mn-ea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4CADD8-49E6-FB7B-16EF-44E755F17D2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CE6DD4-0034-DE63-8BFA-BE8A78A3A1D9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  <a:endParaRPr kumimoji="0" lang="en-IN" sz="11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61E4D0-3FB9-50C5-3D67-0EEEE07DCD81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026919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68E00-B985-2BEF-66EF-3E41FBE14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406B05B3-3F90-4F5A-0B57-A5A5E6FD9ED7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126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1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  <a:ea typeface="+mj-ea"/>
                <a:cs typeface="Times New Roman" panose="02020603050405020304" pitchFamily="18" charset="0"/>
                <a:sym typeface="Arial"/>
              </a:rPr>
              <a:t>Title</a:t>
            </a:r>
            <a:endParaRPr kumimoji="0" lang="en-IN" sz="31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oper Black" panose="0208090404030B020404" pitchFamily="18" charset="0"/>
              <a:ea typeface="+mj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47CBB3-60A1-1FAF-90CE-A887407D4330}"/>
              </a:ext>
            </a:extLst>
          </p:cNvPr>
          <p:cNvSpPr txBox="1"/>
          <p:nvPr/>
        </p:nvSpPr>
        <p:spPr>
          <a:xfrm>
            <a:off x="142630" y="655071"/>
            <a:ext cx="11483853" cy="399927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IN" sz="1799" kern="1200" dirty="0">
                <a:solidFill>
                  <a:prstClr val="black"/>
                </a:solidFill>
                <a:latin typeface="Aptos" panose="02110004020202020204"/>
                <a:ea typeface="+mn-ea"/>
              </a:rPr>
              <a:t>Text</a:t>
            </a:r>
            <a:endParaRPr kumimoji="0" lang="en-IN" sz="17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944A1-5017-DB3D-8048-160CFE378CDA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25000"/>
                    <a:lumOff val="75000"/>
                  </a:srgbClr>
                </a:solidFill>
                <a:effectLst/>
                <a:uLnTx/>
                <a:uFillTx/>
                <a:latin typeface="Cooper Black" panose="0208090404030B020404" pitchFamily="18" charset="0"/>
                <a:ea typeface="+mn-ea"/>
                <a:cs typeface="Arial"/>
                <a:sym typeface="Arial"/>
              </a:rPr>
              <a:t>www.anubhavtrainings.com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25000"/>
                  <a:lumOff val="75000"/>
                </a:srgbClr>
              </a:solidFill>
              <a:effectLst/>
              <a:uLnTx/>
              <a:uFillTx/>
              <a:latin typeface="Cooper Black" panose="0208090404030B020404" pitchFamily="18" charset="0"/>
              <a:ea typeface="+mn-ea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7D5234-1DA8-981D-5CD0-8704EB84957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BF5503-0C27-B57C-02B1-18D46726380A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  <a:endParaRPr kumimoji="0" lang="en-IN" sz="11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E8069-3AD6-A3C5-E4B0-03E97BC9390F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88083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C2886-770D-A7E7-1995-A6ACC04F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93299EFF-54F4-D91C-9930-B2FD228D436E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126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1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  <a:ea typeface="+mj-ea"/>
                <a:cs typeface="Times New Roman" panose="02020603050405020304" pitchFamily="18" charset="0"/>
                <a:sym typeface="Arial"/>
              </a:rPr>
              <a:t>Title</a:t>
            </a:r>
            <a:endParaRPr kumimoji="0" lang="en-IN" sz="31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oper Black" panose="0208090404030B020404" pitchFamily="18" charset="0"/>
              <a:ea typeface="+mj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0F0AAC-0DA6-35BC-A56A-8AAAC1501022}"/>
              </a:ext>
            </a:extLst>
          </p:cNvPr>
          <p:cNvSpPr txBox="1"/>
          <p:nvPr/>
        </p:nvSpPr>
        <p:spPr>
          <a:xfrm>
            <a:off x="142630" y="655071"/>
            <a:ext cx="11483853" cy="399927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IN" sz="1799" kern="1200" dirty="0">
                <a:solidFill>
                  <a:prstClr val="black"/>
                </a:solidFill>
                <a:latin typeface="Aptos" panose="02110004020202020204"/>
                <a:ea typeface="+mn-ea"/>
              </a:rPr>
              <a:t>Text</a:t>
            </a:r>
            <a:endParaRPr kumimoji="0" lang="en-IN" sz="17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335A4-3631-04B7-530E-E5D04B271441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25000"/>
                    <a:lumOff val="75000"/>
                  </a:srgbClr>
                </a:solidFill>
                <a:effectLst/>
                <a:uLnTx/>
                <a:uFillTx/>
                <a:latin typeface="Cooper Black" panose="0208090404030B020404" pitchFamily="18" charset="0"/>
                <a:ea typeface="+mn-ea"/>
                <a:cs typeface="Arial"/>
                <a:sym typeface="Arial"/>
              </a:rPr>
              <a:t>www.anubhavtrainings.com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25000"/>
                  <a:lumOff val="75000"/>
                </a:srgbClr>
              </a:solidFill>
              <a:effectLst/>
              <a:uLnTx/>
              <a:uFillTx/>
              <a:latin typeface="Cooper Black" panose="0208090404030B020404" pitchFamily="18" charset="0"/>
              <a:ea typeface="+mn-ea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536124-6FBE-7F36-6695-A2FA36C8B08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99008E-E1D6-8EFC-EC22-618A5CF144F8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  <a:endParaRPr kumimoji="0" lang="en-IN" sz="11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FC8167-0F26-557F-FA51-76D2B36D96A6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54403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9ACC-982E-AFBE-CECA-76328561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8EC18ADB-0062-022B-ABD9-BD43FE0C95CA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126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1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  <a:ea typeface="+mj-ea"/>
                <a:cs typeface="Times New Roman" panose="02020603050405020304" pitchFamily="18" charset="0"/>
                <a:sym typeface="Arial"/>
              </a:rPr>
              <a:t>Title</a:t>
            </a:r>
            <a:endParaRPr kumimoji="0" lang="en-IN" sz="31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oper Black" panose="0208090404030B020404" pitchFamily="18" charset="0"/>
              <a:ea typeface="+mj-ea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246D80-94CC-C19A-891E-6EFECD8E1270}"/>
              </a:ext>
            </a:extLst>
          </p:cNvPr>
          <p:cNvSpPr txBox="1"/>
          <p:nvPr/>
        </p:nvSpPr>
        <p:spPr>
          <a:xfrm>
            <a:off x="142630" y="655071"/>
            <a:ext cx="11483853" cy="399927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IN" sz="1799" kern="1200" dirty="0">
                <a:solidFill>
                  <a:prstClr val="black"/>
                </a:solidFill>
                <a:latin typeface="Aptos" panose="02110004020202020204"/>
                <a:ea typeface="+mn-ea"/>
              </a:rPr>
              <a:t>Text</a:t>
            </a:r>
            <a:endParaRPr kumimoji="0" lang="en-IN" sz="17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7234A0-5B1A-1D88-BF0A-A3AD4E069FA1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25000"/>
                    <a:lumOff val="75000"/>
                  </a:srgbClr>
                </a:solidFill>
                <a:effectLst/>
                <a:uLnTx/>
                <a:uFillTx/>
                <a:latin typeface="Cooper Black" panose="0208090404030B020404" pitchFamily="18" charset="0"/>
                <a:ea typeface="+mn-ea"/>
                <a:cs typeface="Arial"/>
                <a:sym typeface="Arial"/>
              </a:rPr>
              <a:t>www.anubhavtrainings.com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25000"/>
                  <a:lumOff val="75000"/>
                </a:srgbClr>
              </a:solidFill>
              <a:effectLst/>
              <a:uLnTx/>
              <a:uFillTx/>
              <a:latin typeface="Cooper Black" panose="0208090404030B020404" pitchFamily="18" charset="0"/>
              <a:ea typeface="+mn-ea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F5F8B-2AA8-5926-2843-E02E45D5ABD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AEC6D6-B85F-C29B-52D5-7448E00E0698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  <a:endParaRPr kumimoji="0" lang="en-IN" sz="11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E9FCB-0D29-8726-635F-B9AAAB8DF163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06046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5806380" y="28829"/>
            <a:ext cx="5557368" cy="5468483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1" y="14067"/>
            <a:ext cx="6784876" cy="6254347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rgbClr val="75C042"/>
                </a:solidFill>
                <a:effectLst/>
              </a:rPr>
              <a:t>What We </a:t>
            </a:r>
            <a:r>
              <a:rPr lang="en-IN" sz="4000" b="1" i="0" dirty="0">
                <a:solidFill>
                  <a:srgbClr val="55E96E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rgbClr val="55E96E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-1" y="0"/>
            <a:ext cx="1993020" cy="982572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75C042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9475983" y="6498485"/>
            <a:ext cx="300256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16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6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2069" y="0"/>
            <a:ext cx="655169" cy="64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972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rgbClr val="75C042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</a:t>
            </a:r>
            <a:r>
              <a:rPr lang="en-US" sz="5400" b="1" kern="0" dirty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1</a:t>
            </a:r>
            <a:endParaRPr lang="en-US" sz="540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394348" y="-1369124"/>
            <a:ext cx="4191287" cy="2738247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6874209" y="1545491"/>
            <a:ext cx="4718460" cy="5910772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4275114" y="4157244"/>
            <a:ext cx="9864485" cy="472198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Google Shape;552;p2"/>
          <p:cNvSpPr txBox="1"/>
          <p:nvPr/>
        </p:nvSpPr>
        <p:spPr>
          <a:xfrm>
            <a:off x="9475983" y="6498485"/>
            <a:ext cx="300256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6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2069" y="0"/>
            <a:ext cx="655169" cy="64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99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94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99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394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99" b="1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Contact us today!</a:t>
            </a:r>
          </a:p>
          <a:p>
            <a:pPr marL="0" marR="0" lvl="0" indent="0" algn="l" defTabSz="91394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99" b="0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5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 build the workforce of the future.</a:t>
            </a:r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FFFFFF">
                  <a:lumMod val="95000"/>
                </a:srgb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250+ </a:t>
            </a:r>
          </a:p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30,000+</a:t>
            </a:r>
          </a:p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25000+ </a:t>
            </a:r>
          </a:p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99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We’re committed to empower you to be</a:t>
            </a:r>
          </a:p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99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 </a:t>
            </a:r>
            <a:r>
              <a:rPr kumimoji="0" lang="en-US" sz="2799" b="1" i="0" u="none" strike="noStrike" kern="1200" cap="none" spc="0" normalizeH="0" baseline="0" noProof="0" dirty="0">
                <a:ln>
                  <a:noFill/>
                </a:ln>
                <a:solidFill>
                  <a:srgbClr val="2AC6D1">
                    <a:lumMod val="40000"/>
                    <a:lumOff val="6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#FutureReady </a:t>
            </a:r>
          </a:p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99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99" b="1" i="0" u="none" strike="noStrike" kern="1200" cap="none" spc="100" normalizeH="0" baseline="0" noProof="0" dirty="0">
                <a:ln>
                  <a:noFill/>
                </a:ln>
                <a:solidFill>
                  <a:srgbClr val="F977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FREE WEBINARS </a:t>
            </a:r>
          </a:p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977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99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99" b="1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Enroll Now!</a:t>
            </a:r>
            <a:endParaRPr kumimoji="0" lang="en-US" sz="1799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SlideModel - Sustainablity Strategy">
      <a:dk1>
        <a:srgbClr val="433835"/>
      </a:dk1>
      <a:lt1>
        <a:srgbClr val="FFFFFF"/>
      </a:lt1>
      <a:dk2>
        <a:srgbClr val="070707"/>
      </a:dk2>
      <a:lt2>
        <a:srgbClr val="FFFFFF"/>
      </a:lt2>
      <a:accent1>
        <a:srgbClr val="75C042"/>
      </a:accent1>
      <a:accent2>
        <a:srgbClr val="F0F6FB"/>
      </a:accent2>
      <a:accent3>
        <a:srgbClr val="243769"/>
      </a:accent3>
      <a:accent4>
        <a:srgbClr val="8FBBE1"/>
      </a:accent4>
      <a:accent5>
        <a:srgbClr val="E3F2D9"/>
      </a:accent5>
      <a:accent6>
        <a:srgbClr val="002060"/>
      </a:accent6>
      <a:hlink>
        <a:srgbClr val="FCD7DB"/>
      </a:hlink>
      <a:folHlink>
        <a:srgbClr val="F0E9E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Custom 76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BDBDBD"/>
      </a:accent1>
      <a:accent2>
        <a:srgbClr val="98C536"/>
      </a:accent2>
      <a:accent3>
        <a:srgbClr val="6D6D6D"/>
      </a:accent3>
      <a:accent4>
        <a:srgbClr val="1767AC"/>
      </a:accent4>
      <a:accent5>
        <a:srgbClr val="E5E6E8"/>
      </a:accent5>
      <a:accent6>
        <a:srgbClr val="99C274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3_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Office Theme">
  <a:themeElements>
    <a:clrScheme name="Custom 5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B31A9"/>
      </a:accent1>
      <a:accent2>
        <a:srgbClr val="5047C9"/>
      </a:accent2>
      <a:accent3>
        <a:srgbClr val="625ACE"/>
      </a:accent3>
      <a:accent4>
        <a:srgbClr val="817AD8"/>
      </a:accent4>
      <a:accent5>
        <a:srgbClr val="AAA5E5"/>
      </a:accent5>
      <a:accent6>
        <a:srgbClr val="CAC7EF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1764</TotalTime>
  <Words>323</Words>
  <Application>Microsoft Office PowerPoint</Application>
  <PresentationFormat>Custom</PresentationFormat>
  <Paragraphs>76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12</vt:i4>
      </vt:variant>
    </vt:vector>
  </HeadingPairs>
  <TitlesOfParts>
    <vt:vector size="29" baseType="lpstr">
      <vt:lpstr>Arial</vt:lpstr>
      <vt:lpstr>Aptos</vt:lpstr>
      <vt:lpstr>Cooper Black</vt:lpstr>
      <vt:lpstr>Calibri</vt:lpstr>
      <vt:lpstr>Open Sans</vt:lpstr>
      <vt:lpstr>Aptos Display</vt:lpstr>
      <vt:lpstr>Quattrocento Sans</vt:lpstr>
      <vt:lpstr>Arial Black</vt:lpstr>
      <vt:lpstr>Cambria</vt:lpstr>
      <vt:lpstr>Segoe UI Light</vt:lpstr>
      <vt:lpstr>Gill Sans</vt:lpstr>
      <vt:lpstr>Segoe UI</vt:lpstr>
      <vt:lpstr>Corben</vt:lpstr>
      <vt:lpstr>Office Theme</vt:lpstr>
      <vt:lpstr>2_Office Theme</vt:lpstr>
      <vt:lpstr>3_Office Theme</vt:lpstr>
      <vt:lpstr>1_Office Theme</vt:lpstr>
      <vt:lpstr>SAP BTP CAPM “TypeScript” for Developers</vt:lpstr>
      <vt:lpstr>PowerPoint Presentation</vt:lpstr>
      <vt:lpstr>Agenda </vt:lpstr>
      <vt:lpstr>Course Outlook – 10 Hours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ABAP ON CLOUD  RESTFUL APPLICATION  PROGRAMMING EMBEDDED STEAMPUNK TRAINING</dc:title>
  <dc:creator>anurag</dc:creator>
  <cp:lastModifiedBy>Anubhav Oberoy</cp:lastModifiedBy>
  <cp:revision>62</cp:revision>
  <dcterms:created xsi:type="dcterms:W3CDTF">2023-10-03T21:33:12Z</dcterms:created>
  <dcterms:modified xsi:type="dcterms:W3CDTF">2026-06-16T05:17:49Z</dcterms:modified>
</cp:coreProperties>
</file>