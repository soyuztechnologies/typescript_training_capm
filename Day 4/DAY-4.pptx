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  <p:sldMasterId id="2147483709" r:id="rId3"/>
    <p:sldMasterId id="2147483741" r:id="rId4"/>
    <p:sldMasterId id="2147483764" r:id="rId5"/>
  </p:sldMasterIdLst>
  <p:notesMasterIdLst>
    <p:notesMasterId r:id="rId34"/>
  </p:notesMasterIdLst>
  <p:sldIdLst>
    <p:sldId id="256" r:id="rId6"/>
    <p:sldId id="402" r:id="rId7"/>
    <p:sldId id="423" r:id="rId8"/>
    <p:sldId id="259" r:id="rId9"/>
    <p:sldId id="257" r:id="rId10"/>
    <p:sldId id="258" r:id="rId11"/>
    <p:sldId id="456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430" r:id="rId26"/>
    <p:sldId id="452" r:id="rId27"/>
    <p:sldId id="453" r:id="rId28"/>
    <p:sldId id="454" r:id="rId29"/>
    <p:sldId id="455" r:id="rId30"/>
    <p:sldId id="406" r:id="rId31"/>
    <p:sldId id="407" r:id="rId32"/>
    <p:sldId id="409" r:id="rId33"/>
  </p:sldIdLst>
  <p:sldSz cx="12188825" cy="6858000"/>
  <p:notesSz cx="6858000" cy="9144000"/>
  <p:embeddedFontLst>
    <p:embeddedFont>
      <p:font typeface="Arial Black" panose="020B0A04020102020204" pitchFamily="34" charset="0"/>
      <p:regular r:id="rId35"/>
      <p:bold r:id="rId36"/>
    </p:embeddedFont>
    <p:embeddedFont>
      <p:font typeface="Cambria" panose="02040503050406030204" pitchFamily="18" charset="0"/>
      <p:regular r:id="rId37"/>
      <p:bold r:id="rId38"/>
      <p:italic r:id="rId39"/>
      <p:boldItalic r:id="rId40"/>
    </p:embeddedFont>
    <p:embeddedFont>
      <p:font typeface="Cooper Black" panose="0208090404030B020404" pitchFamily="18" charset="0"/>
      <p:regular r:id="rId41"/>
    </p:embeddedFont>
    <p:embeddedFont>
      <p:font typeface="Corben" panose="020B0604020202020204" charset="0"/>
      <p:bold r:id="rId42"/>
    </p:embeddedFont>
    <p:embeddedFont>
      <p:font typeface="Gill Sans" panose="020B0604020202020204" charset="0"/>
      <p:regular r:id="rId43"/>
      <p:bold r:id="rId44"/>
    </p:embeddedFont>
    <p:embeddedFont>
      <p:font typeface="Open Sans" panose="020B0606030504020204" pitchFamily="34" charset="0"/>
      <p:regular r:id="rId45"/>
      <p:bold r:id="rId46"/>
      <p:italic r:id="rId47"/>
      <p:boldItalic r:id="rId48"/>
    </p:embeddedFont>
    <p:embeddedFont>
      <p:font typeface="Quattrocento Sans" panose="020B0502050000020003" pitchFamily="34" charset="0"/>
      <p:regular r:id="rId49"/>
      <p:bold r:id="rId50"/>
      <p:italic r:id="rId51"/>
      <p:boldItalic r:id="rId52"/>
    </p:embeddedFont>
    <p:embeddedFont>
      <p:font typeface="Segoe UI" panose="020B0502040204020203" pitchFamily="34" charset="0"/>
      <p:regular r:id="rId53"/>
      <p:bold r:id="rId54"/>
      <p:italic r:id="rId55"/>
      <p:boldItalic r:id="rId56"/>
    </p:embeddedFont>
    <p:embeddedFont>
      <p:font typeface="Segoe UI Light" panose="020B0502040204020203" pitchFamily="34" charset="0"/>
      <p:regular r:id="rId57"/>
      <p: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3" roundtripDataSignature="AMtx7mjDuvg+AJ5SXhqS019oXJCQRER+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3E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8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5.fntdata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font" Target="fonts/font21.fntdata"/><Relationship Id="rId7" Type="http://schemas.openxmlformats.org/officeDocument/2006/relationships/slide" Target="slides/slide2.xml"/><Relationship Id="rId20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openxmlformats.org/officeDocument/2006/relationships/font" Target="fonts/font24.fntdata"/><Relationship Id="rId5" Type="http://schemas.openxmlformats.org/officeDocument/2006/relationships/slideMaster" Target="slideMasters/slideMaster5.xml"/><Relationship Id="rId203" Type="http://customschemas.google.com/relationships/presentationmetadata" Target="meta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font" Target="fonts/font22.fntdata"/><Relationship Id="rId8" Type="http://schemas.openxmlformats.org/officeDocument/2006/relationships/slide" Target="slides/slide3.xml"/><Relationship Id="rId51" Type="http://schemas.openxmlformats.org/officeDocument/2006/relationships/font" Target="fonts/font17.fntdata"/><Relationship Id="rId20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5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204" Type="http://schemas.openxmlformats.org/officeDocument/2006/relationships/presProps" Target="presProps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font" Target="fonts/font23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20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7908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B8D726-D0BC-B240-A677-46F99704B7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82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6"/>
          <p:cNvSpPr/>
          <p:nvPr/>
        </p:nvSpPr>
        <p:spPr>
          <a:xfrm flipH="1">
            <a:off x="-2" y="3058359"/>
            <a:ext cx="7462565" cy="3799641"/>
          </a:xfrm>
          <a:custGeom>
            <a:avLst/>
            <a:gdLst/>
            <a:ahLst/>
            <a:cxnLst/>
            <a:rect l="l" t="t" r="r" b="b"/>
            <a:pathLst>
              <a:path w="12188831" h="5733256" extrusionOk="0">
                <a:moveTo>
                  <a:pt x="12188831" y="0"/>
                </a:moveTo>
                <a:lnTo>
                  <a:pt x="12188831" y="5733256"/>
                </a:lnTo>
                <a:lnTo>
                  <a:pt x="10983154" y="5733256"/>
                </a:lnTo>
                <a:lnTo>
                  <a:pt x="10983152" y="5733255"/>
                </a:lnTo>
                <a:lnTo>
                  <a:pt x="0" y="5733255"/>
                </a:lnTo>
                <a:lnTo>
                  <a:pt x="0" y="3901689"/>
                </a:lnTo>
                <a:lnTo>
                  <a:pt x="116738" y="3818114"/>
                </a:lnTo>
                <a:cubicBezTo>
                  <a:pt x="956202" y="3277659"/>
                  <a:pt x="1857795" y="3898914"/>
                  <a:pt x="3353729" y="5019020"/>
                </a:cubicBezTo>
                <a:cubicBezTo>
                  <a:pt x="5767244" y="6817560"/>
                  <a:pt x="6911508" y="2885526"/>
                  <a:pt x="10993000" y="491571"/>
                </a:cubicBezTo>
                <a:lnTo>
                  <a:pt x="11125235" y="417447"/>
                </a:lnTo>
                <a:lnTo>
                  <a:pt x="11145184" y="404008"/>
                </a:lnTo>
                <a:cubicBezTo>
                  <a:pt x="11220887" y="357537"/>
                  <a:pt x="11298685" y="314203"/>
                  <a:pt x="11378400" y="274182"/>
                </a:cubicBezTo>
                <a:lnTo>
                  <a:pt x="11390552" y="268723"/>
                </a:lnTo>
                <a:lnTo>
                  <a:pt x="11397294" y="264943"/>
                </a:lnTo>
                <a:lnTo>
                  <a:pt x="11495015" y="216024"/>
                </a:lnTo>
                <a:lnTo>
                  <a:pt x="11495015" y="221793"/>
                </a:lnTo>
                <a:lnTo>
                  <a:pt x="11623123" y="164241"/>
                </a:lnTo>
                <a:cubicBezTo>
                  <a:pt x="11789872" y="97813"/>
                  <a:pt x="11963585" y="45356"/>
                  <a:pt x="12142851" y="8296"/>
                </a:cubicBezTo>
                <a:close/>
              </a:path>
            </a:pathLst>
          </a:custGeom>
          <a:solidFill>
            <a:srgbClr val="C7E6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" name="Google Shape;17;p146"/>
          <p:cNvSpPr/>
          <p:nvPr/>
        </p:nvSpPr>
        <p:spPr>
          <a:xfrm>
            <a:off x="-6" y="1124744"/>
            <a:ext cx="12188831" cy="5733256"/>
          </a:xfrm>
          <a:custGeom>
            <a:avLst/>
            <a:gdLst/>
            <a:ahLst/>
            <a:cxnLst/>
            <a:rect l="l" t="t" r="r" b="b"/>
            <a:pathLst>
              <a:path w="12188831" h="5733256" extrusionOk="0">
                <a:moveTo>
                  <a:pt x="12188831" y="0"/>
                </a:moveTo>
                <a:lnTo>
                  <a:pt x="12188831" y="5733256"/>
                </a:lnTo>
                <a:lnTo>
                  <a:pt x="10983154" y="5733256"/>
                </a:lnTo>
                <a:lnTo>
                  <a:pt x="10983152" y="5733255"/>
                </a:lnTo>
                <a:lnTo>
                  <a:pt x="0" y="5733255"/>
                </a:lnTo>
                <a:lnTo>
                  <a:pt x="0" y="3901689"/>
                </a:lnTo>
                <a:lnTo>
                  <a:pt x="116738" y="3818114"/>
                </a:lnTo>
                <a:cubicBezTo>
                  <a:pt x="956202" y="3277659"/>
                  <a:pt x="1857795" y="3898914"/>
                  <a:pt x="3353729" y="5019020"/>
                </a:cubicBezTo>
                <a:cubicBezTo>
                  <a:pt x="5767244" y="6817560"/>
                  <a:pt x="6911508" y="2885526"/>
                  <a:pt x="10993000" y="491571"/>
                </a:cubicBezTo>
                <a:lnTo>
                  <a:pt x="11125235" y="417447"/>
                </a:lnTo>
                <a:lnTo>
                  <a:pt x="11145184" y="404008"/>
                </a:lnTo>
                <a:cubicBezTo>
                  <a:pt x="11220887" y="357537"/>
                  <a:pt x="11298685" y="314203"/>
                  <a:pt x="11378400" y="274182"/>
                </a:cubicBezTo>
                <a:lnTo>
                  <a:pt x="11390552" y="268723"/>
                </a:lnTo>
                <a:lnTo>
                  <a:pt x="11397294" y="264943"/>
                </a:lnTo>
                <a:lnTo>
                  <a:pt x="11495015" y="216024"/>
                </a:lnTo>
                <a:lnTo>
                  <a:pt x="11495015" y="221793"/>
                </a:lnTo>
                <a:lnTo>
                  <a:pt x="11623123" y="164241"/>
                </a:lnTo>
                <a:cubicBezTo>
                  <a:pt x="11789872" y="97813"/>
                  <a:pt x="11963585" y="45356"/>
                  <a:pt x="12142851" y="8296"/>
                </a:cubicBezTo>
                <a:close/>
              </a:path>
            </a:pathLst>
          </a:custGeom>
          <a:solidFill>
            <a:srgbClr val="ABD9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" name="Google Shape;18;p146"/>
          <p:cNvSpPr/>
          <p:nvPr/>
        </p:nvSpPr>
        <p:spPr>
          <a:xfrm flipH="1">
            <a:off x="-2" y="1995614"/>
            <a:ext cx="12188827" cy="4862387"/>
          </a:xfrm>
          <a:custGeom>
            <a:avLst/>
            <a:gdLst/>
            <a:ahLst/>
            <a:cxnLst/>
            <a:rect l="l" t="t" r="r" b="b"/>
            <a:pathLst>
              <a:path w="12188827" h="4862387" extrusionOk="0">
                <a:moveTo>
                  <a:pt x="0" y="0"/>
                </a:moveTo>
                <a:lnTo>
                  <a:pt x="0" y="4862387"/>
                </a:lnTo>
                <a:lnTo>
                  <a:pt x="12188827" y="4862387"/>
                </a:lnTo>
                <a:lnTo>
                  <a:pt x="12188827" y="3248211"/>
                </a:lnTo>
                <a:lnTo>
                  <a:pt x="12065043" y="3174555"/>
                </a:lnTo>
                <a:cubicBezTo>
                  <a:pt x="11174911" y="2698247"/>
                  <a:pt x="10218900" y="3245765"/>
                  <a:pt x="8632675" y="4232925"/>
                </a:cubicBezTo>
                <a:cubicBezTo>
                  <a:pt x="5990931" y="5869126"/>
                  <a:pt x="4783278" y="2123831"/>
                  <a:pt x="103619" y="43113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" name="Google Shape;19;p146"/>
          <p:cNvSpPr txBox="1">
            <a:spLocks noGrp="1"/>
          </p:cNvSpPr>
          <p:nvPr>
            <p:ph type="ctrTitle"/>
          </p:nvPr>
        </p:nvSpPr>
        <p:spPr>
          <a:xfrm>
            <a:off x="914162" y="1257197"/>
            <a:ext cx="6548402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Quattrocento Sans"/>
              <a:buNone/>
              <a:defRPr sz="4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6"/>
          <p:cNvSpPr txBox="1">
            <a:spLocks noGrp="1"/>
          </p:cNvSpPr>
          <p:nvPr>
            <p:ph type="subTitle" idx="1"/>
          </p:nvPr>
        </p:nvSpPr>
        <p:spPr>
          <a:xfrm>
            <a:off x="914163" y="2765323"/>
            <a:ext cx="6980449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  <a:defRPr sz="2800">
                <a:solidFill>
                  <a:srgbClr val="7F7F7F"/>
                </a:solidFill>
              </a:defRPr>
            </a:lvl1pPr>
            <a:lvl2pPr lvl="1" algn="ctr">
              <a:spcBef>
                <a:spcPts val="640"/>
              </a:spcBef>
              <a:spcAft>
                <a:spcPts val="0"/>
              </a:spcAft>
              <a:buClr>
                <a:srgbClr val="918E8D"/>
              </a:buClr>
              <a:buSzPts val="3200"/>
              <a:buNone/>
              <a:defRPr>
                <a:solidFill>
                  <a:srgbClr val="918E8D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918E8D"/>
              </a:buClr>
              <a:buSzPts val="2400"/>
              <a:buNone/>
              <a:defRPr>
                <a:solidFill>
                  <a:srgbClr val="918E8D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918E8D"/>
              </a:buClr>
              <a:buSzPts val="2000"/>
              <a:buNone/>
              <a:defRPr>
                <a:solidFill>
                  <a:srgbClr val="918E8D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918E8D"/>
              </a:buClr>
              <a:buSzPts val="2000"/>
              <a:buNone/>
              <a:defRPr>
                <a:solidFill>
                  <a:srgbClr val="918E8D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146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6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6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46"/>
          <p:cNvSpPr txBox="1">
            <a:spLocks noGrp="1"/>
          </p:cNvSpPr>
          <p:nvPr>
            <p:ph type="body" idx="2"/>
          </p:nvPr>
        </p:nvSpPr>
        <p:spPr>
          <a:xfrm>
            <a:off x="7462563" y="5085184"/>
            <a:ext cx="4141693" cy="115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b" anchorCtr="0">
            <a:no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46"/>
          <p:cNvSpPr/>
          <p:nvPr/>
        </p:nvSpPr>
        <p:spPr>
          <a:xfrm>
            <a:off x="0" y="0"/>
            <a:ext cx="1125860" cy="1052736"/>
          </a:xfrm>
          <a:custGeom>
            <a:avLst/>
            <a:gdLst/>
            <a:ahLst/>
            <a:cxnLst/>
            <a:rect l="l" t="t" r="r" b="b"/>
            <a:pathLst>
              <a:path w="1125860" h="1052736" extrusionOk="0">
                <a:moveTo>
                  <a:pt x="0" y="0"/>
                </a:moveTo>
                <a:lnTo>
                  <a:pt x="1078411" y="0"/>
                </a:lnTo>
                <a:lnTo>
                  <a:pt x="1109768" y="101015"/>
                </a:lnTo>
                <a:cubicBezTo>
                  <a:pt x="1120319" y="152578"/>
                  <a:pt x="1125860" y="205966"/>
                  <a:pt x="1125860" y="260648"/>
                </a:cubicBezTo>
                <a:cubicBezTo>
                  <a:pt x="1125860" y="698106"/>
                  <a:pt x="771230" y="1052736"/>
                  <a:pt x="333772" y="1052736"/>
                </a:cubicBezTo>
                <a:cubicBezTo>
                  <a:pt x="224408" y="1052736"/>
                  <a:pt x="120220" y="1030572"/>
                  <a:pt x="25456" y="990490"/>
                </a:cubicBezTo>
                <a:lnTo>
                  <a:pt x="0" y="9766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" name="Google Shape;26;p146"/>
          <p:cNvSpPr/>
          <p:nvPr/>
        </p:nvSpPr>
        <p:spPr>
          <a:xfrm>
            <a:off x="1413892" y="398372"/>
            <a:ext cx="472244" cy="4722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" name="Google Shape;27;p146"/>
          <p:cNvSpPr/>
          <p:nvPr/>
        </p:nvSpPr>
        <p:spPr>
          <a:xfrm>
            <a:off x="9367155" y="1301823"/>
            <a:ext cx="1406894" cy="1406894"/>
          </a:xfrm>
          <a:prstGeom prst="ellipse">
            <a:avLst/>
          </a:prstGeom>
          <a:solidFill>
            <a:srgbClr val="ACD98C"/>
          </a:solidFill>
          <a:ln w="1016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" name="Google Shape;28;p146"/>
          <p:cNvSpPr/>
          <p:nvPr/>
        </p:nvSpPr>
        <p:spPr>
          <a:xfrm>
            <a:off x="10532246" y="729678"/>
            <a:ext cx="483606" cy="483606"/>
          </a:xfrm>
          <a:prstGeom prst="ellipse">
            <a:avLst/>
          </a:prstGeom>
          <a:solidFill>
            <a:srgbClr val="C7E6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7"/>
          <p:cNvSpPr/>
          <p:nvPr/>
        </p:nvSpPr>
        <p:spPr>
          <a:xfrm>
            <a:off x="-2889" y="0"/>
            <a:ext cx="5373429" cy="6858001"/>
          </a:xfrm>
          <a:custGeom>
            <a:avLst/>
            <a:gdLst/>
            <a:ahLst/>
            <a:cxnLst/>
            <a:rect l="l" t="t" r="r" b="b"/>
            <a:pathLst>
              <a:path w="5373429" h="6858001" extrusionOk="0">
                <a:moveTo>
                  <a:pt x="0" y="0"/>
                </a:moveTo>
                <a:lnTo>
                  <a:pt x="3009869" y="0"/>
                </a:lnTo>
                <a:lnTo>
                  <a:pt x="3067925" y="33382"/>
                </a:lnTo>
                <a:cubicBezTo>
                  <a:pt x="4450129" y="873229"/>
                  <a:pt x="5373429" y="2393122"/>
                  <a:pt x="5373429" y="4128662"/>
                </a:cubicBezTo>
                <a:cubicBezTo>
                  <a:pt x="5373429" y="5120400"/>
                  <a:pt x="5071943" y="6041721"/>
                  <a:pt x="4555623" y="6805976"/>
                </a:cubicBezTo>
                <a:lnTo>
                  <a:pt x="4518627" y="6858001"/>
                </a:lnTo>
                <a:lnTo>
                  <a:pt x="0" y="685800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" name="Google Shape;31;p147"/>
          <p:cNvSpPr/>
          <p:nvPr/>
        </p:nvSpPr>
        <p:spPr>
          <a:xfrm>
            <a:off x="1" y="0"/>
            <a:ext cx="4749901" cy="6858000"/>
          </a:xfrm>
          <a:custGeom>
            <a:avLst/>
            <a:gdLst/>
            <a:ahLst/>
            <a:cxnLst/>
            <a:rect l="l" t="t" r="r" b="b"/>
            <a:pathLst>
              <a:path w="4749901" h="6858000" extrusionOk="0">
                <a:moveTo>
                  <a:pt x="0" y="0"/>
                </a:moveTo>
                <a:lnTo>
                  <a:pt x="2930208" y="0"/>
                </a:lnTo>
                <a:lnTo>
                  <a:pt x="3243158" y="234020"/>
                </a:lnTo>
                <a:cubicBezTo>
                  <a:pt x="4163364" y="993441"/>
                  <a:pt x="4749901" y="2142724"/>
                  <a:pt x="4749901" y="3429000"/>
                </a:cubicBezTo>
                <a:cubicBezTo>
                  <a:pt x="4749901" y="4715276"/>
                  <a:pt x="4163364" y="5864559"/>
                  <a:pt x="3243158" y="6623981"/>
                </a:cubicBezTo>
                <a:lnTo>
                  <a:pt x="293020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24376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" name="Google Shape;32;p147"/>
          <p:cNvSpPr txBox="1">
            <a:spLocks noGrp="1"/>
          </p:cNvSpPr>
          <p:nvPr>
            <p:ph type="title"/>
          </p:nvPr>
        </p:nvSpPr>
        <p:spPr>
          <a:xfrm>
            <a:off x="582007" y="1700808"/>
            <a:ext cx="4432285" cy="1900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 sz="44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7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7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7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147"/>
          <p:cNvSpPr txBox="1">
            <a:spLocks noGrp="1"/>
          </p:cNvSpPr>
          <p:nvPr>
            <p:ph type="body" idx="1"/>
          </p:nvPr>
        </p:nvSpPr>
        <p:spPr>
          <a:xfrm>
            <a:off x="582613" y="3602206"/>
            <a:ext cx="3279775" cy="190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9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9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9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9"/>
          <p:cNvSpPr txBox="1">
            <a:spLocks noGrp="1"/>
          </p:cNvSpPr>
          <p:nvPr>
            <p:ph type="title"/>
          </p:nvPr>
        </p:nvSpPr>
        <p:spPr>
          <a:xfrm>
            <a:off x="609441" y="476672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Quattrocento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9"/>
          <p:cNvSpPr txBox="1">
            <a:spLocks noGrp="1"/>
          </p:cNvSpPr>
          <p:nvPr>
            <p:ph type="body" idx="1"/>
          </p:nvPr>
        </p:nvSpPr>
        <p:spPr>
          <a:xfrm>
            <a:off x="609600" y="188913"/>
            <a:ext cx="5700713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0"/>
          <p:cNvSpPr txBox="1">
            <a:spLocks noGrp="1"/>
          </p:cNvSpPr>
          <p:nvPr>
            <p:ph type="ctrTitle"/>
          </p:nvPr>
        </p:nvSpPr>
        <p:spPr>
          <a:xfrm>
            <a:off x="914162" y="1226215"/>
            <a:ext cx="6548402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  <a:defRPr sz="48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0"/>
          <p:cNvSpPr txBox="1">
            <a:spLocks noGrp="1"/>
          </p:cNvSpPr>
          <p:nvPr>
            <p:ph type="subTitle" idx="1"/>
          </p:nvPr>
        </p:nvSpPr>
        <p:spPr>
          <a:xfrm>
            <a:off x="914163" y="2734341"/>
            <a:ext cx="5396273" cy="108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>
            <a:lvl1pPr lvl="0" algn="l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40"/>
              </a:spcBef>
              <a:spcAft>
                <a:spcPts val="0"/>
              </a:spcAft>
              <a:buClr>
                <a:srgbClr val="918E8D"/>
              </a:buClr>
              <a:buSzPts val="3200"/>
              <a:buNone/>
              <a:defRPr>
                <a:solidFill>
                  <a:srgbClr val="918E8D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918E8D"/>
              </a:buClr>
              <a:buSzPts val="2400"/>
              <a:buNone/>
              <a:defRPr>
                <a:solidFill>
                  <a:srgbClr val="918E8D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918E8D"/>
              </a:buClr>
              <a:buSzPts val="2000"/>
              <a:buNone/>
              <a:defRPr>
                <a:solidFill>
                  <a:srgbClr val="918E8D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918E8D"/>
              </a:buClr>
              <a:buSzPts val="2000"/>
              <a:buNone/>
              <a:defRPr>
                <a:solidFill>
                  <a:srgbClr val="918E8D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>
                <a:solidFill>
                  <a:srgbClr val="918E8D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70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0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0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70"/>
          <p:cNvSpPr txBox="1">
            <a:spLocks noGrp="1"/>
          </p:cNvSpPr>
          <p:nvPr>
            <p:ph type="body" idx="2"/>
          </p:nvPr>
        </p:nvSpPr>
        <p:spPr>
          <a:xfrm>
            <a:off x="914400" y="3933825"/>
            <a:ext cx="5827713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70"/>
          <p:cNvSpPr>
            <a:spLocks noGrp="1"/>
          </p:cNvSpPr>
          <p:nvPr>
            <p:ph type="pic" idx="3"/>
          </p:nvPr>
        </p:nvSpPr>
        <p:spPr>
          <a:xfrm>
            <a:off x="5208376" y="0"/>
            <a:ext cx="6980449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1"/>
          <p:cNvSpPr txBox="1"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Quattrocento Sans"/>
              <a:buNone/>
              <a:defRPr sz="53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1"/>
          <p:cNvSpPr txBox="1"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b" anchorCtr="0">
            <a:normAutofit/>
          </a:bodyPr>
          <a:lstStyle>
            <a:lvl1pPr marL="457200" lvl="0" indent="-228600" algn="l">
              <a:spcBef>
                <a:spcPts val="540"/>
              </a:spcBef>
              <a:spcAft>
                <a:spcPts val="0"/>
              </a:spcAft>
              <a:buClr>
                <a:srgbClr val="918E8D"/>
              </a:buClr>
              <a:buSzPts val="2700"/>
              <a:buNone/>
              <a:defRPr sz="2700">
                <a:solidFill>
                  <a:srgbClr val="918E8D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rgbClr val="918E8D"/>
              </a:buClr>
              <a:buSzPts val="2400"/>
              <a:buNone/>
              <a:defRPr sz="2400">
                <a:solidFill>
                  <a:srgbClr val="918E8D"/>
                </a:solidFill>
              </a:defRPr>
            </a:lvl2pPr>
            <a:lvl3pPr marL="1371600" lvl="2" indent="-228600" algn="l">
              <a:spcBef>
                <a:spcPts val="420"/>
              </a:spcBef>
              <a:spcAft>
                <a:spcPts val="0"/>
              </a:spcAft>
              <a:buClr>
                <a:srgbClr val="918E8D"/>
              </a:buClr>
              <a:buSzPts val="2100"/>
              <a:buNone/>
              <a:defRPr sz="2100">
                <a:solidFill>
                  <a:srgbClr val="918E8D"/>
                </a:solidFill>
              </a:defRPr>
            </a:lvl3pPr>
            <a:lvl4pPr marL="1828800" lvl="3" indent="-228600" algn="l">
              <a:spcBef>
                <a:spcPts val="380"/>
              </a:spcBef>
              <a:spcAft>
                <a:spcPts val="0"/>
              </a:spcAft>
              <a:buClr>
                <a:srgbClr val="918E8D"/>
              </a:buClr>
              <a:buSzPts val="1900"/>
              <a:buNone/>
              <a:defRPr sz="1900">
                <a:solidFill>
                  <a:srgbClr val="918E8D"/>
                </a:solidFill>
              </a:defRPr>
            </a:lvl4pPr>
            <a:lvl5pPr marL="2286000" lvl="4" indent="-228600" algn="l">
              <a:spcBef>
                <a:spcPts val="380"/>
              </a:spcBef>
              <a:spcAft>
                <a:spcPts val="0"/>
              </a:spcAft>
              <a:buClr>
                <a:srgbClr val="918E8D"/>
              </a:buClr>
              <a:buSzPts val="1900"/>
              <a:buNone/>
              <a:defRPr sz="1900">
                <a:solidFill>
                  <a:srgbClr val="918E8D"/>
                </a:solidFill>
              </a:defRPr>
            </a:lvl5pPr>
            <a:lvl6pPr marL="2743200" lvl="5" indent="-228600" algn="l">
              <a:spcBef>
                <a:spcPts val="380"/>
              </a:spcBef>
              <a:spcAft>
                <a:spcPts val="0"/>
              </a:spcAft>
              <a:buClr>
                <a:srgbClr val="918E8D"/>
              </a:buClr>
              <a:buSzPts val="1900"/>
              <a:buNone/>
              <a:defRPr sz="1900">
                <a:solidFill>
                  <a:srgbClr val="918E8D"/>
                </a:solidFill>
              </a:defRPr>
            </a:lvl6pPr>
            <a:lvl7pPr marL="3200400" lvl="6" indent="-228600" algn="l">
              <a:spcBef>
                <a:spcPts val="380"/>
              </a:spcBef>
              <a:spcAft>
                <a:spcPts val="0"/>
              </a:spcAft>
              <a:buClr>
                <a:srgbClr val="918E8D"/>
              </a:buClr>
              <a:buSzPts val="1900"/>
              <a:buNone/>
              <a:defRPr sz="1900">
                <a:solidFill>
                  <a:srgbClr val="918E8D"/>
                </a:solidFill>
              </a:defRPr>
            </a:lvl7pPr>
            <a:lvl8pPr marL="3657600" lvl="7" indent="-228600" algn="l">
              <a:spcBef>
                <a:spcPts val="380"/>
              </a:spcBef>
              <a:spcAft>
                <a:spcPts val="0"/>
              </a:spcAft>
              <a:buClr>
                <a:srgbClr val="918E8D"/>
              </a:buClr>
              <a:buSzPts val="1900"/>
              <a:buNone/>
              <a:defRPr sz="1900">
                <a:solidFill>
                  <a:srgbClr val="918E8D"/>
                </a:solidFill>
              </a:defRPr>
            </a:lvl8pPr>
            <a:lvl9pPr marL="4114800" lvl="8" indent="-228600" algn="l">
              <a:spcBef>
                <a:spcPts val="380"/>
              </a:spcBef>
              <a:spcAft>
                <a:spcPts val="0"/>
              </a:spcAft>
              <a:buClr>
                <a:srgbClr val="918E8D"/>
              </a:buClr>
              <a:buSzPts val="1900"/>
              <a:buNone/>
              <a:defRPr sz="1900">
                <a:solidFill>
                  <a:srgbClr val="918E8D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71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71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1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2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72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2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172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Quattrocento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3"/>
          <p:cNvSpPr/>
          <p:nvPr/>
        </p:nvSpPr>
        <p:spPr>
          <a:xfrm>
            <a:off x="0" y="4581128"/>
            <a:ext cx="5163566" cy="2276872"/>
          </a:xfrm>
          <a:custGeom>
            <a:avLst/>
            <a:gdLst/>
            <a:ahLst/>
            <a:cxnLst/>
            <a:rect l="l" t="t" r="r" b="b"/>
            <a:pathLst>
              <a:path w="5163566" h="2276872" extrusionOk="0">
                <a:moveTo>
                  <a:pt x="2035697" y="0"/>
                </a:moveTo>
                <a:cubicBezTo>
                  <a:pt x="3397576" y="0"/>
                  <a:pt x="4566062" y="828016"/>
                  <a:pt x="5065187" y="2008081"/>
                </a:cubicBezTo>
                <a:lnTo>
                  <a:pt x="5163566" y="2276872"/>
                </a:lnTo>
                <a:lnTo>
                  <a:pt x="0" y="2276872"/>
                </a:lnTo>
                <a:lnTo>
                  <a:pt x="0" y="706170"/>
                </a:lnTo>
                <a:lnTo>
                  <a:pt x="5811" y="701257"/>
                </a:lnTo>
                <a:cubicBezTo>
                  <a:pt x="564774" y="261990"/>
                  <a:pt x="1269640" y="0"/>
                  <a:pt x="203569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ACD98C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" name="Google Shape;100;p173"/>
          <p:cNvSpPr/>
          <p:nvPr/>
        </p:nvSpPr>
        <p:spPr>
          <a:xfrm rot="5400000">
            <a:off x="-662523" y="1957214"/>
            <a:ext cx="5179585" cy="3854541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" name="Google Shape;101;p173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Quattrocento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3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73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3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73"/>
          <p:cNvSpPr/>
          <p:nvPr/>
        </p:nvSpPr>
        <p:spPr>
          <a:xfrm rot="5400000">
            <a:off x="-766723" y="1858237"/>
            <a:ext cx="5179585" cy="3646140"/>
          </a:xfrm>
          <a:prstGeom prst="round2SameRect">
            <a:avLst>
              <a:gd name="adj1" fmla="val 1098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6" name="Google Shape;106;p173"/>
          <p:cNvSpPr txBox="1">
            <a:spLocks noGrp="1"/>
          </p:cNvSpPr>
          <p:nvPr>
            <p:ph type="body" idx="1"/>
          </p:nvPr>
        </p:nvSpPr>
        <p:spPr>
          <a:xfrm>
            <a:off x="609600" y="1508576"/>
            <a:ext cx="2676525" cy="1152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200" tIns="60925" rIns="61200" bIns="60925" anchor="ctr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marL="2286000" lvl="4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439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85"/>
          <p:cNvGrpSpPr/>
          <p:nvPr/>
        </p:nvGrpSpPr>
        <p:grpSpPr>
          <a:xfrm rot="10800000">
            <a:off x="9586912" y="4027941"/>
            <a:ext cx="2601913" cy="2833688"/>
            <a:chOff x="0" y="0"/>
            <a:chExt cx="2601913" cy="2833688"/>
          </a:xfrm>
        </p:grpSpPr>
        <p:sp>
          <p:nvSpPr>
            <p:cNvPr id="134" name="Google Shape;134;p185"/>
            <p:cNvSpPr/>
            <p:nvPr/>
          </p:nvSpPr>
          <p:spPr>
            <a:xfrm>
              <a:off x="0" y="0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42" y="254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rgbClr val="78001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85"/>
            <p:cNvSpPr/>
            <p:nvPr/>
          </p:nvSpPr>
          <p:spPr>
            <a:xfrm>
              <a:off x="0" y="403225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6"/>
                  </a:moveTo>
                  <a:lnTo>
                    <a:pt x="0" y="256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513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rgbClr val="F5340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85"/>
            <p:cNvSpPr/>
            <p:nvPr/>
          </p:nvSpPr>
          <p:spPr>
            <a:xfrm>
              <a:off x="0" y="1620838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442" y="256"/>
                  </a:lnTo>
                  <a:lnTo>
                    <a:pt x="442" y="256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85"/>
            <p:cNvSpPr/>
            <p:nvPr/>
          </p:nvSpPr>
          <p:spPr>
            <a:xfrm>
              <a:off x="0" y="1212850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7"/>
                  </a:moveTo>
                  <a:lnTo>
                    <a:pt x="0" y="257"/>
                  </a:lnTo>
                  <a:lnTo>
                    <a:pt x="442" y="0"/>
                  </a:lnTo>
                  <a:lnTo>
                    <a:pt x="442" y="3"/>
                  </a:lnTo>
                  <a:lnTo>
                    <a:pt x="442" y="513"/>
                  </a:lnTo>
                  <a:lnTo>
                    <a:pt x="0" y="25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85"/>
            <p:cNvSpPr/>
            <p:nvPr/>
          </p:nvSpPr>
          <p:spPr>
            <a:xfrm>
              <a:off x="234949" y="2359025"/>
              <a:ext cx="406465" cy="474663"/>
            </a:xfrm>
            <a:custGeom>
              <a:avLst/>
              <a:gdLst/>
              <a:ahLst/>
              <a:cxnLst/>
              <a:rect l="l" t="t" r="r" b="b"/>
              <a:pathLst>
                <a:path w="149" h="174" extrusionOk="0">
                  <a:moveTo>
                    <a:pt x="0" y="87"/>
                  </a:moveTo>
                  <a:lnTo>
                    <a:pt x="0" y="87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9" y="174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85"/>
            <p:cNvSpPr/>
            <p:nvPr/>
          </p:nvSpPr>
          <p:spPr>
            <a:xfrm>
              <a:off x="0" y="809625"/>
              <a:ext cx="701675" cy="811213"/>
            </a:xfrm>
            <a:custGeom>
              <a:avLst/>
              <a:gdLst/>
              <a:ahLst/>
              <a:cxnLst/>
              <a:rect l="l" t="t" r="r" b="b"/>
              <a:pathLst>
                <a:path w="442" h="511" extrusionOk="0">
                  <a:moveTo>
                    <a:pt x="0" y="511"/>
                  </a:moveTo>
                  <a:lnTo>
                    <a:pt x="0" y="0"/>
                  </a:lnTo>
                  <a:lnTo>
                    <a:pt x="442" y="254"/>
                  </a:lnTo>
                  <a:lnTo>
                    <a:pt x="0" y="511"/>
                  </a:lnTo>
                  <a:close/>
                </a:path>
              </a:pathLst>
            </a:custGeom>
            <a:solidFill>
              <a:srgbClr val="114D81"/>
            </a:solidFill>
            <a:ln w="9525" cap="flat" cmpd="sng">
              <a:solidFill>
                <a:srgbClr val="114D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85"/>
            <p:cNvSpPr/>
            <p:nvPr/>
          </p:nvSpPr>
          <p:spPr>
            <a:xfrm>
              <a:off x="701675" y="403225"/>
              <a:ext cx="706438" cy="814388"/>
            </a:xfrm>
            <a:custGeom>
              <a:avLst/>
              <a:gdLst/>
              <a:ahLst/>
              <a:cxnLst/>
              <a:rect l="l" t="t" r="r" b="b"/>
              <a:pathLst>
                <a:path w="445" h="513" extrusionOk="0">
                  <a:moveTo>
                    <a:pt x="0" y="513"/>
                  </a:moveTo>
                  <a:lnTo>
                    <a:pt x="0" y="0"/>
                  </a:lnTo>
                  <a:lnTo>
                    <a:pt x="445" y="256"/>
                  </a:lnTo>
                  <a:lnTo>
                    <a:pt x="445" y="256"/>
                  </a:lnTo>
                  <a:lnTo>
                    <a:pt x="0" y="513"/>
                  </a:lnTo>
                  <a:close/>
                </a:path>
              </a:pathLst>
            </a:custGeom>
            <a:solidFill>
              <a:srgbClr val="F5340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85"/>
            <p:cNvSpPr/>
            <p:nvPr/>
          </p:nvSpPr>
          <p:spPr>
            <a:xfrm>
              <a:off x="701675" y="0"/>
              <a:ext cx="706438" cy="809625"/>
            </a:xfrm>
            <a:custGeom>
              <a:avLst/>
              <a:gdLst/>
              <a:ahLst/>
              <a:cxnLst/>
              <a:rect l="l" t="t" r="r" b="b"/>
              <a:pathLst>
                <a:path w="445" h="510" extrusionOk="0">
                  <a:moveTo>
                    <a:pt x="0" y="254"/>
                  </a:moveTo>
                  <a:lnTo>
                    <a:pt x="0" y="254"/>
                  </a:lnTo>
                  <a:lnTo>
                    <a:pt x="445" y="0"/>
                  </a:lnTo>
                  <a:lnTo>
                    <a:pt x="445" y="0"/>
                  </a:lnTo>
                  <a:lnTo>
                    <a:pt x="445" y="510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85"/>
            <p:cNvSpPr/>
            <p:nvPr/>
          </p:nvSpPr>
          <p:spPr>
            <a:xfrm>
              <a:off x="0" y="403225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6"/>
                  </a:moveTo>
                  <a:lnTo>
                    <a:pt x="0" y="256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513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rgbClr val="FFA7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85"/>
            <p:cNvSpPr/>
            <p:nvPr/>
          </p:nvSpPr>
          <p:spPr>
            <a:xfrm>
              <a:off x="1408113" y="0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42" y="254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rgbClr val="C1DD84"/>
            </a:solidFill>
            <a:ln w="9525" cap="flat" cmpd="sng">
              <a:solidFill>
                <a:srgbClr val="C1DD8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85"/>
            <p:cNvSpPr/>
            <p:nvPr/>
          </p:nvSpPr>
          <p:spPr>
            <a:xfrm>
              <a:off x="2317750" y="241300"/>
              <a:ext cx="284163" cy="328613"/>
            </a:xfrm>
            <a:custGeom>
              <a:avLst/>
              <a:gdLst/>
              <a:ahLst/>
              <a:cxnLst/>
              <a:rect l="l" t="t" r="r" b="b"/>
              <a:pathLst>
                <a:path w="179" h="207" extrusionOk="0">
                  <a:moveTo>
                    <a:pt x="0" y="207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79" y="102"/>
                  </a:lnTo>
                  <a:lnTo>
                    <a:pt x="0" y="207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85"/>
            <p:cNvSpPr/>
            <p:nvPr/>
          </p:nvSpPr>
          <p:spPr>
            <a:xfrm>
              <a:off x="1408113" y="1620838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442" y="256"/>
                  </a:lnTo>
                  <a:lnTo>
                    <a:pt x="442" y="256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85"/>
            <p:cNvSpPr/>
            <p:nvPr/>
          </p:nvSpPr>
          <p:spPr>
            <a:xfrm>
              <a:off x="706438" y="809625"/>
              <a:ext cx="701675" cy="811213"/>
            </a:xfrm>
            <a:custGeom>
              <a:avLst/>
              <a:gdLst/>
              <a:ahLst/>
              <a:cxnLst/>
              <a:rect l="l" t="t" r="r" b="b"/>
              <a:pathLst>
                <a:path w="442" h="511" extrusionOk="0">
                  <a:moveTo>
                    <a:pt x="0" y="254"/>
                  </a:moveTo>
                  <a:lnTo>
                    <a:pt x="442" y="0"/>
                  </a:lnTo>
                  <a:lnTo>
                    <a:pt x="442" y="511"/>
                  </a:lnTo>
                  <a:lnTo>
                    <a:pt x="442" y="511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85"/>
            <p:cNvSpPr/>
            <p:nvPr/>
          </p:nvSpPr>
          <p:spPr>
            <a:xfrm>
              <a:off x="701675" y="1212850"/>
              <a:ext cx="706438" cy="811213"/>
            </a:xfrm>
            <a:custGeom>
              <a:avLst/>
              <a:gdLst/>
              <a:ahLst/>
              <a:cxnLst/>
              <a:rect l="l" t="t" r="r" b="b"/>
              <a:pathLst>
                <a:path w="445" h="511" extrusionOk="0">
                  <a:moveTo>
                    <a:pt x="0" y="511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445" y="257"/>
                  </a:lnTo>
                  <a:lnTo>
                    <a:pt x="0" y="511"/>
                  </a:lnTo>
                  <a:close/>
                </a:path>
              </a:pathLst>
            </a:custGeom>
            <a:solidFill>
              <a:srgbClr val="8D8D8D"/>
            </a:solidFill>
            <a:ln w="9525" cap="flat" cmpd="sng">
              <a:solidFill>
                <a:srgbClr val="8D8D8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85"/>
            <p:cNvSpPr/>
            <p:nvPr/>
          </p:nvSpPr>
          <p:spPr>
            <a:xfrm>
              <a:off x="701675" y="1620838"/>
              <a:ext cx="706438" cy="809625"/>
            </a:xfrm>
            <a:custGeom>
              <a:avLst/>
              <a:gdLst/>
              <a:ahLst/>
              <a:cxnLst/>
              <a:rect l="l" t="t" r="r" b="b"/>
              <a:pathLst>
                <a:path w="445" h="510" extrusionOk="0">
                  <a:moveTo>
                    <a:pt x="0" y="256"/>
                  </a:moveTo>
                  <a:lnTo>
                    <a:pt x="0" y="254"/>
                  </a:lnTo>
                  <a:lnTo>
                    <a:pt x="445" y="0"/>
                  </a:lnTo>
                  <a:lnTo>
                    <a:pt x="445" y="0"/>
                  </a:lnTo>
                  <a:lnTo>
                    <a:pt x="445" y="510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85"/>
            <p:cNvSpPr/>
            <p:nvPr/>
          </p:nvSpPr>
          <p:spPr>
            <a:xfrm>
              <a:off x="701675" y="403225"/>
              <a:ext cx="706438" cy="814388"/>
            </a:xfrm>
            <a:custGeom>
              <a:avLst/>
              <a:gdLst/>
              <a:ahLst/>
              <a:cxnLst/>
              <a:rect l="l" t="t" r="r" b="b"/>
              <a:pathLst>
                <a:path w="445" h="513" extrusionOk="0">
                  <a:moveTo>
                    <a:pt x="0" y="513"/>
                  </a:moveTo>
                  <a:lnTo>
                    <a:pt x="0" y="0"/>
                  </a:lnTo>
                  <a:lnTo>
                    <a:pt x="445" y="256"/>
                  </a:lnTo>
                  <a:lnTo>
                    <a:pt x="445" y="256"/>
                  </a:lnTo>
                  <a:lnTo>
                    <a:pt x="0" y="513"/>
                  </a:lnTo>
                  <a:close/>
                </a:path>
              </a:pathLst>
            </a:custGeom>
            <a:solidFill>
              <a:srgbClr val="C1DD84"/>
            </a:solidFill>
            <a:ln w="9525" cap="flat" cmpd="sng">
              <a:solidFill>
                <a:srgbClr val="C1DD8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85"/>
            <p:cNvSpPr/>
            <p:nvPr/>
          </p:nvSpPr>
          <p:spPr>
            <a:xfrm>
              <a:off x="701675" y="0"/>
              <a:ext cx="706438" cy="809625"/>
            </a:xfrm>
            <a:custGeom>
              <a:avLst/>
              <a:gdLst/>
              <a:ahLst/>
              <a:cxnLst/>
              <a:rect l="l" t="t" r="r" b="b"/>
              <a:pathLst>
                <a:path w="445" h="510" extrusionOk="0">
                  <a:moveTo>
                    <a:pt x="0" y="254"/>
                  </a:moveTo>
                  <a:lnTo>
                    <a:pt x="0" y="254"/>
                  </a:lnTo>
                  <a:lnTo>
                    <a:pt x="445" y="0"/>
                  </a:lnTo>
                  <a:lnTo>
                    <a:pt x="445" y="0"/>
                  </a:lnTo>
                  <a:lnTo>
                    <a:pt x="445" y="510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85"/>
            <p:cNvSpPr/>
            <p:nvPr/>
          </p:nvSpPr>
          <p:spPr>
            <a:xfrm>
              <a:off x="0" y="403225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6"/>
                  </a:moveTo>
                  <a:lnTo>
                    <a:pt x="0" y="256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513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85"/>
            <p:cNvSpPr/>
            <p:nvPr/>
          </p:nvSpPr>
          <p:spPr>
            <a:xfrm>
              <a:off x="0" y="0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0"/>
                  </a:moveTo>
                  <a:lnTo>
                    <a:pt x="0" y="510"/>
                  </a:lnTo>
                  <a:lnTo>
                    <a:pt x="442" y="25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5151"/>
            </a:solidFill>
            <a:ln w="9525" cap="flat" cmpd="sng">
              <a:solidFill>
                <a:srgbClr val="515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85"/>
            <p:cNvSpPr/>
            <p:nvPr/>
          </p:nvSpPr>
          <p:spPr>
            <a:xfrm>
              <a:off x="701675" y="0"/>
              <a:ext cx="701675" cy="403225"/>
            </a:xfrm>
            <a:custGeom>
              <a:avLst/>
              <a:gdLst/>
              <a:ahLst/>
              <a:cxnLst/>
              <a:rect l="l" t="t" r="r" b="b"/>
              <a:pathLst>
                <a:path w="442" h="254" extrusionOk="0">
                  <a:moveTo>
                    <a:pt x="0" y="254"/>
                  </a:moveTo>
                  <a:lnTo>
                    <a:pt x="442" y="0"/>
                  </a:lnTo>
                  <a:lnTo>
                    <a:pt x="0" y="0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85"/>
            <p:cNvSpPr/>
            <p:nvPr/>
          </p:nvSpPr>
          <p:spPr>
            <a:xfrm>
              <a:off x="0" y="0"/>
              <a:ext cx="701675" cy="403225"/>
            </a:xfrm>
            <a:custGeom>
              <a:avLst/>
              <a:gdLst/>
              <a:ahLst/>
              <a:cxnLst/>
              <a:rect l="l" t="t" r="r" b="b"/>
              <a:pathLst>
                <a:path w="442" h="254" extrusionOk="0">
                  <a:moveTo>
                    <a:pt x="442" y="0"/>
                  </a:moveTo>
                  <a:lnTo>
                    <a:pt x="0" y="0"/>
                  </a:lnTo>
                  <a:lnTo>
                    <a:pt x="442" y="254"/>
                  </a:lnTo>
                  <a:lnTo>
                    <a:pt x="442" y="254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85"/>
          <p:cNvSpPr/>
          <p:nvPr/>
        </p:nvSpPr>
        <p:spPr>
          <a:xfrm>
            <a:off x="0" y="0"/>
            <a:ext cx="6094412" cy="6858000"/>
          </a:xfrm>
          <a:custGeom>
            <a:avLst/>
            <a:gdLst/>
            <a:ahLst/>
            <a:cxnLst/>
            <a:rect l="l" t="t" r="r" b="b"/>
            <a:pathLst>
              <a:path w="6094412" h="6858000" extrusionOk="0">
                <a:moveTo>
                  <a:pt x="0" y="0"/>
                </a:moveTo>
                <a:lnTo>
                  <a:pt x="6094412" y="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4E4E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5"/>
          <p:cNvSpPr/>
          <p:nvPr/>
        </p:nvSpPr>
        <p:spPr>
          <a:xfrm rot="5400000">
            <a:off x="10179373" y="-118464"/>
            <a:ext cx="1890988" cy="2127916"/>
          </a:xfrm>
          <a:custGeom>
            <a:avLst/>
            <a:gdLst/>
            <a:ahLst/>
            <a:cxnLst/>
            <a:rect l="l" t="t" r="r" b="b"/>
            <a:pathLst>
              <a:path w="6094412" h="6858000" extrusionOk="0">
                <a:moveTo>
                  <a:pt x="0" y="0"/>
                </a:moveTo>
                <a:lnTo>
                  <a:pt x="6094412" y="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4E4E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5"/>
          <p:cNvSpPr txBox="1">
            <a:spLocks noGrp="1"/>
          </p:cNvSpPr>
          <p:nvPr>
            <p:ph type="ctrTitle"/>
          </p:nvPr>
        </p:nvSpPr>
        <p:spPr>
          <a:xfrm>
            <a:off x="1828323" y="2576512"/>
            <a:ext cx="8532178" cy="139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0"/>
              <a:buFont typeface="Open Sans"/>
              <a:buNone/>
              <a:defRPr sz="8000" b="1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85"/>
          <p:cNvSpPr txBox="1">
            <a:spLocks noGrp="1"/>
          </p:cNvSpPr>
          <p:nvPr>
            <p:ph type="subTitle" idx="1"/>
          </p:nvPr>
        </p:nvSpPr>
        <p:spPr>
          <a:xfrm>
            <a:off x="1828324" y="4027941"/>
            <a:ext cx="8532178" cy="76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185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85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85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2" name="Google Shape;162;p185"/>
          <p:cNvGrpSpPr/>
          <p:nvPr/>
        </p:nvGrpSpPr>
        <p:grpSpPr>
          <a:xfrm>
            <a:off x="0" y="0"/>
            <a:ext cx="3445202" cy="4727575"/>
            <a:chOff x="0" y="0"/>
            <a:chExt cx="3445202" cy="4727575"/>
          </a:xfrm>
        </p:grpSpPr>
        <p:grpSp>
          <p:nvGrpSpPr>
            <p:cNvPr id="163" name="Google Shape;163;p185"/>
            <p:cNvGrpSpPr/>
            <p:nvPr/>
          </p:nvGrpSpPr>
          <p:grpSpPr>
            <a:xfrm rot="10800000">
              <a:off x="0" y="0"/>
              <a:ext cx="2913063" cy="4727575"/>
              <a:chOff x="9275762" y="2130425"/>
              <a:chExt cx="2913063" cy="4727575"/>
            </a:xfrm>
          </p:grpSpPr>
          <p:sp>
            <p:nvSpPr>
              <p:cNvPr id="164" name="Google Shape;164;p185"/>
              <p:cNvSpPr/>
              <p:nvPr/>
            </p:nvSpPr>
            <p:spPr>
              <a:xfrm>
                <a:off x="10785475" y="5008562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0"/>
                    </a:moveTo>
                    <a:lnTo>
                      <a:pt x="442" y="510"/>
                    </a:lnTo>
                    <a:lnTo>
                      <a:pt x="442" y="510"/>
                    </a:lnTo>
                    <a:lnTo>
                      <a:pt x="0" y="254"/>
                    </a:lnTo>
                    <a:lnTo>
                      <a:pt x="442" y="0"/>
                    </a:lnTo>
                    <a:close/>
                  </a:path>
                </a:pathLst>
              </a:custGeom>
              <a:solidFill>
                <a:srgbClr val="78001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85"/>
              <p:cNvSpPr/>
              <p:nvPr/>
            </p:nvSpPr>
            <p:spPr>
              <a:xfrm>
                <a:off x="10785475" y="4602162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256"/>
                    </a:moveTo>
                    <a:lnTo>
                      <a:pt x="442" y="256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0" y="0"/>
                    </a:lnTo>
                    <a:lnTo>
                      <a:pt x="442" y="256"/>
                    </a:lnTo>
                    <a:close/>
                  </a:path>
                </a:pathLst>
              </a:custGeom>
              <a:solidFill>
                <a:srgbClr val="F5340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85"/>
              <p:cNvSpPr/>
              <p:nvPr/>
            </p:nvSpPr>
            <p:spPr>
              <a:xfrm>
                <a:off x="10785475" y="5818187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0"/>
                    </a:moveTo>
                    <a:lnTo>
                      <a:pt x="442" y="510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442" y="0"/>
                    </a:lnTo>
                    <a:close/>
                  </a:path>
                </a:pathLst>
              </a:custGeom>
              <a:solidFill>
                <a:srgbClr val="114D81"/>
              </a:solidFill>
              <a:ln w="9525" cap="flat" cmpd="sng">
                <a:solidFill>
                  <a:srgbClr val="114D8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85"/>
              <p:cNvSpPr/>
              <p:nvPr/>
            </p:nvSpPr>
            <p:spPr>
              <a:xfrm>
                <a:off x="10785475" y="5411787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256"/>
                    </a:moveTo>
                    <a:lnTo>
                      <a:pt x="0" y="510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42" y="256"/>
                    </a:lnTo>
                    <a:close/>
                  </a:path>
                </a:pathLst>
              </a:custGeom>
              <a:solidFill>
                <a:srgbClr val="F5340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85"/>
              <p:cNvSpPr/>
              <p:nvPr/>
            </p:nvSpPr>
            <p:spPr>
              <a:xfrm>
                <a:off x="10785475" y="5008562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0"/>
                    </a:moveTo>
                    <a:lnTo>
                      <a:pt x="442" y="510"/>
                    </a:lnTo>
                    <a:lnTo>
                      <a:pt x="442" y="510"/>
                    </a:lnTo>
                    <a:lnTo>
                      <a:pt x="0" y="254"/>
                    </a:lnTo>
                    <a:lnTo>
                      <a:pt x="4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85"/>
              <p:cNvSpPr/>
              <p:nvPr/>
            </p:nvSpPr>
            <p:spPr>
              <a:xfrm>
                <a:off x="10079037" y="4602162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0"/>
                    </a:moveTo>
                    <a:lnTo>
                      <a:pt x="445" y="510"/>
                    </a:lnTo>
                    <a:lnTo>
                      <a:pt x="0" y="256"/>
                    </a:lnTo>
                    <a:lnTo>
                      <a:pt x="0" y="256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F5340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85"/>
              <p:cNvSpPr/>
              <p:nvPr/>
            </p:nvSpPr>
            <p:spPr>
              <a:xfrm>
                <a:off x="10079037" y="5008562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254"/>
                    </a:moveTo>
                    <a:lnTo>
                      <a:pt x="445" y="256"/>
                    </a:lnTo>
                    <a:lnTo>
                      <a:pt x="3" y="510"/>
                    </a:lnTo>
                    <a:lnTo>
                      <a:pt x="0" y="510"/>
                    </a:lnTo>
                    <a:lnTo>
                      <a:pt x="0" y="0"/>
                    </a:lnTo>
                    <a:lnTo>
                      <a:pt x="445" y="254"/>
                    </a:lnTo>
                    <a:close/>
                  </a:path>
                </a:pathLst>
              </a:custGeom>
              <a:solidFill>
                <a:srgbClr val="E3651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85"/>
              <p:cNvSpPr/>
              <p:nvPr/>
            </p:nvSpPr>
            <p:spPr>
              <a:xfrm>
                <a:off x="10785475" y="4602162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256"/>
                    </a:moveTo>
                    <a:lnTo>
                      <a:pt x="442" y="256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0" y="0"/>
                    </a:lnTo>
                    <a:lnTo>
                      <a:pt x="442" y="256"/>
                    </a:lnTo>
                    <a:close/>
                  </a:path>
                </a:pathLst>
              </a:custGeom>
              <a:solidFill>
                <a:srgbClr val="FFA73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85"/>
              <p:cNvSpPr/>
              <p:nvPr/>
            </p:nvSpPr>
            <p:spPr>
              <a:xfrm>
                <a:off x="9377362" y="3389312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0"/>
                    </a:moveTo>
                    <a:lnTo>
                      <a:pt x="442" y="510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442" y="0"/>
                    </a:lnTo>
                    <a:close/>
                  </a:path>
                </a:pathLst>
              </a:custGeom>
              <a:solidFill>
                <a:srgbClr val="C1DD84"/>
              </a:solidFill>
              <a:ln w="9525" cap="flat" cmpd="sng">
                <a:solidFill>
                  <a:srgbClr val="C1DD8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85"/>
              <p:cNvSpPr/>
              <p:nvPr/>
            </p:nvSpPr>
            <p:spPr>
              <a:xfrm>
                <a:off x="10079037" y="4198937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254"/>
                    </a:moveTo>
                    <a:lnTo>
                      <a:pt x="0" y="51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45" y="254"/>
                    </a:lnTo>
                    <a:close/>
                  </a:path>
                </a:pathLst>
              </a:custGeom>
              <a:solidFill>
                <a:srgbClr val="8D8D8D"/>
              </a:solidFill>
              <a:ln w="9525" cap="flat" cmpd="sng">
                <a:solidFill>
                  <a:srgbClr val="8D8D8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85"/>
              <p:cNvSpPr/>
              <p:nvPr/>
            </p:nvSpPr>
            <p:spPr>
              <a:xfrm>
                <a:off x="9275762" y="4414837"/>
                <a:ext cx="325438" cy="37782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38" extrusionOk="0">
                    <a:moveTo>
                      <a:pt x="205" y="118"/>
                    </a:moveTo>
                    <a:lnTo>
                      <a:pt x="0" y="238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05" y="1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85"/>
              <p:cNvSpPr/>
              <p:nvPr/>
            </p:nvSpPr>
            <p:spPr>
              <a:xfrm>
                <a:off x="9371012" y="3322637"/>
                <a:ext cx="223838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62" extrusionOk="0">
                    <a:moveTo>
                      <a:pt x="141" y="80"/>
                    </a:moveTo>
                    <a:lnTo>
                      <a:pt x="0" y="16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41" y="8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85"/>
              <p:cNvSpPr/>
              <p:nvPr/>
            </p:nvSpPr>
            <p:spPr>
              <a:xfrm>
                <a:off x="10079037" y="3792537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0"/>
                    </a:moveTo>
                    <a:lnTo>
                      <a:pt x="445" y="510"/>
                    </a:lnTo>
                    <a:lnTo>
                      <a:pt x="445" y="510"/>
                    </a:lnTo>
                    <a:lnTo>
                      <a:pt x="0" y="256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85"/>
              <p:cNvSpPr/>
              <p:nvPr/>
            </p:nvSpPr>
            <p:spPr>
              <a:xfrm>
                <a:off x="10079037" y="3389312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254"/>
                    </a:moveTo>
                    <a:lnTo>
                      <a:pt x="445" y="254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0" y="0"/>
                    </a:lnTo>
                    <a:lnTo>
                      <a:pt x="445" y="25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85"/>
              <p:cNvSpPr/>
              <p:nvPr/>
            </p:nvSpPr>
            <p:spPr>
              <a:xfrm>
                <a:off x="10079037" y="4602162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0"/>
                    </a:moveTo>
                    <a:lnTo>
                      <a:pt x="445" y="510"/>
                    </a:lnTo>
                    <a:lnTo>
                      <a:pt x="0" y="256"/>
                    </a:lnTo>
                    <a:lnTo>
                      <a:pt x="0" y="256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C1DD84"/>
              </a:solidFill>
              <a:ln w="9525" cap="flat" cmpd="sng">
                <a:solidFill>
                  <a:srgbClr val="C1DD8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85"/>
              <p:cNvSpPr/>
              <p:nvPr/>
            </p:nvSpPr>
            <p:spPr>
              <a:xfrm>
                <a:off x="10079037" y="5008562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254"/>
                    </a:moveTo>
                    <a:lnTo>
                      <a:pt x="445" y="256"/>
                    </a:lnTo>
                    <a:lnTo>
                      <a:pt x="3" y="510"/>
                    </a:lnTo>
                    <a:lnTo>
                      <a:pt x="0" y="510"/>
                    </a:lnTo>
                    <a:lnTo>
                      <a:pt x="0" y="0"/>
                    </a:lnTo>
                    <a:lnTo>
                      <a:pt x="445" y="25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85"/>
              <p:cNvSpPr/>
              <p:nvPr/>
            </p:nvSpPr>
            <p:spPr>
              <a:xfrm>
                <a:off x="10083800" y="5414962"/>
                <a:ext cx="701675" cy="806450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8" extrusionOk="0">
                    <a:moveTo>
                      <a:pt x="442" y="0"/>
                    </a:moveTo>
                    <a:lnTo>
                      <a:pt x="442" y="508"/>
                    </a:lnTo>
                    <a:lnTo>
                      <a:pt x="0" y="254"/>
                    </a:lnTo>
                    <a:lnTo>
                      <a:pt x="44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85"/>
              <p:cNvSpPr/>
              <p:nvPr/>
            </p:nvSpPr>
            <p:spPr>
              <a:xfrm>
                <a:off x="10785475" y="5411787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256"/>
                    </a:moveTo>
                    <a:lnTo>
                      <a:pt x="0" y="510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442" y="25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85"/>
              <p:cNvSpPr/>
              <p:nvPr/>
            </p:nvSpPr>
            <p:spPr>
              <a:xfrm>
                <a:off x="10785475" y="4602162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256"/>
                    </a:moveTo>
                    <a:lnTo>
                      <a:pt x="442" y="256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0" y="0"/>
                    </a:lnTo>
                    <a:lnTo>
                      <a:pt x="442" y="256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85"/>
              <p:cNvSpPr/>
              <p:nvPr/>
            </p:nvSpPr>
            <p:spPr>
              <a:xfrm>
                <a:off x="10785475" y="6221412"/>
                <a:ext cx="701675" cy="636588"/>
              </a:xfrm>
              <a:custGeom>
                <a:avLst/>
                <a:gdLst/>
                <a:ahLst/>
                <a:cxnLst/>
                <a:rect l="l" t="t" r="r" b="b"/>
                <a:pathLst>
                  <a:path w="442" h="401" extrusionOk="0">
                    <a:moveTo>
                      <a:pt x="442" y="256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401"/>
                    </a:lnTo>
                    <a:lnTo>
                      <a:pt x="192" y="401"/>
                    </a:lnTo>
                    <a:lnTo>
                      <a:pt x="442" y="256"/>
                    </a:lnTo>
                    <a:lnTo>
                      <a:pt x="442" y="256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85"/>
              <p:cNvSpPr/>
              <p:nvPr/>
            </p:nvSpPr>
            <p:spPr>
              <a:xfrm>
                <a:off x="11090275" y="6627812"/>
                <a:ext cx="396875" cy="230188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45" extrusionOk="0">
                    <a:moveTo>
                      <a:pt x="0" y="145"/>
                    </a:moveTo>
                    <a:lnTo>
                      <a:pt x="250" y="145"/>
                    </a:lnTo>
                    <a:lnTo>
                      <a:pt x="250" y="0"/>
                    </a:lnTo>
                    <a:lnTo>
                      <a:pt x="0" y="1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85"/>
              <p:cNvSpPr/>
              <p:nvPr/>
            </p:nvSpPr>
            <p:spPr>
              <a:xfrm>
                <a:off x="11487150" y="6627812"/>
                <a:ext cx="396875" cy="230188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45" extrusionOk="0">
                    <a:moveTo>
                      <a:pt x="0" y="0"/>
                    </a:moveTo>
                    <a:lnTo>
                      <a:pt x="0" y="145"/>
                    </a:lnTo>
                    <a:lnTo>
                      <a:pt x="250" y="14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85"/>
              <p:cNvSpPr/>
              <p:nvPr/>
            </p:nvSpPr>
            <p:spPr>
              <a:xfrm>
                <a:off x="11487150" y="6232525"/>
                <a:ext cx="687388" cy="62547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4" extrusionOk="0">
                    <a:moveTo>
                      <a:pt x="250" y="394"/>
                    </a:moveTo>
                    <a:lnTo>
                      <a:pt x="433" y="394"/>
                    </a:lnTo>
                    <a:lnTo>
                      <a:pt x="433" y="0"/>
                    </a:lnTo>
                    <a:lnTo>
                      <a:pt x="0" y="249"/>
                    </a:lnTo>
                    <a:lnTo>
                      <a:pt x="250" y="394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85"/>
              <p:cNvSpPr/>
              <p:nvPr/>
            </p:nvSpPr>
            <p:spPr>
              <a:xfrm>
                <a:off x="9377362" y="5818187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0" y="254"/>
                    </a:moveTo>
                    <a:lnTo>
                      <a:pt x="0" y="254"/>
                    </a:lnTo>
                    <a:lnTo>
                      <a:pt x="442" y="510"/>
                    </a:lnTo>
                    <a:lnTo>
                      <a:pt x="442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85"/>
              <p:cNvSpPr/>
              <p:nvPr/>
            </p:nvSpPr>
            <p:spPr>
              <a:xfrm>
                <a:off x="10079037" y="6627812"/>
                <a:ext cx="396875" cy="230188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4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145"/>
                    </a:lnTo>
                    <a:lnTo>
                      <a:pt x="250" y="1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85"/>
              <p:cNvSpPr/>
              <p:nvPr/>
            </p:nvSpPr>
            <p:spPr>
              <a:xfrm>
                <a:off x="10079037" y="6224587"/>
                <a:ext cx="706438" cy="633413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99" extrusionOk="0">
                    <a:moveTo>
                      <a:pt x="0" y="254"/>
                    </a:moveTo>
                    <a:lnTo>
                      <a:pt x="250" y="399"/>
                    </a:lnTo>
                    <a:lnTo>
                      <a:pt x="445" y="399"/>
                    </a:lnTo>
                    <a:lnTo>
                      <a:pt x="445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515151"/>
              </a:solidFill>
              <a:ln w="9525" cap="flat" cmpd="sng">
                <a:solidFill>
                  <a:srgbClr val="51515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85"/>
              <p:cNvSpPr/>
              <p:nvPr/>
            </p:nvSpPr>
            <p:spPr>
              <a:xfrm>
                <a:off x="10079037" y="5818187"/>
                <a:ext cx="70643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510" extrusionOk="0">
                    <a:moveTo>
                      <a:pt x="445" y="254"/>
                    </a:moveTo>
                    <a:lnTo>
                      <a:pt x="445" y="254"/>
                    </a:lnTo>
                    <a:lnTo>
                      <a:pt x="0" y="0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445" y="256"/>
                    </a:lnTo>
                    <a:lnTo>
                      <a:pt x="445" y="254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85"/>
              <p:cNvSpPr/>
              <p:nvPr/>
            </p:nvSpPr>
            <p:spPr>
              <a:xfrm>
                <a:off x="10785475" y="3389312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0"/>
                    </a:moveTo>
                    <a:lnTo>
                      <a:pt x="0" y="254"/>
                    </a:lnTo>
                    <a:lnTo>
                      <a:pt x="0" y="254"/>
                    </a:lnTo>
                    <a:lnTo>
                      <a:pt x="442" y="510"/>
                    </a:lnTo>
                    <a:lnTo>
                      <a:pt x="44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85"/>
              <p:cNvSpPr/>
              <p:nvPr/>
            </p:nvSpPr>
            <p:spPr>
              <a:xfrm>
                <a:off x="10785475" y="3792537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442" y="256"/>
                    </a:moveTo>
                    <a:lnTo>
                      <a:pt x="0" y="0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442" y="256"/>
                    </a:lnTo>
                    <a:lnTo>
                      <a:pt x="442" y="256"/>
                    </a:lnTo>
                    <a:close/>
                  </a:path>
                </a:pathLst>
              </a:custGeom>
              <a:solidFill>
                <a:srgbClr val="114D81"/>
              </a:solidFill>
              <a:ln w="9525" cap="flat" cmpd="sng">
                <a:solidFill>
                  <a:srgbClr val="114D8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85"/>
              <p:cNvSpPr/>
              <p:nvPr/>
            </p:nvSpPr>
            <p:spPr>
              <a:xfrm>
                <a:off x="10785475" y="4198937"/>
                <a:ext cx="70167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0" extrusionOk="0">
                    <a:moveTo>
                      <a:pt x="0" y="254"/>
                    </a:moveTo>
                    <a:lnTo>
                      <a:pt x="442" y="510"/>
                    </a:lnTo>
                    <a:lnTo>
                      <a:pt x="442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85"/>
              <p:cNvSpPr/>
              <p:nvPr/>
            </p:nvSpPr>
            <p:spPr>
              <a:xfrm>
                <a:off x="11487150" y="4198937"/>
                <a:ext cx="68738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510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510"/>
                    </a:lnTo>
                    <a:lnTo>
                      <a:pt x="433" y="261"/>
                    </a:lnTo>
                    <a:lnTo>
                      <a:pt x="433" y="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85"/>
              <p:cNvSpPr/>
              <p:nvPr/>
            </p:nvSpPr>
            <p:spPr>
              <a:xfrm>
                <a:off x="11487150" y="3803650"/>
                <a:ext cx="687388" cy="79057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98" extrusionOk="0">
                    <a:moveTo>
                      <a:pt x="433" y="0"/>
                    </a:moveTo>
                    <a:lnTo>
                      <a:pt x="0" y="249"/>
                    </a:lnTo>
                    <a:lnTo>
                      <a:pt x="433" y="498"/>
                    </a:lnTo>
                    <a:lnTo>
                      <a:pt x="433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85"/>
              <p:cNvSpPr/>
              <p:nvPr/>
            </p:nvSpPr>
            <p:spPr>
              <a:xfrm>
                <a:off x="11737975" y="2130425"/>
                <a:ext cx="201613" cy="23336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47" extrusionOk="0">
                    <a:moveTo>
                      <a:pt x="127" y="147"/>
                    </a:moveTo>
                    <a:lnTo>
                      <a:pt x="127" y="0"/>
                    </a:lnTo>
                    <a:lnTo>
                      <a:pt x="0" y="73"/>
                    </a:lnTo>
                    <a:lnTo>
                      <a:pt x="127" y="147"/>
                    </a:lnTo>
                    <a:lnTo>
                      <a:pt x="127" y="1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85"/>
              <p:cNvSpPr/>
              <p:nvPr/>
            </p:nvSpPr>
            <p:spPr>
              <a:xfrm>
                <a:off x="11487150" y="2576512"/>
                <a:ext cx="70167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12" extrusionOk="0">
                    <a:moveTo>
                      <a:pt x="0" y="0"/>
                    </a:moveTo>
                    <a:lnTo>
                      <a:pt x="0" y="510"/>
                    </a:lnTo>
                    <a:lnTo>
                      <a:pt x="0" y="512"/>
                    </a:lnTo>
                    <a:lnTo>
                      <a:pt x="442" y="256"/>
                    </a:lnTo>
                    <a:lnTo>
                      <a:pt x="442" y="2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85"/>
              <p:cNvSpPr/>
              <p:nvPr/>
            </p:nvSpPr>
            <p:spPr>
              <a:xfrm>
                <a:off x="11487150" y="5818187"/>
                <a:ext cx="68738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510" extrusionOk="0">
                    <a:moveTo>
                      <a:pt x="125" y="72"/>
                    </a:moveTo>
                    <a:lnTo>
                      <a:pt x="0" y="0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433" y="261"/>
                    </a:lnTo>
                    <a:lnTo>
                      <a:pt x="433" y="250"/>
                    </a:lnTo>
                    <a:lnTo>
                      <a:pt x="125" y="7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85"/>
              <p:cNvSpPr/>
              <p:nvPr/>
            </p:nvSpPr>
            <p:spPr>
              <a:xfrm>
                <a:off x="11487150" y="4613275"/>
                <a:ext cx="687388" cy="792163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99" extrusionOk="0">
                    <a:moveTo>
                      <a:pt x="433" y="0"/>
                    </a:moveTo>
                    <a:lnTo>
                      <a:pt x="0" y="249"/>
                    </a:lnTo>
                    <a:lnTo>
                      <a:pt x="0" y="249"/>
                    </a:lnTo>
                    <a:lnTo>
                      <a:pt x="433" y="499"/>
                    </a:lnTo>
                    <a:lnTo>
                      <a:pt x="43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85"/>
              <p:cNvSpPr/>
              <p:nvPr/>
            </p:nvSpPr>
            <p:spPr>
              <a:xfrm>
                <a:off x="11487150" y="5008562"/>
                <a:ext cx="687388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510" extrusionOk="0">
                    <a:moveTo>
                      <a:pt x="433" y="250"/>
                    </a:moveTo>
                    <a:lnTo>
                      <a:pt x="0" y="0"/>
                    </a:lnTo>
                    <a:lnTo>
                      <a:pt x="0" y="510"/>
                    </a:lnTo>
                    <a:lnTo>
                      <a:pt x="0" y="510"/>
                    </a:lnTo>
                    <a:lnTo>
                      <a:pt x="433" y="261"/>
                    </a:lnTo>
                    <a:lnTo>
                      <a:pt x="433" y="250"/>
                    </a:lnTo>
                    <a:close/>
                  </a:path>
                </a:pathLst>
              </a:custGeom>
              <a:solidFill>
                <a:srgbClr val="515151"/>
              </a:solidFill>
              <a:ln w="9525" cap="flat" cmpd="sng">
                <a:solidFill>
                  <a:srgbClr val="51515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85"/>
              <p:cNvSpPr/>
              <p:nvPr/>
            </p:nvSpPr>
            <p:spPr>
              <a:xfrm>
                <a:off x="11487150" y="5422900"/>
                <a:ext cx="687388" cy="792163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99" extrusionOk="0">
                    <a:moveTo>
                      <a:pt x="433" y="0"/>
                    </a:moveTo>
                    <a:lnTo>
                      <a:pt x="0" y="249"/>
                    </a:lnTo>
                    <a:lnTo>
                      <a:pt x="125" y="321"/>
                    </a:lnTo>
                    <a:lnTo>
                      <a:pt x="433" y="499"/>
                    </a:lnTo>
                    <a:lnTo>
                      <a:pt x="43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85"/>
              <p:cNvSpPr/>
              <p:nvPr/>
            </p:nvSpPr>
            <p:spPr>
              <a:xfrm>
                <a:off x="11685587" y="5932487"/>
                <a:ext cx="48895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308" h="178" extrusionOk="0">
                    <a:moveTo>
                      <a:pt x="308" y="178"/>
                    </a:moveTo>
                    <a:lnTo>
                      <a:pt x="0" y="0"/>
                    </a:lnTo>
                    <a:lnTo>
                      <a:pt x="308" y="178"/>
                    </a:lnTo>
                    <a:lnTo>
                      <a:pt x="308" y="178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3" name="Google Shape;203;p185"/>
            <p:cNvSpPr/>
            <p:nvPr/>
          </p:nvSpPr>
          <p:spPr>
            <a:xfrm rot="10800000">
              <a:off x="2853998" y="686979"/>
              <a:ext cx="591204" cy="690398"/>
            </a:xfrm>
            <a:custGeom>
              <a:avLst/>
              <a:gdLst/>
              <a:ahLst/>
              <a:cxnLst/>
              <a:rect l="l" t="t" r="r" b="b"/>
              <a:pathLst>
                <a:path w="149" h="174" extrusionOk="0">
                  <a:moveTo>
                    <a:pt x="0" y="87"/>
                  </a:moveTo>
                  <a:lnTo>
                    <a:pt x="0" y="87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9" y="174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Service">
  <p:cSld name="Our Service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6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86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86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186"/>
          <p:cNvSpPr/>
          <p:nvPr/>
        </p:nvSpPr>
        <p:spPr>
          <a:xfrm>
            <a:off x="0" y="708746"/>
            <a:ext cx="6094411" cy="821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6"/>
          <p:cNvSpPr/>
          <p:nvPr/>
        </p:nvSpPr>
        <p:spPr>
          <a:xfrm>
            <a:off x="616764" y="1532063"/>
            <a:ext cx="10947963" cy="288032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6"/>
          <p:cNvSpPr>
            <a:spLocks noGrp="1"/>
          </p:cNvSpPr>
          <p:nvPr>
            <p:ph type="pic" idx="2"/>
          </p:nvPr>
        </p:nvSpPr>
        <p:spPr>
          <a:xfrm>
            <a:off x="1295633" y="2078160"/>
            <a:ext cx="4458409" cy="180022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11" name="Google Shape;211;p186"/>
          <p:cNvSpPr>
            <a:spLocks noGrp="1"/>
          </p:cNvSpPr>
          <p:nvPr>
            <p:ph type="pic" idx="3"/>
          </p:nvPr>
        </p:nvSpPr>
        <p:spPr>
          <a:xfrm>
            <a:off x="6420125" y="2078160"/>
            <a:ext cx="4458409" cy="180022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12" name="Google Shape;212;p186"/>
          <p:cNvSpPr txBox="1">
            <a:spLocks noGrp="1"/>
          </p:cNvSpPr>
          <p:nvPr>
            <p:ph type="body" idx="1"/>
          </p:nvPr>
        </p:nvSpPr>
        <p:spPr>
          <a:xfrm>
            <a:off x="0" y="794684"/>
            <a:ext cx="5754688" cy="6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457200" lvl="0" indent="-228600" algn="r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186"/>
          <p:cNvSpPr txBox="1">
            <a:spLocks noGrp="1"/>
          </p:cNvSpPr>
          <p:nvPr>
            <p:ph type="body" idx="4"/>
          </p:nvPr>
        </p:nvSpPr>
        <p:spPr>
          <a:xfrm>
            <a:off x="1295633" y="4574194"/>
            <a:ext cx="4481513" cy="45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186"/>
          <p:cNvSpPr txBox="1">
            <a:spLocks noGrp="1"/>
          </p:cNvSpPr>
          <p:nvPr>
            <p:ph type="body" idx="5"/>
          </p:nvPr>
        </p:nvSpPr>
        <p:spPr>
          <a:xfrm>
            <a:off x="1295633" y="5108192"/>
            <a:ext cx="4481513" cy="835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186"/>
          <p:cNvSpPr txBox="1">
            <a:spLocks noGrp="1"/>
          </p:cNvSpPr>
          <p:nvPr>
            <p:ph type="body" idx="6"/>
          </p:nvPr>
        </p:nvSpPr>
        <p:spPr>
          <a:xfrm>
            <a:off x="6391740" y="4574194"/>
            <a:ext cx="4481513" cy="45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186"/>
          <p:cNvSpPr txBox="1">
            <a:spLocks noGrp="1"/>
          </p:cNvSpPr>
          <p:nvPr>
            <p:ph type="body" idx="7"/>
          </p:nvPr>
        </p:nvSpPr>
        <p:spPr>
          <a:xfrm>
            <a:off x="6391740" y="5108192"/>
            <a:ext cx="4481513" cy="835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Team">
  <p:cSld name="The Team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7"/>
          <p:cNvSpPr/>
          <p:nvPr/>
        </p:nvSpPr>
        <p:spPr>
          <a:xfrm>
            <a:off x="-41943" y="0"/>
            <a:ext cx="4402929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7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87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87"/>
          <p:cNvSpPr txBox="1">
            <a:spLocks noGrp="1"/>
          </p:cNvSpPr>
          <p:nvPr>
            <p:ph type="sldNum" idx="12"/>
          </p:nvPr>
        </p:nvSpPr>
        <p:spPr>
          <a:xfrm>
            <a:off x="8731052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87"/>
          <p:cNvSpPr txBox="1">
            <a:spLocks noGrp="1"/>
          </p:cNvSpPr>
          <p:nvPr>
            <p:ph type="body" idx="1"/>
          </p:nvPr>
        </p:nvSpPr>
        <p:spPr>
          <a:xfrm>
            <a:off x="602805" y="1060150"/>
            <a:ext cx="3547750" cy="6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457200" lvl="0" indent="-228600" algn="r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187"/>
          <p:cNvSpPr>
            <a:spLocks noGrp="1"/>
          </p:cNvSpPr>
          <p:nvPr>
            <p:ph type="pic" idx="2"/>
          </p:nvPr>
        </p:nvSpPr>
        <p:spPr>
          <a:xfrm>
            <a:off x="4364494" y="2060843"/>
            <a:ext cx="1352103" cy="1352103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187"/>
          <p:cNvSpPr>
            <a:spLocks noGrp="1"/>
          </p:cNvSpPr>
          <p:nvPr>
            <p:ph type="pic" idx="3"/>
          </p:nvPr>
        </p:nvSpPr>
        <p:spPr>
          <a:xfrm>
            <a:off x="5720105" y="2060843"/>
            <a:ext cx="1352103" cy="1352103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187"/>
          <p:cNvSpPr>
            <a:spLocks noGrp="1"/>
          </p:cNvSpPr>
          <p:nvPr>
            <p:ph type="pic" idx="4"/>
          </p:nvPr>
        </p:nvSpPr>
        <p:spPr>
          <a:xfrm>
            <a:off x="8819301" y="724645"/>
            <a:ext cx="1352103" cy="1352103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187"/>
          <p:cNvSpPr>
            <a:spLocks noGrp="1"/>
          </p:cNvSpPr>
          <p:nvPr>
            <p:ph type="pic" idx="5"/>
          </p:nvPr>
        </p:nvSpPr>
        <p:spPr>
          <a:xfrm>
            <a:off x="5722876" y="4760031"/>
            <a:ext cx="1352103" cy="135210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ny Profile">
  <p:cSld name="Company Profil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8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88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88"/>
          <p:cNvSpPr txBox="1">
            <a:spLocks noGrp="1"/>
          </p:cNvSpPr>
          <p:nvPr>
            <p:ph type="sldNum" idx="12"/>
          </p:nvPr>
        </p:nvSpPr>
        <p:spPr>
          <a:xfrm>
            <a:off x="8731052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88"/>
          <p:cNvSpPr/>
          <p:nvPr/>
        </p:nvSpPr>
        <p:spPr>
          <a:xfrm>
            <a:off x="1" y="708746"/>
            <a:ext cx="4942284" cy="8212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8"/>
          <p:cNvSpPr txBox="1">
            <a:spLocks noGrp="1"/>
          </p:cNvSpPr>
          <p:nvPr>
            <p:ph type="body" idx="1"/>
          </p:nvPr>
        </p:nvSpPr>
        <p:spPr>
          <a:xfrm>
            <a:off x="0" y="794684"/>
            <a:ext cx="4726260" cy="6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457200" lvl="0" indent="-228600" algn="r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188"/>
          <p:cNvSpPr>
            <a:spLocks noGrp="1"/>
          </p:cNvSpPr>
          <p:nvPr>
            <p:ph type="pic" idx="2"/>
          </p:nvPr>
        </p:nvSpPr>
        <p:spPr>
          <a:xfrm>
            <a:off x="0" y="1529910"/>
            <a:ext cx="4942284" cy="341125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Two Column">
  <p:cSld name="Project Two Column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9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89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189"/>
          <p:cNvSpPr txBox="1">
            <a:spLocks noGrp="1"/>
          </p:cNvSpPr>
          <p:nvPr>
            <p:ph type="sldNum" idx="12"/>
          </p:nvPr>
        </p:nvSpPr>
        <p:spPr>
          <a:xfrm>
            <a:off x="8731052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189"/>
          <p:cNvSpPr/>
          <p:nvPr/>
        </p:nvSpPr>
        <p:spPr>
          <a:xfrm>
            <a:off x="1" y="708746"/>
            <a:ext cx="4942284" cy="8212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9"/>
          <p:cNvSpPr txBox="1">
            <a:spLocks noGrp="1"/>
          </p:cNvSpPr>
          <p:nvPr>
            <p:ph type="body" idx="1"/>
          </p:nvPr>
        </p:nvSpPr>
        <p:spPr>
          <a:xfrm>
            <a:off x="0" y="794684"/>
            <a:ext cx="4726260" cy="6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457200" lvl="0" indent="-228600" algn="r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189"/>
          <p:cNvSpPr>
            <a:spLocks noGrp="1"/>
          </p:cNvSpPr>
          <p:nvPr>
            <p:ph type="pic" idx="2"/>
          </p:nvPr>
        </p:nvSpPr>
        <p:spPr>
          <a:xfrm>
            <a:off x="609599" y="1529909"/>
            <a:ext cx="5439509" cy="4419363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189"/>
          <p:cNvSpPr>
            <a:spLocks noGrp="1"/>
          </p:cNvSpPr>
          <p:nvPr>
            <p:ph type="pic" idx="3"/>
          </p:nvPr>
        </p:nvSpPr>
        <p:spPr>
          <a:xfrm>
            <a:off x="6131169" y="1529909"/>
            <a:ext cx="5439509" cy="441936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Appraoch">
  <p:cSld name="Our Appraoch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0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90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90"/>
          <p:cNvSpPr txBox="1">
            <a:spLocks noGrp="1"/>
          </p:cNvSpPr>
          <p:nvPr>
            <p:ph type="sldNum" idx="12"/>
          </p:nvPr>
        </p:nvSpPr>
        <p:spPr>
          <a:xfrm>
            <a:off x="8731052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190"/>
          <p:cNvSpPr/>
          <p:nvPr/>
        </p:nvSpPr>
        <p:spPr>
          <a:xfrm>
            <a:off x="1" y="708746"/>
            <a:ext cx="4942284" cy="8212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0"/>
          <p:cNvSpPr txBox="1">
            <a:spLocks noGrp="1"/>
          </p:cNvSpPr>
          <p:nvPr>
            <p:ph type="body" idx="1"/>
          </p:nvPr>
        </p:nvSpPr>
        <p:spPr>
          <a:xfrm>
            <a:off x="0" y="794684"/>
            <a:ext cx="4726260" cy="6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457200" lvl="0" indent="-228600" algn="r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190"/>
          <p:cNvSpPr>
            <a:spLocks noGrp="1"/>
          </p:cNvSpPr>
          <p:nvPr>
            <p:ph type="pic" idx="2"/>
          </p:nvPr>
        </p:nvSpPr>
        <p:spPr>
          <a:xfrm>
            <a:off x="609599" y="1529909"/>
            <a:ext cx="10961079" cy="247515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Tree Column">
  <p:cSld name="Project Tree Column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1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191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91"/>
          <p:cNvSpPr txBox="1">
            <a:spLocks noGrp="1"/>
          </p:cNvSpPr>
          <p:nvPr>
            <p:ph type="sldNum" idx="12"/>
          </p:nvPr>
        </p:nvSpPr>
        <p:spPr>
          <a:xfrm>
            <a:off x="8731052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191"/>
          <p:cNvSpPr/>
          <p:nvPr/>
        </p:nvSpPr>
        <p:spPr>
          <a:xfrm>
            <a:off x="1" y="708746"/>
            <a:ext cx="4942284" cy="821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1"/>
          <p:cNvSpPr txBox="1">
            <a:spLocks noGrp="1"/>
          </p:cNvSpPr>
          <p:nvPr>
            <p:ph type="body" idx="1"/>
          </p:nvPr>
        </p:nvSpPr>
        <p:spPr>
          <a:xfrm>
            <a:off x="0" y="794684"/>
            <a:ext cx="4726260" cy="6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457200" lvl="0" indent="-228600" algn="r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  <a:defRPr sz="3600"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191"/>
          <p:cNvSpPr>
            <a:spLocks noGrp="1"/>
          </p:cNvSpPr>
          <p:nvPr>
            <p:ph type="pic" idx="2"/>
          </p:nvPr>
        </p:nvSpPr>
        <p:spPr>
          <a:xfrm>
            <a:off x="609441" y="1529909"/>
            <a:ext cx="3605855" cy="4419363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191"/>
          <p:cNvSpPr>
            <a:spLocks noGrp="1"/>
          </p:cNvSpPr>
          <p:nvPr>
            <p:ph type="pic" idx="3"/>
          </p:nvPr>
        </p:nvSpPr>
        <p:spPr>
          <a:xfrm>
            <a:off x="4298073" y="1529909"/>
            <a:ext cx="3605855" cy="4419363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191"/>
          <p:cNvSpPr>
            <a:spLocks noGrp="1"/>
          </p:cNvSpPr>
          <p:nvPr>
            <p:ph type="pic" idx="4"/>
          </p:nvPr>
        </p:nvSpPr>
        <p:spPr>
          <a:xfrm>
            <a:off x="7986705" y="1529909"/>
            <a:ext cx="3605855" cy="441936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2"/>
          <p:cNvSpPr/>
          <p:nvPr/>
        </p:nvSpPr>
        <p:spPr>
          <a:xfrm flipH="1">
            <a:off x="4294212" y="0"/>
            <a:ext cx="7876318" cy="6858000"/>
          </a:xfrm>
          <a:custGeom>
            <a:avLst/>
            <a:gdLst/>
            <a:ahLst/>
            <a:cxnLst/>
            <a:rect l="l" t="t" r="r" b="b"/>
            <a:pathLst>
              <a:path w="6094412" h="6858000" extrusionOk="0">
                <a:moveTo>
                  <a:pt x="0" y="0"/>
                </a:moveTo>
                <a:lnTo>
                  <a:pt x="6094412" y="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4E4E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2"/>
          <p:cNvSpPr/>
          <p:nvPr/>
        </p:nvSpPr>
        <p:spPr>
          <a:xfrm>
            <a:off x="-39608" y="-3"/>
            <a:ext cx="4333820" cy="4876818"/>
          </a:xfrm>
          <a:custGeom>
            <a:avLst/>
            <a:gdLst/>
            <a:ahLst/>
            <a:cxnLst/>
            <a:rect l="l" t="t" r="r" b="b"/>
            <a:pathLst>
              <a:path w="6094412" h="6858000" extrusionOk="0">
                <a:moveTo>
                  <a:pt x="0" y="0"/>
                </a:moveTo>
                <a:lnTo>
                  <a:pt x="6094412" y="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4E4E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1" name="Google Shape;261;p192"/>
          <p:cNvGrpSpPr/>
          <p:nvPr/>
        </p:nvGrpSpPr>
        <p:grpSpPr>
          <a:xfrm>
            <a:off x="1" y="0"/>
            <a:ext cx="2601913" cy="2833688"/>
            <a:chOff x="0" y="0"/>
            <a:chExt cx="2601913" cy="2833688"/>
          </a:xfrm>
        </p:grpSpPr>
        <p:sp>
          <p:nvSpPr>
            <p:cNvPr id="262" name="Google Shape;262;p192"/>
            <p:cNvSpPr/>
            <p:nvPr/>
          </p:nvSpPr>
          <p:spPr>
            <a:xfrm>
              <a:off x="0" y="0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42" y="254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rgbClr val="78001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92"/>
            <p:cNvSpPr/>
            <p:nvPr/>
          </p:nvSpPr>
          <p:spPr>
            <a:xfrm>
              <a:off x="0" y="403225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6"/>
                  </a:moveTo>
                  <a:lnTo>
                    <a:pt x="0" y="256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513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rgbClr val="F5340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92"/>
            <p:cNvSpPr/>
            <p:nvPr/>
          </p:nvSpPr>
          <p:spPr>
            <a:xfrm>
              <a:off x="0" y="1620838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442" y="256"/>
                  </a:lnTo>
                  <a:lnTo>
                    <a:pt x="442" y="256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92"/>
            <p:cNvSpPr/>
            <p:nvPr/>
          </p:nvSpPr>
          <p:spPr>
            <a:xfrm>
              <a:off x="0" y="1212850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7"/>
                  </a:moveTo>
                  <a:lnTo>
                    <a:pt x="0" y="257"/>
                  </a:lnTo>
                  <a:lnTo>
                    <a:pt x="442" y="0"/>
                  </a:lnTo>
                  <a:lnTo>
                    <a:pt x="442" y="3"/>
                  </a:lnTo>
                  <a:lnTo>
                    <a:pt x="442" y="513"/>
                  </a:lnTo>
                  <a:lnTo>
                    <a:pt x="0" y="257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92"/>
            <p:cNvSpPr/>
            <p:nvPr/>
          </p:nvSpPr>
          <p:spPr>
            <a:xfrm>
              <a:off x="234949" y="2359025"/>
              <a:ext cx="406465" cy="474663"/>
            </a:xfrm>
            <a:custGeom>
              <a:avLst/>
              <a:gdLst/>
              <a:ahLst/>
              <a:cxnLst/>
              <a:rect l="l" t="t" r="r" b="b"/>
              <a:pathLst>
                <a:path w="149" h="174" extrusionOk="0">
                  <a:moveTo>
                    <a:pt x="0" y="87"/>
                  </a:moveTo>
                  <a:lnTo>
                    <a:pt x="0" y="87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9" y="174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92"/>
            <p:cNvSpPr/>
            <p:nvPr/>
          </p:nvSpPr>
          <p:spPr>
            <a:xfrm>
              <a:off x="0" y="809625"/>
              <a:ext cx="701675" cy="811213"/>
            </a:xfrm>
            <a:custGeom>
              <a:avLst/>
              <a:gdLst/>
              <a:ahLst/>
              <a:cxnLst/>
              <a:rect l="l" t="t" r="r" b="b"/>
              <a:pathLst>
                <a:path w="442" h="511" extrusionOk="0">
                  <a:moveTo>
                    <a:pt x="0" y="511"/>
                  </a:moveTo>
                  <a:lnTo>
                    <a:pt x="0" y="0"/>
                  </a:lnTo>
                  <a:lnTo>
                    <a:pt x="442" y="254"/>
                  </a:lnTo>
                  <a:lnTo>
                    <a:pt x="0" y="511"/>
                  </a:lnTo>
                  <a:close/>
                </a:path>
              </a:pathLst>
            </a:custGeom>
            <a:solidFill>
              <a:srgbClr val="114D81"/>
            </a:solidFill>
            <a:ln w="9525" cap="flat" cmpd="sng">
              <a:solidFill>
                <a:srgbClr val="114D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92"/>
            <p:cNvSpPr/>
            <p:nvPr/>
          </p:nvSpPr>
          <p:spPr>
            <a:xfrm>
              <a:off x="701675" y="403225"/>
              <a:ext cx="706438" cy="814388"/>
            </a:xfrm>
            <a:custGeom>
              <a:avLst/>
              <a:gdLst/>
              <a:ahLst/>
              <a:cxnLst/>
              <a:rect l="l" t="t" r="r" b="b"/>
              <a:pathLst>
                <a:path w="445" h="513" extrusionOk="0">
                  <a:moveTo>
                    <a:pt x="0" y="513"/>
                  </a:moveTo>
                  <a:lnTo>
                    <a:pt x="0" y="0"/>
                  </a:lnTo>
                  <a:lnTo>
                    <a:pt x="445" y="256"/>
                  </a:lnTo>
                  <a:lnTo>
                    <a:pt x="445" y="256"/>
                  </a:lnTo>
                  <a:lnTo>
                    <a:pt x="0" y="513"/>
                  </a:lnTo>
                  <a:close/>
                </a:path>
              </a:pathLst>
            </a:custGeom>
            <a:solidFill>
              <a:srgbClr val="F5340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92"/>
            <p:cNvSpPr/>
            <p:nvPr/>
          </p:nvSpPr>
          <p:spPr>
            <a:xfrm>
              <a:off x="701675" y="0"/>
              <a:ext cx="706438" cy="809625"/>
            </a:xfrm>
            <a:custGeom>
              <a:avLst/>
              <a:gdLst/>
              <a:ahLst/>
              <a:cxnLst/>
              <a:rect l="l" t="t" r="r" b="b"/>
              <a:pathLst>
                <a:path w="445" h="510" extrusionOk="0">
                  <a:moveTo>
                    <a:pt x="0" y="254"/>
                  </a:moveTo>
                  <a:lnTo>
                    <a:pt x="0" y="254"/>
                  </a:lnTo>
                  <a:lnTo>
                    <a:pt x="445" y="0"/>
                  </a:lnTo>
                  <a:lnTo>
                    <a:pt x="445" y="0"/>
                  </a:lnTo>
                  <a:lnTo>
                    <a:pt x="445" y="510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rgbClr val="E3651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92"/>
            <p:cNvSpPr/>
            <p:nvPr/>
          </p:nvSpPr>
          <p:spPr>
            <a:xfrm>
              <a:off x="0" y="403225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6"/>
                  </a:moveTo>
                  <a:lnTo>
                    <a:pt x="0" y="256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513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rgbClr val="FFA7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92"/>
            <p:cNvSpPr/>
            <p:nvPr/>
          </p:nvSpPr>
          <p:spPr>
            <a:xfrm>
              <a:off x="1408113" y="0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42" y="254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rgbClr val="C1DD84"/>
            </a:solidFill>
            <a:ln w="9525" cap="flat" cmpd="sng">
              <a:solidFill>
                <a:srgbClr val="C1DD8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92"/>
            <p:cNvSpPr/>
            <p:nvPr/>
          </p:nvSpPr>
          <p:spPr>
            <a:xfrm>
              <a:off x="2317750" y="241300"/>
              <a:ext cx="284163" cy="328613"/>
            </a:xfrm>
            <a:custGeom>
              <a:avLst/>
              <a:gdLst/>
              <a:ahLst/>
              <a:cxnLst/>
              <a:rect l="l" t="t" r="r" b="b"/>
              <a:pathLst>
                <a:path w="179" h="207" extrusionOk="0">
                  <a:moveTo>
                    <a:pt x="0" y="207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79" y="102"/>
                  </a:lnTo>
                  <a:lnTo>
                    <a:pt x="0" y="207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92"/>
            <p:cNvSpPr/>
            <p:nvPr/>
          </p:nvSpPr>
          <p:spPr>
            <a:xfrm>
              <a:off x="1408113" y="1620838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510"/>
                  </a:moveTo>
                  <a:lnTo>
                    <a:pt x="0" y="0"/>
                  </a:lnTo>
                  <a:lnTo>
                    <a:pt x="442" y="256"/>
                  </a:lnTo>
                  <a:lnTo>
                    <a:pt x="442" y="256"/>
                  </a:lnTo>
                  <a:lnTo>
                    <a:pt x="0" y="51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92"/>
            <p:cNvSpPr/>
            <p:nvPr/>
          </p:nvSpPr>
          <p:spPr>
            <a:xfrm>
              <a:off x="706438" y="809625"/>
              <a:ext cx="701675" cy="811213"/>
            </a:xfrm>
            <a:custGeom>
              <a:avLst/>
              <a:gdLst/>
              <a:ahLst/>
              <a:cxnLst/>
              <a:rect l="l" t="t" r="r" b="b"/>
              <a:pathLst>
                <a:path w="442" h="511" extrusionOk="0">
                  <a:moveTo>
                    <a:pt x="0" y="254"/>
                  </a:moveTo>
                  <a:lnTo>
                    <a:pt x="442" y="0"/>
                  </a:lnTo>
                  <a:lnTo>
                    <a:pt x="442" y="511"/>
                  </a:lnTo>
                  <a:lnTo>
                    <a:pt x="442" y="511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92"/>
            <p:cNvSpPr/>
            <p:nvPr/>
          </p:nvSpPr>
          <p:spPr>
            <a:xfrm>
              <a:off x="701675" y="1212850"/>
              <a:ext cx="706438" cy="811213"/>
            </a:xfrm>
            <a:custGeom>
              <a:avLst/>
              <a:gdLst/>
              <a:ahLst/>
              <a:cxnLst/>
              <a:rect l="l" t="t" r="r" b="b"/>
              <a:pathLst>
                <a:path w="445" h="511" extrusionOk="0">
                  <a:moveTo>
                    <a:pt x="0" y="511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445" y="257"/>
                  </a:lnTo>
                  <a:lnTo>
                    <a:pt x="0" y="511"/>
                  </a:lnTo>
                  <a:close/>
                </a:path>
              </a:pathLst>
            </a:custGeom>
            <a:solidFill>
              <a:srgbClr val="8D8D8D"/>
            </a:solidFill>
            <a:ln w="9525" cap="flat" cmpd="sng">
              <a:solidFill>
                <a:srgbClr val="8D8D8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92"/>
            <p:cNvSpPr/>
            <p:nvPr/>
          </p:nvSpPr>
          <p:spPr>
            <a:xfrm>
              <a:off x="701675" y="1620838"/>
              <a:ext cx="706438" cy="809625"/>
            </a:xfrm>
            <a:custGeom>
              <a:avLst/>
              <a:gdLst/>
              <a:ahLst/>
              <a:cxnLst/>
              <a:rect l="l" t="t" r="r" b="b"/>
              <a:pathLst>
                <a:path w="445" h="510" extrusionOk="0">
                  <a:moveTo>
                    <a:pt x="0" y="256"/>
                  </a:moveTo>
                  <a:lnTo>
                    <a:pt x="0" y="254"/>
                  </a:lnTo>
                  <a:lnTo>
                    <a:pt x="445" y="0"/>
                  </a:lnTo>
                  <a:lnTo>
                    <a:pt x="445" y="0"/>
                  </a:lnTo>
                  <a:lnTo>
                    <a:pt x="445" y="510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92"/>
            <p:cNvSpPr/>
            <p:nvPr/>
          </p:nvSpPr>
          <p:spPr>
            <a:xfrm>
              <a:off x="701675" y="403225"/>
              <a:ext cx="706438" cy="814388"/>
            </a:xfrm>
            <a:custGeom>
              <a:avLst/>
              <a:gdLst/>
              <a:ahLst/>
              <a:cxnLst/>
              <a:rect l="l" t="t" r="r" b="b"/>
              <a:pathLst>
                <a:path w="445" h="513" extrusionOk="0">
                  <a:moveTo>
                    <a:pt x="0" y="513"/>
                  </a:moveTo>
                  <a:lnTo>
                    <a:pt x="0" y="0"/>
                  </a:lnTo>
                  <a:lnTo>
                    <a:pt x="445" y="256"/>
                  </a:lnTo>
                  <a:lnTo>
                    <a:pt x="445" y="256"/>
                  </a:lnTo>
                  <a:lnTo>
                    <a:pt x="0" y="513"/>
                  </a:lnTo>
                  <a:close/>
                </a:path>
              </a:pathLst>
            </a:custGeom>
            <a:solidFill>
              <a:srgbClr val="C1DD84"/>
            </a:solidFill>
            <a:ln w="9525" cap="flat" cmpd="sng">
              <a:solidFill>
                <a:srgbClr val="C1DD8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92"/>
            <p:cNvSpPr/>
            <p:nvPr/>
          </p:nvSpPr>
          <p:spPr>
            <a:xfrm>
              <a:off x="701675" y="0"/>
              <a:ext cx="706438" cy="809625"/>
            </a:xfrm>
            <a:custGeom>
              <a:avLst/>
              <a:gdLst/>
              <a:ahLst/>
              <a:cxnLst/>
              <a:rect l="l" t="t" r="r" b="b"/>
              <a:pathLst>
                <a:path w="445" h="510" extrusionOk="0">
                  <a:moveTo>
                    <a:pt x="0" y="254"/>
                  </a:moveTo>
                  <a:lnTo>
                    <a:pt x="0" y="254"/>
                  </a:lnTo>
                  <a:lnTo>
                    <a:pt x="445" y="0"/>
                  </a:lnTo>
                  <a:lnTo>
                    <a:pt x="445" y="0"/>
                  </a:lnTo>
                  <a:lnTo>
                    <a:pt x="445" y="510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92"/>
            <p:cNvSpPr/>
            <p:nvPr/>
          </p:nvSpPr>
          <p:spPr>
            <a:xfrm>
              <a:off x="0" y="403225"/>
              <a:ext cx="701675" cy="814388"/>
            </a:xfrm>
            <a:custGeom>
              <a:avLst/>
              <a:gdLst/>
              <a:ahLst/>
              <a:cxnLst/>
              <a:rect l="l" t="t" r="r" b="b"/>
              <a:pathLst>
                <a:path w="442" h="513" extrusionOk="0">
                  <a:moveTo>
                    <a:pt x="0" y="256"/>
                  </a:moveTo>
                  <a:lnTo>
                    <a:pt x="0" y="256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513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92"/>
            <p:cNvSpPr/>
            <p:nvPr/>
          </p:nvSpPr>
          <p:spPr>
            <a:xfrm>
              <a:off x="0" y="0"/>
              <a:ext cx="701675" cy="809625"/>
            </a:xfrm>
            <a:custGeom>
              <a:avLst/>
              <a:gdLst/>
              <a:ahLst/>
              <a:cxnLst/>
              <a:rect l="l" t="t" r="r" b="b"/>
              <a:pathLst>
                <a:path w="442" h="510" extrusionOk="0">
                  <a:moveTo>
                    <a:pt x="0" y="0"/>
                  </a:moveTo>
                  <a:lnTo>
                    <a:pt x="0" y="510"/>
                  </a:lnTo>
                  <a:lnTo>
                    <a:pt x="442" y="25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5151"/>
            </a:solidFill>
            <a:ln w="9525" cap="flat" cmpd="sng">
              <a:solidFill>
                <a:srgbClr val="51515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92"/>
            <p:cNvSpPr/>
            <p:nvPr/>
          </p:nvSpPr>
          <p:spPr>
            <a:xfrm>
              <a:off x="701675" y="0"/>
              <a:ext cx="701675" cy="403225"/>
            </a:xfrm>
            <a:custGeom>
              <a:avLst/>
              <a:gdLst/>
              <a:ahLst/>
              <a:cxnLst/>
              <a:rect l="l" t="t" r="r" b="b"/>
              <a:pathLst>
                <a:path w="442" h="254" extrusionOk="0">
                  <a:moveTo>
                    <a:pt x="0" y="254"/>
                  </a:moveTo>
                  <a:lnTo>
                    <a:pt x="442" y="0"/>
                  </a:lnTo>
                  <a:lnTo>
                    <a:pt x="0" y="0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92"/>
            <p:cNvSpPr/>
            <p:nvPr/>
          </p:nvSpPr>
          <p:spPr>
            <a:xfrm>
              <a:off x="0" y="0"/>
              <a:ext cx="701675" cy="403225"/>
            </a:xfrm>
            <a:custGeom>
              <a:avLst/>
              <a:gdLst/>
              <a:ahLst/>
              <a:cxnLst/>
              <a:rect l="l" t="t" r="r" b="b"/>
              <a:pathLst>
                <a:path w="442" h="254" extrusionOk="0">
                  <a:moveTo>
                    <a:pt x="442" y="0"/>
                  </a:moveTo>
                  <a:lnTo>
                    <a:pt x="0" y="0"/>
                  </a:lnTo>
                  <a:lnTo>
                    <a:pt x="442" y="254"/>
                  </a:lnTo>
                  <a:lnTo>
                    <a:pt x="442" y="254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192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92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92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192"/>
          <p:cNvSpPr txBox="1">
            <a:spLocks noGrp="1"/>
          </p:cNvSpPr>
          <p:nvPr>
            <p:ph type="title"/>
          </p:nvPr>
        </p:nvSpPr>
        <p:spPr>
          <a:xfrm>
            <a:off x="6094412" y="3789040"/>
            <a:ext cx="5491606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300"/>
              <a:buFont typeface="Open Sans"/>
              <a:buNone/>
              <a:defRPr sz="5300" b="1" cap="none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92"/>
          <p:cNvSpPr txBox="1">
            <a:spLocks noGrp="1"/>
          </p:cNvSpPr>
          <p:nvPr>
            <p:ph type="body" idx="1"/>
          </p:nvPr>
        </p:nvSpPr>
        <p:spPr>
          <a:xfrm>
            <a:off x="6094412" y="5319823"/>
            <a:ext cx="5521484" cy="82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0" rIns="121875" bIns="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">
  <p:cSld name="Graph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3"/>
          <p:cNvSpPr txBox="1">
            <a:spLocks noGrp="1"/>
          </p:cNvSpPr>
          <p:nvPr>
            <p:ph type="title"/>
          </p:nvPr>
        </p:nvSpPr>
        <p:spPr>
          <a:xfrm>
            <a:off x="609441" y="476672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  <a:defRPr sz="3600"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93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93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193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4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94"/>
          <p:cNvSpPr txBox="1"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194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194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194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5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95"/>
          <p:cNvSpPr txBox="1">
            <a:spLocks noGrp="1"/>
          </p:cNvSpPr>
          <p:nvPr>
            <p:ph type="body" idx="1"/>
          </p:nvPr>
        </p:nvSpPr>
        <p:spPr>
          <a:xfrm>
            <a:off x="609441" y="1600201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46355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marL="914400" lvl="1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marL="1371600" lvl="2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marL="1828800" lvl="3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302" name="Google Shape;302;p195"/>
          <p:cNvSpPr txBox="1">
            <a:spLocks noGrp="1"/>
          </p:cNvSpPr>
          <p:nvPr>
            <p:ph type="body" idx="2"/>
          </p:nvPr>
        </p:nvSpPr>
        <p:spPr>
          <a:xfrm>
            <a:off x="6195986" y="1600201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46355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marL="914400" lvl="1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marL="1371600" lvl="2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marL="1828800" lvl="3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303" name="Google Shape;303;p195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95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95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6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196"/>
          <p:cNvSpPr txBox="1"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1pPr>
            <a:lvl2pPr marL="914400" lvl="1" indent="-228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3pPr>
            <a:lvl4pPr marL="1828800" lvl="3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4pPr>
            <a:lvl5pPr marL="2286000" lvl="4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5pPr>
            <a:lvl6pPr marL="2743200" lvl="5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6pPr>
            <a:lvl7pPr marL="3200400" lvl="6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7pPr>
            <a:lvl8pPr marL="3657600" lvl="7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8pPr>
            <a:lvl9pPr marL="4114800" lvl="8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09" name="Google Shape;309;p196"/>
          <p:cNvSpPr txBox="1">
            <a:spLocks noGrp="1"/>
          </p:cNvSpPr>
          <p:nvPr>
            <p:ph type="body" idx="2"/>
          </p:nvPr>
        </p:nvSpPr>
        <p:spPr>
          <a:xfrm>
            <a:off x="609441" y="2174875"/>
            <a:ext cx="5385514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marL="2286000" lvl="4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marL="2743200" lvl="5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  <p:sp>
        <p:nvSpPr>
          <p:cNvPr id="310" name="Google Shape;310;p196"/>
          <p:cNvSpPr txBox="1">
            <a:spLocks noGrp="1"/>
          </p:cNvSpPr>
          <p:nvPr>
            <p:ph type="body" idx="3"/>
          </p:nvPr>
        </p:nvSpPr>
        <p:spPr>
          <a:xfrm>
            <a:off x="6191756" y="1535113"/>
            <a:ext cx="5387630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1pPr>
            <a:lvl2pPr marL="914400" lvl="1" indent="-228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3pPr>
            <a:lvl4pPr marL="1828800" lvl="3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4pPr>
            <a:lvl5pPr marL="2286000" lvl="4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5pPr>
            <a:lvl6pPr marL="2743200" lvl="5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6pPr>
            <a:lvl7pPr marL="3200400" lvl="6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7pPr>
            <a:lvl8pPr marL="3657600" lvl="7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8pPr>
            <a:lvl9pPr marL="4114800" lvl="8" indent="-228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11" name="Google Shape;311;p196"/>
          <p:cNvSpPr txBox="1">
            <a:spLocks noGrp="1"/>
          </p:cNvSpPr>
          <p:nvPr>
            <p:ph type="body" idx="4"/>
          </p:nvPr>
        </p:nvSpPr>
        <p:spPr>
          <a:xfrm>
            <a:off x="6191756" y="2174875"/>
            <a:ext cx="538763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marL="2286000" lvl="4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marL="2743200" lvl="5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marL="3200400" lvl="6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marL="3657600" lvl="7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marL="4114800" lvl="8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>
            <a:endParaRPr/>
          </a:p>
        </p:txBody>
      </p:sp>
      <p:sp>
        <p:nvSpPr>
          <p:cNvPr id="312" name="Google Shape;312;p196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196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196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7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97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97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8"/>
          <p:cNvSpPr txBox="1"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98"/>
          <p:cNvSpPr txBox="1">
            <a:spLocks noGrp="1"/>
          </p:cNvSpPr>
          <p:nvPr>
            <p:ph type="body" idx="1"/>
          </p:nvPr>
        </p:nvSpPr>
        <p:spPr>
          <a:xfrm>
            <a:off x="4765492" y="273052"/>
            <a:ext cx="6813892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50165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marL="914400" lvl="1" indent="-46355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marL="1371600" lvl="2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marL="1828800" lvl="3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marL="2286000" lvl="4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marL="2743200" lvl="5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marL="3200400" lvl="6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marL="3657600" lvl="7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marL="4114800" lvl="8" indent="-40005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>
            <a:endParaRPr/>
          </a:p>
        </p:txBody>
      </p:sp>
      <p:sp>
        <p:nvSpPr>
          <p:cNvPr id="322" name="Google Shape;322;p198"/>
          <p:cNvSpPr txBox="1">
            <a:spLocks noGrp="1"/>
          </p:cNvSpPr>
          <p:nvPr>
            <p:ph type="body" idx="2"/>
          </p:nvPr>
        </p:nvSpPr>
        <p:spPr>
          <a:xfrm>
            <a:off x="609443" y="1435102"/>
            <a:ext cx="4010039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23" name="Google Shape;323;p198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98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198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9"/>
          <p:cNvSpPr txBox="1"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199"/>
          <p:cNvSpPr>
            <a:spLocks noGrp="1"/>
          </p:cNvSpPr>
          <p:nvPr>
            <p:ph type="pic" idx="2"/>
          </p:nvPr>
        </p:nvSpPr>
        <p:spPr>
          <a:xfrm>
            <a:off x="2389095" y="612775"/>
            <a:ext cx="7313295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199"/>
          <p:cNvSpPr txBox="1">
            <a:spLocks noGrp="1"/>
          </p:cNvSpPr>
          <p:nvPr>
            <p:ph type="body" idx="1"/>
          </p:nvPr>
        </p:nvSpPr>
        <p:spPr>
          <a:xfrm>
            <a:off x="2389095" y="5367338"/>
            <a:ext cx="7313295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228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30" name="Google Shape;330;p199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199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199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0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00"/>
          <p:cNvSpPr txBox="1">
            <a:spLocks noGrp="1"/>
          </p:cNvSpPr>
          <p:nvPr>
            <p:ph type="body" idx="1"/>
          </p:nvPr>
        </p:nvSpPr>
        <p:spPr>
          <a:xfrm rot="5400000">
            <a:off x="3600543" y="-1852677"/>
            <a:ext cx="4987739" cy="10969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6" name="Google Shape;336;p200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00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200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1"/>
          <p:cNvSpPr txBox="1">
            <a:spLocks noGrp="1"/>
          </p:cNvSpPr>
          <p:nvPr>
            <p:ph type="title"/>
          </p:nvPr>
        </p:nvSpPr>
        <p:spPr>
          <a:xfrm rot="5400000">
            <a:off x="7282379" y="1829159"/>
            <a:ext cx="5851525" cy="2742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201"/>
          <p:cNvSpPr txBox="1">
            <a:spLocks noGrp="1"/>
          </p:cNvSpPr>
          <p:nvPr>
            <p:ph type="body" idx="1"/>
          </p:nvPr>
        </p:nvSpPr>
        <p:spPr>
          <a:xfrm rot="5400000">
            <a:off x="1695834" y="-811754"/>
            <a:ext cx="5851525" cy="802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201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01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201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0_Full Blank">
  <p:cSld name="40_Full Blank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2"/>
          <p:cNvSpPr/>
          <p:nvPr/>
        </p:nvSpPr>
        <p:spPr>
          <a:xfrm>
            <a:off x="0" y="-981"/>
            <a:ext cx="12188825" cy="6867857"/>
          </a:xfrm>
          <a:prstGeom prst="rect">
            <a:avLst/>
          </a:prstGeom>
          <a:solidFill>
            <a:srgbClr val="262626">
              <a:alpha val="9686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2"/>
          <p:cNvSpPr/>
          <p:nvPr/>
        </p:nvSpPr>
        <p:spPr>
          <a:xfrm>
            <a:off x="11501300" y="199247"/>
            <a:ext cx="422454" cy="422564"/>
          </a:xfrm>
          <a:prstGeom prst="flowChartDelay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8" name="Google Shape;348;p202"/>
          <p:cNvGrpSpPr/>
          <p:nvPr/>
        </p:nvGrpSpPr>
        <p:grpSpPr>
          <a:xfrm>
            <a:off x="531756" y="6037713"/>
            <a:ext cx="495031" cy="493336"/>
            <a:chOff x="5489575" y="1343025"/>
            <a:chExt cx="1724025" cy="1717676"/>
          </a:xfrm>
        </p:grpSpPr>
        <p:sp>
          <p:nvSpPr>
            <p:cNvPr id="349" name="Google Shape;349;p202"/>
            <p:cNvSpPr/>
            <p:nvPr/>
          </p:nvSpPr>
          <p:spPr>
            <a:xfrm>
              <a:off x="6137275" y="1343025"/>
              <a:ext cx="1076325" cy="10747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02"/>
            <p:cNvSpPr/>
            <p:nvPr/>
          </p:nvSpPr>
          <p:spPr>
            <a:xfrm>
              <a:off x="5489575" y="2201863"/>
              <a:ext cx="754063" cy="754063"/>
            </a:xfrm>
            <a:custGeom>
              <a:avLst/>
              <a:gdLst/>
              <a:ahLst/>
              <a:cxnLst/>
              <a:rect l="l" t="t" r="r" b="b"/>
              <a:pathLst>
                <a:path w="199" h="199" extrusionOk="0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54"/>
                    <a:pt x="45" y="199"/>
                    <a:pt x="100" y="199"/>
                  </a:cubicBezTo>
                  <a:cubicBezTo>
                    <a:pt x="154" y="199"/>
                    <a:pt x="199" y="154"/>
                    <a:pt x="199" y="100"/>
                  </a:cubicBezTo>
                  <a:cubicBezTo>
                    <a:pt x="199" y="45"/>
                    <a:pt x="154" y="0"/>
                    <a:pt x="100" y="0"/>
                  </a:cubicBezTo>
                  <a:close/>
                  <a:moveTo>
                    <a:pt x="100" y="171"/>
                  </a:moveTo>
                  <a:cubicBezTo>
                    <a:pt x="60" y="171"/>
                    <a:pt x="29" y="139"/>
                    <a:pt x="29" y="100"/>
                  </a:cubicBezTo>
                  <a:cubicBezTo>
                    <a:pt x="29" y="60"/>
                    <a:pt x="60" y="28"/>
                    <a:pt x="100" y="28"/>
                  </a:cubicBezTo>
                  <a:cubicBezTo>
                    <a:pt x="139" y="28"/>
                    <a:pt x="171" y="60"/>
                    <a:pt x="171" y="100"/>
                  </a:cubicBezTo>
                  <a:cubicBezTo>
                    <a:pt x="171" y="139"/>
                    <a:pt x="139" y="171"/>
                    <a:pt x="100" y="171"/>
                  </a:cubicBezTo>
                  <a:close/>
                  <a:moveTo>
                    <a:pt x="100" y="171"/>
                  </a:moveTo>
                  <a:cubicBezTo>
                    <a:pt x="100" y="171"/>
                    <a:pt x="100" y="171"/>
                    <a:pt x="100" y="171"/>
                  </a:cubicBezTo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02"/>
            <p:cNvSpPr/>
            <p:nvPr/>
          </p:nvSpPr>
          <p:spPr>
            <a:xfrm>
              <a:off x="6459538" y="2633663"/>
              <a:ext cx="431800" cy="427038"/>
            </a:xfrm>
            <a:custGeom>
              <a:avLst/>
              <a:gdLst/>
              <a:ahLst/>
              <a:cxnLst/>
              <a:rect l="l" t="t" r="r" b="b"/>
              <a:pathLst>
                <a:path w="114" h="113" extrusionOk="0">
                  <a:moveTo>
                    <a:pt x="57" y="0"/>
                  </a:moveTo>
                  <a:cubicBezTo>
                    <a:pt x="25" y="0"/>
                    <a:pt x="0" y="25"/>
                    <a:pt x="0" y="57"/>
                  </a:cubicBezTo>
                  <a:cubicBezTo>
                    <a:pt x="0" y="88"/>
                    <a:pt x="25" y="113"/>
                    <a:pt x="57" y="113"/>
                  </a:cubicBezTo>
                  <a:cubicBezTo>
                    <a:pt x="88" y="113"/>
                    <a:pt x="114" y="88"/>
                    <a:pt x="114" y="57"/>
                  </a:cubicBezTo>
                  <a:cubicBezTo>
                    <a:pt x="114" y="25"/>
                    <a:pt x="88" y="0"/>
                    <a:pt x="57" y="0"/>
                  </a:cubicBezTo>
                  <a:close/>
                  <a:moveTo>
                    <a:pt x="57" y="85"/>
                  </a:moveTo>
                  <a:cubicBezTo>
                    <a:pt x="41" y="85"/>
                    <a:pt x="28" y="72"/>
                    <a:pt x="28" y="57"/>
                  </a:cubicBezTo>
                  <a:cubicBezTo>
                    <a:pt x="28" y="41"/>
                    <a:pt x="41" y="28"/>
                    <a:pt x="57" y="28"/>
                  </a:cubicBezTo>
                  <a:cubicBezTo>
                    <a:pt x="73" y="28"/>
                    <a:pt x="85" y="41"/>
                    <a:pt x="85" y="57"/>
                  </a:cubicBezTo>
                  <a:cubicBezTo>
                    <a:pt x="85" y="72"/>
                    <a:pt x="73" y="85"/>
                    <a:pt x="57" y="85"/>
                  </a:cubicBezTo>
                  <a:close/>
                  <a:moveTo>
                    <a:pt x="57" y="85"/>
                  </a:moveTo>
                  <a:cubicBezTo>
                    <a:pt x="57" y="85"/>
                    <a:pt x="57" y="85"/>
                    <a:pt x="57" y="85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p202"/>
          <p:cNvSpPr>
            <a:spLocks noGrp="1"/>
          </p:cNvSpPr>
          <p:nvPr>
            <p:ph type="pic" idx="2"/>
          </p:nvPr>
        </p:nvSpPr>
        <p:spPr>
          <a:xfrm>
            <a:off x="4148224" y="1443883"/>
            <a:ext cx="1398803" cy="1564773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202"/>
          <p:cNvSpPr>
            <a:spLocks noGrp="1"/>
          </p:cNvSpPr>
          <p:nvPr>
            <p:ph type="pic" idx="3"/>
          </p:nvPr>
        </p:nvSpPr>
        <p:spPr>
          <a:xfrm>
            <a:off x="941890" y="3346175"/>
            <a:ext cx="752211" cy="841303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202"/>
          <p:cNvSpPr>
            <a:spLocks noGrp="1"/>
          </p:cNvSpPr>
          <p:nvPr>
            <p:ph type="pic" idx="4"/>
          </p:nvPr>
        </p:nvSpPr>
        <p:spPr>
          <a:xfrm>
            <a:off x="2116623" y="2548677"/>
            <a:ext cx="2843864" cy="318135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55" name="Google Shape;355;p202"/>
          <p:cNvGrpSpPr/>
          <p:nvPr/>
        </p:nvGrpSpPr>
        <p:grpSpPr>
          <a:xfrm>
            <a:off x="0" y="6658753"/>
            <a:ext cx="12188825" cy="208124"/>
            <a:chOff x="0" y="6606540"/>
            <a:chExt cx="11430000" cy="251459"/>
          </a:xfrm>
        </p:grpSpPr>
        <p:sp>
          <p:nvSpPr>
            <p:cNvPr id="356" name="Google Shape;356;p202"/>
            <p:cNvSpPr/>
            <p:nvPr/>
          </p:nvSpPr>
          <p:spPr>
            <a:xfrm>
              <a:off x="0" y="6606540"/>
              <a:ext cx="2286000" cy="2514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02"/>
            <p:cNvSpPr/>
            <p:nvPr/>
          </p:nvSpPr>
          <p:spPr>
            <a:xfrm>
              <a:off x="2286000" y="6606540"/>
              <a:ext cx="2286000" cy="2514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02"/>
            <p:cNvSpPr/>
            <p:nvPr/>
          </p:nvSpPr>
          <p:spPr>
            <a:xfrm>
              <a:off x="4572000" y="6606540"/>
              <a:ext cx="2286000" cy="2514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02"/>
            <p:cNvSpPr/>
            <p:nvPr/>
          </p:nvSpPr>
          <p:spPr>
            <a:xfrm>
              <a:off x="6858000" y="6606540"/>
              <a:ext cx="2286000" cy="2514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02"/>
            <p:cNvSpPr/>
            <p:nvPr/>
          </p:nvSpPr>
          <p:spPr>
            <a:xfrm>
              <a:off x="9144000" y="6606540"/>
              <a:ext cx="2286000" cy="25145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3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9_Full Blank">
  <p:cSld name="39_Full Blank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3"/>
          <p:cNvSpPr/>
          <p:nvPr/>
        </p:nvSpPr>
        <p:spPr>
          <a:xfrm>
            <a:off x="11501300" y="199247"/>
            <a:ext cx="422454" cy="422564"/>
          </a:xfrm>
          <a:prstGeom prst="flowChartDelay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1082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34911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28256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3475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6665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4160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2250477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3093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6639577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94685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6757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6378C3B-E184-A1ED-97D3-9127CD4946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6710" y="1325486"/>
            <a:ext cx="5002372" cy="4247185"/>
          </a:xfrm>
          <a:custGeom>
            <a:avLst/>
            <a:gdLst>
              <a:gd name="connsiteX0" fmla="*/ 2017799 w 5003675"/>
              <a:gd name="connsiteY0" fmla="*/ 3 h 4247185"/>
              <a:gd name="connsiteX1" fmla="*/ 2666935 w 5003675"/>
              <a:gd name="connsiteY1" fmla="*/ 270746 h 4247185"/>
              <a:gd name="connsiteX2" fmla="*/ 5003675 w 5003675"/>
              <a:gd name="connsiteY2" fmla="*/ 2618943 h 4247185"/>
              <a:gd name="connsiteX3" fmla="*/ 3636329 w 5003675"/>
              <a:gd name="connsiteY3" fmla="*/ 3979618 h 4247185"/>
              <a:gd name="connsiteX4" fmla="*/ 2336740 w 5003675"/>
              <a:gd name="connsiteY4" fmla="*/ 3976439 h 4247185"/>
              <a:gd name="connsiteX5" fmla="*/ 0 w 5003675"/>
              <a:gd name="connsiteY5" fmla="*/ 1628243 h 4247185"/>
              <a:gd name="connsiteX6" fmla="*/ 1367347 w 5003675"/>
              <a:gd name="connsiteY6" fmla="*/ 267568 h 4247185"/>
              <a:gd name="connsiteX7" fmla="*/ 2017799 w 5003675"/>
              <a:gd name="connsiteY7" fmla="*/ 3 h 4247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3675" h="4247185">
                <a:moveTo>
                  <a:pt x="2017799" y="3"/>
                </a:moveTo>
                <a:cubicBezTo>
                  <a:pt x="2252978" y="578"/>
                  <a:pt x="2487938" y="90871"/>
                  <a:pt x="2666935" y="270746"/>
                </a:cubicBezTo>
                <a:lnTo>
                  <a:pt x="5003675" y="2618943"/>
                </a:lnTo>
                <a:lnTo>
                  <a:pt x="3636329" y="3979618"/>
                </a:lnTo>
                <a:cubicBezTo>
                  <a:pt x="3276579" y="4337612"/>
                  <a:pt x="2694734" y="4336189"/>
                  <a:pt x="2336740" y="3976439"/>
                </a:cubicBezTo>
                <a:lnTo>
                  <a:pt x="0" y="1628243"/>
                </a:lnTo>
                <a:lnTo>
                  <a:pt x="1367347" y="267568"/>
                </a:lnTo>
                <a:cubicBezTo>
                  <a:pt x="1547222" y="88571"/>
                  <a:pt x="1782620" y="-572"/>
                  <a:pt x="2017799" y="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4238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35D361-ABEE-D79C-865F-AA6BA02832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48819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C5DDD57-31F3-A936-88B6-B56E3475F2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5E843CF-E274-2A06-E086-3AB252A4C9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17008" y="680012"/>
            <a:ext cx="4191362" cy="5497976"/>
          </a:xfrm>
          <a:custGeom>
            <a:avLst/>
            <a:gdLst>
              <a:gd name="connsiteX0" fmla="*/ 2096227 w 4192454"/>
              <a:gd name="connsiteY0" fmla="*/ 0 h 5497976"/>
              <a:gd name="connsiteX1" fmla="*/ 4192454 w 4192454"/>
              <a:gd name="connsiteY1" fmla="*/ 0 h 5497976"/>
              <a:gd name="connsiteX2" fmla="*/ 4192454 w 4192454"/>
              <a:gd name="connsiteY2" fmla="*/ 3401749 h 5497976"/>
              <a:gd name="connsiteX3" fmla="*/ 2096227 w 4192454"/>
              <a:gd name="connsiteY3" fmla="*/ 5497976 h 5497976"/>
              <a:gd name="connsiteX4" fmla="*/ 0 w 4192454"/>
              <a:gd name="connsiteY4" fmla="*/ 5497976 h 5497976"/>
              <a:gd name="connsiteX5" fmla="*/ 0 w 4192454"/>
              <a:gd name="connsiteY5" fmla="*/ 2096227 h 5497976"/>
              <a:gd name="connsiteX6" fmla="*/ 2096227 w 4192454"/>
              <a:gd name="connsiteY6" fmla="*/ 0 h 5497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2454" h="5497976">
                <a:moveTo>
                  <a:pt x="2096227" y="0"/>
                </a:moveTo>
                <a:lnTo>
                  <a:pt x="4192454" y="0"/>
                </a:lnTo>
                <a:lnTo>
                  <a:pt x="4192454" y="3401749"/>
                </a:lnTo>
                <a:cubicBezTo>
                  <a:pt x="4192454" y="4559463"/>
                  <a:pt x="3253941" y="5497976"/>
                  <a:pt x="2096227" y="5497976"/>
                </a:cubicBezTo>
                <a:lnTo>
                  <a:pt x="0" y="5497976"/>
                </a:lnTo>
                <a:lnTo>
                  <a:pt x="0" y="2096227"/>
                </a:lnTo>
                <a:cubicBezTo>
                  <a:pt x="0" y="938513"/>
                  <a:pt x="938513" y="0"/>
                  <a:pt x="20962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5364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F7B7BF-954B-E717-9848-38C7072F5E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693CE21-91E7-2D69-9690-1A156A7957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569" y="3871154"/>
            <a:ext cx="4992554" cy="2676124"/>
          </a:xfrm>
          <a:custGeom>
            <a:avLst/>
            <a:gdLst>
              <a:gd name="connsiteX0" fmla="*/ 446030 w 4993854"/>
              <a:gd name="connsiteY0" fmla="*/ 0 h 2676124"/>
              <a:gd name="connsiteX1" fmla="*/ 4993854 w 4993854"/>
              <a:gd name="connsiteY1" fmla="*/ 0 h 2676124"/>
              <a:gd name="connsiteX2" fmla="*/ 4993854 w 4993854"/>
              <a:gd name="connsiteY2" fmla="*/ 2230094 h 2676124"/>
              <a:gd name="connsiteX3" fmla="*/ 4547824 w 4993854"/>
              <a:gd name="connsiteY3" fmla="*/ 2676124 h 2676124"/>
              <a:gd name="connsiteX4" fmla="*/ 0 w 4993854"/>
              <a:gd name="connsiteY4" fmla="*/ 2676124 h 2676124"/>
              <a:gd name="connsiteX5" fmla="*/ 0 w 4993854"/>
              <a:gd name="connsiteY5" fmla="*/ 446030 h 2676124"/>
              <a:gd name="connsiteX6" fmla="*/ 446030 w 4993854"/>
              <a:gd name="connsiteY6" fmla="*/ 0 h 267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3854" h="2676124">
                <a:moveTo>
                  <a:pt x="446030" y="0"/>
                </a:moveTo>
                <a:lnTo>
                  <a:pt x="4993854" y="0"/>
                </a:lnTo>
                <a:lnTo>
                  <a:pt x="4993854" y="2230094"/>
                </a:lnTo>
                <a:cubicBezTo>
                  <a:pt x="4993854" y="2476430"/>
                  <a:pt x="4794160" y="2676124"/>
                  <a:pt x="4547824" y="2676124"/>
                </a:cubicBezTo>
                <a:lnTo>
                  <a:pt x="0" y="2676124"/>
                </a:lnTo>
                <a:lnTo>
                  <a:pt x="0" y="446030"/>
                </a:lnTo>
                <a:cubicBezTo>
                  <a:pt x="0" y="199694"/>
                  <a:pt x="199694" y="0"/>
                  <a:pt x="4460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9816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3F07389-8932-42FB-F708-932E2263F5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70" y="2307014"/>
            <a:ext cx="3407233" cy="112198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88523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2ADEE87-6030-E1DA-86A9-0872B31F16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6795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EA10585-713E-0C3F-37FB-777EB8FFEF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640565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39593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C680AFC-5A5D-E566-4767-30630FF921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7225884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47757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2D4ED0-A469-1D30-D0B9-075007FDB1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1443990"/>
            <a:ext cx="3684954" cy="107721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75245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9D3FF98-2D57-B6D5-34A1-E29FC9D40A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605271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88043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53A74ED-76FC-8CC0-D7E9-B3BEDEC068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8255762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43354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C9C5D43-2BAE-AA68-28A0-B95983F143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858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C439F7A-5536-B6C0-F563-E47C03FC5E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93637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A5EEFA0-64F6-654A-EE27-E4ED443589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08424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336F180-1189-E865-EC9D-3A737DFE33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3208" y="2778194"/>
            <a:ext cx="1406706" cy="1452458"/>
          </a:xfrm>
          <a:custGeom>
            <a:avLst/>
            <a:gdLst>
              <a:gd name="connsiteX0" fmla="*/ 179411 w 1076445"/>
              <a:gd name="connsiteY0" fmla="*/ 0 h 1111169"/>
              <a:gd name="connsiteX1" fmla="*/ 1076445 w 1076445"/>
              <a:gd name="connsiteY1" fmla="*/ 0 h 1111169"/>
              <a:gd name="connsiteX2" fmla="*/ 1076445 w 1076445"/>
              <a:gd name="connsiteY2" fmla="*/ 931758 h 1111169"/>
              <a:gd name="connsiteX3" fmla="*/ 897034 w 1076445"/>
              <a:gd name="connsiteY3" fmla="*/ 1111169 h 1111169"/>
              <a:gd name="connsiteX4" fmla="*/ 0 w 1076445"/>
              <a:gd name="connsiteY4" fmla="*/ 1111169 h 1111169"/>
              <a:gd name="connsiteX5" fmla="*/ 0 w 1076445"/>
              <a:gd name="connsiteY5" fmla="*/ 179411 h 1111169"/>
              <a:gd name="connsiteX6" fmla="*/ 179411 w 1076445"/>
              <a:gd name="connsiteY6" fmla="*/ 0 h 1111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445" h="1111169">
                <a:moveTo>
                  <a:pt x="179411" y="0"/>
                </a:moveTo>
                <a:lnTo>
                  <a:pt x="1076445" y="0"/>
                </a:lnTo>
                <a:lnTo>
                  <a:pt x="1076445" y="931758"/>
                </a:lnTo>
                <a:cubicBezTo>
                  <a:pt x="1076445" y="1030844"/>
                  <a:pt x="996120" y="1111169"/>
                  <a:pt x="897034" y="1111169"/>
                </a:cubicBezTo>
                <a:lnTo>
                  <a:pt x="0" y="1111169"/>
                </a:lnTo>
                <a:lnTo>
                  <a:pt x="0" y="179411"/>
                </a:lnTo>
                <a:cubicBezTo>
                  <a:pt x="0" y="80325"/>
                  <a:pt x="80325" y="0"/>
                  <a:pt x="179411" y="0"/>
                </a:cubicBezTo>
                <a:close/>
              </a:path>
            </a:pathLst>
          </a:custGeom>
          <a:ln w="34925">
            <a:solidFill>
              <a:schemeClr val="bg1"/>
            </a:solidFill>
          </a:ln>
          <a:effectLst/>
        </p:spPr>
        <p:txBody>
          <a:bodyPr wrap="square">
            <a:noAutofit/>
          </a:bodyPr>
          <a:lstStyle/>
          <a:p>
            <a:endParaRPr lang="en-PK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1681684-B50D-931D-5AC8-80568BFA9A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941428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16510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7BF7C55-2A56-B649-6B81-0CD6A253F1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70D99CB-7D8E-D735-B5D0-393275D617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75517" y="0"/>
            <a:ext cx="4013310" cy="6858000"/>
          </a:xfrm>
          <a:custGeom>
            <a:avLst/>
            <a:gdLst>
              <a:gd name="connsiteX0" fmla="*/ 0 w 4014355"/>
              <a:gd name="connsiteY0" fmla="*/ 0 h 6858000"/>
              <a:gd name="connsiteX1" fmla="*/ 4014355 w 4014355"/>
              <a:gd name="connsiteY1" fmla="*/ 0 h 6858000"/>
              <a:gd name="connsiteX2" fmla="*/ 4014355 w 4014355"/>
              <a:gd name="connsiteY2" fmla="*/ 6858000 h 6858000"/>
              <a:gd name="connsiteX3" fmla="*/ 0 w 40143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4355" h="6858000">
                <a:moveTo>
                  <a:pt x="0" y="0"/>
                </a:moveTo>
                <a:lnTo>
                  <a:pt x="4014355" y="0"/>
                </a:lnTo>
                <a:lnTo>
                  <a:pt x="401435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82117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038D30-D0CE-FB58-3CB7-714B70054F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803340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9958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FD9CB8F-45B4-E333-AB67-85836ED65C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70" y="971551"/>
            <a:ext cx="5691609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49238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D4F87C9-AFD5-D11D-A745-9B8F1A936B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2199501"/>
            <a:ext cx="4234029" cy="553998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F7E5E00-74B3-AADD-0627-BA27887FE8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03962" y="538775"/>
            <a:ext cx="2239697" cy="1783080"/>
          </a:xfrm>
          <a:custGeom>
            <a:avLst/>
            <a:gdLst>
              <a:gd name="connsiteX0" fmla="*/ 125600 w 2240280"/>
              <a:gd name="connsiteY0" fmla="*/ 0 h 1783080"/>
              <a:gd name="connsiteX1" fmla="*/ 2114680 w 2240280"/>
              <a:gd name="connsiteY1" fmla="*/ 0 h 1783080"/>
              <a:gd name="connsiteX2" fmla="*/ 2240280 w 2240280"/>
              <a:gd name="connsiteY2" fmla="*/ 125600 h 1783080"/>
              <a:gd name="connsiteX3" fmla="*/ 2240280 w 2240280"/>
              <a:gd name="connsiteY3" fmla="*/ 1657480 h 1783080"/>
              <a:gd name="connsiteX4" fmla="*/ 2114680 w 2240280"/>
              <a:gd name="connsiteY4" fmla="*/ 1783080 h 1783080"/>
              <a:gd name="connsiteX5" fmla="*/ 125600 w 2240280"/>
              <a:gd name="connsiteY5" fmla="*/ 1783080 h 1783080"/>
              <a:gd name="connsiteX6" fmla="*/ 0 w 2240280"/>
              <a:gd name="connsiteY6" fmla="*/ 1657480 h 1783080"/>
              <a:gd name="connsiteX7" fmla="*/ 0 w 2240280"/>
              <a:gd name="connsiteY7" fmla="*/ 125600 h 1783080"/>
              <a:gd name="connsiteX8" fmla="*/ 125600 w 2240280"/>
              <a:gd name="connsiteY8" fmla="*/ 0 h 17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0280" h="1783080">
                <a:moveTo>
                  <a:pt x="125600" y="0"/>
                </a:moveTo>
                <a:lnTo>
                  <a:pt x="2114680" y="0"/>
                </a:lnTo>
                <a:cubicBezTo>
                  <a:pt x="2184047" y="0"/>
                  <a:pt x="2240280" y="56233"/>
                  <a:pt x="2240280" y="125600"/>
                </a:cubicBezTo>
                <a:lnTo>
                  <a:pt x="2240280" y="1657480"/>
                </a:lnTo>
                <a:cubicBezTo>
                  <a:pt x="2240280" y="1726847"/>
                  <a:pt x="2184047" y="1783080"/>
                  <a:pt x="2114680" y="1783080"/>
                </a:cubicBezTo>
                <a:lnTo>
                  <a:pt x="125600" y="1783080"/>
                </a:lnTo>
                <a:cubicBezTo>
                  <a:pt x="56233" y="1783080"/>
                  <a:pt x="0" y="1726847"/>
                  <a:pt x="0" y="1657480"/>
                </a:cubicBezTo>
                <a:lnTo>
                  <a:pt x="0" y="125600"/>
                </a:lnTo>
                <a:cubicBezTo>
                  <a:pt x="0" y="56233"/>
                  <a:pt x="56233" y="0"/>
                  <a:pt x="1256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88FFE2A-D715-1690-3C75-E65A19C626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03962" y="2537460"/>
            <a:ext cx="2239697" cy="1783080"/>
          </a:xfrm>
          <a:custGeom>
            <a:avLst/>
            <a:gdLst>
              <a:gd name="connsiteX0" fmla="*/ 118539 w 2240280"/>
              <a:gd name="connsiteY0" fmla="*/ 0 h 1783080"/>
              <a:gd name="connsiteX1" fmla="*/ 2121741 w 2240280"/>
              <a:gd name="connsiteY1" fmla="*/ 0 h 1783080"/>
              <a:gd name="connsiteX2" fmla="*/ 2240280 w 2240280"/>
              <a:gd name="connsiteY2" fmla="*/ 118539 h 1783080"/>
              <a:gd name="connsiteX3" fmla="*/ 2240280 w 2240280"/>
              <a:gd name="connsiteY3" fmla="*/ 1664541 h 1783080"/>
              <a:gd name="connsiteX4" fmla="*/ 2121741 w 2240280"/>
              <a:gd name="connsiteY4" fmla="*/ 1783080 h 1783080"/>
              <a:gd name="connsiteX5" fmla="*/ 118539 w 2240280"/>
              <a:gd name="connsiteY5" fmla="*/ 1783080 h 1783080"/>
              <a:gd name="connsiteX6" fmla="*/ 0 w 2240280"/>
              <a:gd name="connsiteY6" fmla="*/ 1664541 h 1783080"/>
              <a:gd name="connsiteX7" fmla="*/ 0 w 2240280"/>
              <a:gd name="connsiteY7" fmla="*/ 118539 h 1783080"/>
              <a:gd name="connsiteX8" fmla="*/ 118539 w 2240280"/>
              <a:gd name="connsiteY8" fmla="*/ 0 h 17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0280" h="1783080">
                <a:moveTo>
                  <a:pt x="118539" y="0"/>
                </a:moveTo>
                <a:lnTo>
                  <a:pt x="2121741" y="0"/>
                </a:lnTo>
                <a:cubicBezTo>
                  <a:pt x="2187208" y="0"/>
                  <a:pt x="2240280" y="53072"/>
                  <a:pt x="2240280" y="118539"/>
                </a:cubicBezTo>
                <a:lnTo>
                  <a:pt x="2240280" y="1664541"/>
                </a:lnTo>
                <a:cubicBezTo>
                  <a:pt x="2240280" y="1730008"/>
                  <a:pt x="2187208" y="1783080"/>
                  <a:pt x="2121741" y="1783080"/>
                </a:cubicBezTo>
                <a:lnTo>
                  <a:pt x="118539" y="1783080"/>
                </a:lnTo>
                <a:cubicBezTo>
                  <a:pt x="53072" y="1783080"/>
                  <a:pt x="0" y="1730008"/>
                  <a:pt x="0" y="1664541"/>
                </a:cubicBezTo>
                <a:lnTo>
                  <a:pt x="0" y="118539"/>
                </a:lnTo>
                <a:cubicBezTo>
                  <a:pt x="0" y="53072"/>
                  <a:pt x="53072" y="0"/>
                  <a:pt x="11853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9AEC7D6-C7F6-C6DD-7A93-7F15BDB694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3962" y="4536145"/>
            <a:ext cx="2239697" cy="1783080"/>
          </a:xfrm>
          <a:custGeom>
            <a:avLst/>
            <a:gdLst>
              <a:gd name="connsiteX0" fmla="*/ 124459 w 2240280"/>
              <a:gd name="connsiteY0" fmla="*/ 0 h 1783080"/>
              <a:gd name="connsiteX1" fmla="*/ 2115821 w 2240280"/>
              <a:gd name="connsiteY1" fmla="*/ 0 h 1783080"/>
              <a:gd name="connsiteX2" fmla="*/ 2240280 w 2240280"/>
              <a:gd name="connsiteY2" fmla="*/ 124459 h 1783080"/>
              <a:gd name="connsiteX3" fmla="*/ 2240280 w 2240280"/>
              <a:gd name="connsiteY3" fmla="*/ 1658621 h 1783080"/>
              <a:gd name="connsiteX4" fmla="*/ 2115821 w 2240280"/>
              <a:gd name="connsiteY4" fmla="*/ 1783080 h 1783080"/>
              <a:gd name="connsiteX5" fmla="*/ 124459 w 2240280"/>
              <a:gd name="connsiteY5" fmla="*/ 1783080 h 1783080"/>
              <a:gd name="connsiteX6" fmla="*/ 0 w 2240280"/>
              <a:gd name="connsiteY6" fmla="*/ 1658621 h 1783080"/>
              <a:gd name="connsiteX7" fmla="*/ 0 w 2240280"/>
              <a:gd name="connsiteY7" fmla="*/ 124459 h 1783080"/>
              <a:gd name="connsiteX8" fmla="*/ 124459 w 2240280"/>
              <a:gd name="connsiteY8" fmla="*/ 0 h 17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40280" h="1783080">
                <a:moveTo>
                  <a:pt x="124459" y="0"/>
                </a:moveTo>
                <a:lnTo>
                  <a:pt x="2115821" y="0"/>
                </a:lnTo>
                <a:cubicBezTo>
                  <a:pt x="2184558" y="0"/>
                  <a:pt x="2240280" y="55722"/>
                  <a:pt x="2240280" y="124459"/>
                </a:cubicBezTo>
                <a:lnTo>
                  <a:pt x="2240280" y="1658621"/>
                </a:lnTo>
                <a:cubicBezTo>
                  <a:pt x="2240280" y="1727358"/>
                  <a:pt x="2184558" y="1783080"/>
                  <a:pt x="2115821" y="1783080"/>
                </a:cubicBezTo>
                <a:lnTo>
                  <a:pt x="124459" y="1783080"/>
                </a:lnTo>
                <a:cubicBezTo>
                  <a:pt x="55722" y="1783080"/>
                  <a:pt x="0" y="1727358"/>
                  <a:pt x="0" y="1658621"/>
                </a:cubicBezTo>
                <a:lnTo>
                  <a:pt x="0" y="124459"/>
                </a:lnTo>
                <a:cubicBezTo>
                  <a:pt x="0" y="55722"/>
                  <a:pt x="55722" y="0"/>
                  <a:pt x="12445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77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EBD1DE8-A38D-041F-7BE7-63EB75067B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894CE71-D989-A01B-2541-02035A315D5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91136" y="1"/>
            <a:ext cx="4997689" cy="6858000"/>
          </a:xfrm>
          <a:custGeom>
            <a:avLst/>
            <a:gdLst>
              <a:gd name="connsiteX0" fmla="*/ 2276199 w 4998991"/>
              <a:gd name="connsiteY0" fmla="*/ 0 h 6858000"/>
              <a:gd name="connsiteX1" fmla="*/ 4998991 w 4998991"/>
              <a:gd name="connsiteY1" fmla="*/ 0 h 6858000"/>
              <a:gd name="connsiteX2" fmla="*/ 4998991 w 4998991"/>
              <a:gd name="connsiteY2" fmla="*/ 6858000 h 6858000"/>
              <a:gd name="connsiteX3" fmla="*/ 3385646 w 4998991"/>
              <a:gd name="connsiteY3" fmla="*/ 6858000 h 6858000"/>
              <a:gd name="connsiteX4" fmla="*/ 568771 w 4998991"/>
              <a:gd name="connsiteY4" fmla="*/ 5231676 h 6858000"/>
              <a:gd name="connsiteX5" fmla="*/ 152541 w 4998991"/>
              <a:gd name="connsiteY5" fmla="*/ 36782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991" h="6858000">
                <a:moveTo>
                  <a:pt x="2276199" y="0"/>
                </a:moveTo>
                <a:lnTo>
                  <a:pt x="4998991" y="0"/>
                </a:lnTo>
                <a:lnTo>
                  <a:pt x="4998991" y="6858000"/>
                </a:lnTo>
                <a:lnTo>
                  <a:pt x="3385646" y="6858000"/>
                </a:lnTo>
                <a:lnTo>
                  <a:pt x="568771" y="5231676"/>
                </a:lnTo>
                <a:cubicBezTo>
                  <a:pt x="24875" y="4917657"/>
                  <a:pt x="-161478" y="4222181"/>
                  <a:pt x="152541" y="367828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7236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0C56D3C-4260-8E27-5665-613701086D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1793638"/>
            <a:ext cx="3522950" cy="110799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0662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B8B3CA3-442F-6635-C547-4290D042B7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6300150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9004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7687893-67B4-A936-3437-9722BD4273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715386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60228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3227017-0470-41EB-12C4-6E8CCAF5B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569" y="971551"/>
            <a:ext cx="5254843" cy="8683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063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126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189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251" indent="0">
              <a:buNone/>
              <a:defRPr sz="3999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B77C54E-8E8F-1DF8-C6DB-2862B452F3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51447" y="1911755"/>
            <a:ext cx="4597810" cy="3854275"/>
          </a:xfrm>
          <a:custGeom>
            <a:avLst/>
            <a:gdLst>
              <a:gd name="connsiteX0" fmla="*/ 642392 w 4599008"/>
              <a:gd name="connsiteY0" fmla="*/ 0 h 3854275"/>
              <a:gd name="connsiteX1" fmla="*/ 4599008 w 4599008"/>
              <a:gd name="connsiteY1" fmla="*/ 0 h 3854275"/>
              <a:gd name="connsiteX2" fmla="*/ 4599008 w 4599008"/>
              <a:gd name="connsiteY2" fmla="*/ 3211883 h 3854275"/>
              <a:gd name="connsiteX3" fmla="*/ 3956616 w 4599008"/>
              <a:gd name="connsiteY3" fmla="*/ 3854275 h 3854275"/>
              <a:gd name="connsiteX4" fmla="*/ 0 w 4599008"/>
              <a:gd name="connsiteY4" fmla="*/ 3854275 h 3854275"/>
              <a:gd name="connsiteX5" fmla="*/ 0 w 4599008"/>
              <a:gd name="connsiteY5" fmla="*/ 642392 h 3854275"/>
              <a:gd name="connsiteX6" fmla="*/ 642392 w 4599008"/>
              <a:gd name="connsiteY6" fmla="*/ 0 h 385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9008" h="3854275">
                <a:moveTo>
                  <a:pt x="642392" y="0"/>
                </a:moveTo>
                <a:lnTo>
                  <a:pt x="4599008" y="0"/>
                </a:lnTo>
                <a:lnTo>
                  <a:pt x="4599008" y="3211883"/>
                </a:lnTo>
                <a:cubicBezTo>
                  <a:pt x="4599008" y="3566666"/>
                  <a:pt x="4311399" y="3854275"/>
                  <a:pt x="3956616" y="3854275"/>
                </a:cubicBezTo>
                <a:lnTo>
                  <a:pt x="0" y="3854275"/>
                </a:lnTo>
                <a:lnTo>
                  <a:pt x="0" y="642392"/>
                </a:lnTo>
                <a:cubicBezTo>
                  <a:pt x="0" y="287609"/>
                  <a:pt x="287609" y="0"/>
                  <a:pt x="6423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81692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653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746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59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5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Quattrocento Sans"/>
              <a:buNone/>
              <a:defRPr sz="3600" b="1" i="0" u="none" strike="noStrike" cap="non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5"/>
          <p:cNvSpPr txBox="1"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rmAutofit/>
          </a:bodyPr>
          <a:lstStyle>
            <a:lvl1pPr marL="457200" marR="0" lvl="0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2" name="Google Shape;12;p145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3" name="Google Shape;13;p145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4" name="Google Shape;14;p145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918E8D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7" r:id="rId4"/>
    <p:sldLayoutId id="2147483658" r:id="rId5"/>
    <p:sldLayoutId id="2147483659" r:id="rId6"/>
    <p:sldLayoutId id="2147483660" r:id="rId7"/>
    <p:sldLayoutId id="214748370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3"/>
          <p:cNvSpPr txBox="1"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9" name="Google Shape;109;p153"/>
          <p:cNvSpPr txBox="1"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normAutofit/>
          </a:bodyPr>
          <a:lstStyle>
            <a:lvl1pPr marL="457200" marR="0" lvl="0" indent="-457200" algn="l" rtl="0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0050" algn="l" rtl="0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53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153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153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113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7E282-A3FD-8FDF-6938-39CB19402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E0A95-6555-5CE0-2B04-590BB888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D3B31-96C7-188A-7A1F-74625996B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0145F-FA58-4242-A5B4-590FCCB69A0F}" type="datetimeFigureOut">
              <a:rPr lang="en-PK" smtClean="0"/>
              <a:t>06/16/2026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98D10-484E-D76E-8BED-E65AE3160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80257-D808-F7F3-9DDC-7F1794A6B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DFB9D-E974-4984-B692-DF7D1E2E45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3112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879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sldNum="0" hdr="0" ftr="0" dt="0"/>
  <p:txStyles>
    <p:titleStyle>
      <a:lvl1pPr algn="ctr" defTabSz="121889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6" indent="-457086" algn="l" defTabSz="1218895" rtl="0" eaLnBrk="1" latinLnBrk="0" hangingPunct="1">
        <a:spcBef>
          <a:spcPct val="20000"/>
        </a:spcBef>
        <a:buFont typeface="Arial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1pPr>
      <a:lvl2pPr marL="990352" indent="-380905" algn="l" defTabSz="1218895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61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067" indent="-304724" algn="l" defTabSz="1218895" rtl="0" eaLnBrk="1" latinLnBrk="0" hangingPunct="1">
        <a:spcBef>
          <a:spcPct val="20000"/>
        </a:spcBef>
        <a:buFont typeface="Arial" pitchFamily="34" charset="0"/>
        <a:buChar char="–"/>
        <a:defRPr sz="2666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4" indent="-304724" algn="l" defTabSz="1218895" rtl="0" eaLnBrk="1" latinLnBrk="0" hangingPunct="1">
        <a:spcBef>
          <a:spcPct val="20000"/>
        </a:spcBef>
        <a:buFont typeface="Arial" pitchFamily="34" charset="0"/>
        <a:buChar char="»"/>
        <a:defRPr sz="2666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2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40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857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5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4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95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23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686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1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.png"/><Relationship Id="rId4" Type="http://schemas.openxmlformats.org/officeDocument/2006/relationships/hyperlink" Target="http://www.dribbble.com/" TargetMode="Externa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1.tiff"/><Relationship Id="rId5" Type="http://schemas.openxmlformats.org/officeDocument/2006/relationships/image" Target="../media/image10.tiff"/><Relationship Id="rId4" Type="http://schemas.openxmlformats.org/officeDocument/2006/relationships/image" Target="../media/image9.tiff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"/>
          <p:cNvSpPr txBox="1">
            <a:spLocks noGrp="1"/>
          </p:cNvSpPr>
          <p:nvPr>
            <p:ph type="ctrTitle"/>
          </p:nvPr>
        </p:nvSpPr>
        <p:spPr>
          <a:xfrm>
            <a:off x="910460" y="1569141"/>
            <a:ext cx="9194620" cy="197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ctr" anchorCtr="0">
            <a:noAutofit/>
          </a:bodyPr>
          <a:lstStyle/>
          <a:p>
            <a:pPr lvl="0" algn="ctr">
              <a:buClr>
                <a:srgbClr val="194060"/>
              </a:buClr>
            </a:pPr>
            <a:r>
              <a:rPr lang="en-US" dirty="0">
                <a:solidFill>
                  <a:srgbClr val="00B050"/>
                </a:solidFill>
                <a:latin typeface="Arial Black" panose="020B0A04020102020204" pitchFamily="34" charset="0"/>
              </a:rPr>
              <a:t>SAP BTP CAPM</a:t>
            </a:r>
            <a:br>
              <a:rPr lang="en-US" dirty="0">
                <a:solidFill>
                  <a:srgbClr val="00B050"/>
                </a:solidFill>
                <a:latin typeface="Arial Black" panose="020B0A04020102020204" pitchFamily="34" charset="0"/>
              </a:rPr>
            </a:br>
            <a:r>
              <a:rPr lang="en-US" dirty="0">
                <a:solidFill>
                  <a:srgbClr val="00B050"/>
                </a:solidFill>
                <a:latin typeface="Arial Black" panose="020B0A04020102020204" pitchFamily="34" charset="0"/>
              </a:rPr>
              <a:t>“TypeScript”</a:t>
            </a:r>
            <a:br>
              <a:rPr lang="en-US" dirty="0">
                <a:solidFill>
                  <a:srgbClr val="00B050"/>
                </a:solidFill>
                <a:latin typeface="Arial Black" panose="020B0A04020102020204" pitchFamily="34" charset="0"/>
              </a:rPr>
            </a:br>
            <a:r>
              <a:rPr lang="en-US" dirty="0">
                <a:solidFill>
                  <a:srgbClr val="00B050"/>
                </a:solidFill>
                <a:latin typeface="Arial Black" panose="020B0A04020102020204" pitchFamily="34" charset="0"/>
              </a:rPr>
              <a:t>for Developers</a:t>
            </a:r>
            <a:endParaRPr dirty="0">
              <a:solidFill>
                <a:srgbClr val="00B050"/>
              </a:solidFill>
            </a:endParaRPr>
          </a:p>
        </p:txBody>
      </p:sp>
      <p:pic>
        <p:nvPicPr>
          <p:cNvPr id="497" name="Google Shape;49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62764" y="1268760"/>
            <a:ext cx="1733995" cy="1656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977" y="5551900"/>
            <a:ext cx="776483" cy="74163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"/>
          <p:cNvSpPr txBox="1"/>
          <p:nvPr/>
        </p:nvSpPr>
        <p:spPr>
          <a:xfrm>
            <a:off x="2698834" y="599964"/>
            <a:ext cx="6048672" cy="584775"/>
          </a:xfrm>
          <a:prstGeom prst="rect">
            <a:avLst/>
          </a:prstGeom>
          <a:gradFill>
            <a:gsLst>
              <a:gs pos="0">
                <a:srgbClr val="F3FCFF"/>
              </a:gs>
              <a:gs pos="35000">
                <a:srgbClr val="F6FCFF"/>
              </a:gs>
              <a:gs pos="100000">
                <a:srgbClr val="FBFFFF"/>
              </a:gs>
            </a:gsLst>
            <a:lin ang="1620000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579130"/>
                </a:solidFill>
                <a:latin typeface="Corben"/>
                <a:ea typeface="Corben"/>
                <a:cs typeface="Corben"/>
                <a:sym typeface="Corben"/>
              </a:rPr>
              <a:t>DAY-4 	</a:t>
            </a:r>
            <a:endParaRPr sz="3200" dirty="0">
              <a:solidFill>
                <a:srgbClr val="57913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89890" y="3524363"/>
            <a:ext cx="18357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283E69"/>
                </a:solidFill>
              </a:rPr>
              <a:t>Anubhav Oberoy</a:t>
            </a:r>
          </a:p>
        </p:txBody>
      </p:sp>
      <p:sp>
        <p:nvSpPr>
          <p:cNvPr id="9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 txBox="1">
            <a:spLocks/>
          </p:cNvSpPr>
          <p:nvPr/>
        </p:nvSpPr>
        <p:spPr>
          <a:xfrm>
            <a:off x="2698834" y="4484357"/>
            <a:ext cx="5086633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IN" spc="100" dirty="0">
                <a:solidFill>
                  <a:srgbClr val="283E69"/>
                </a:solidFill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3388935" y="4846349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987">
              <a:buClrTx/>
              <a:buFontTx/>
              <a:buNone/>
            </a:pPr>
            <a:r>
              <a:rPr lang="en-US" sz="1600" b="1" kern="1200" dirty="0">
                <a:solidFill>
                  <a:srgbClr val="FFC000"/>
                </a:solidFill>
                <a:latin typeface="Segoe UI"/>
                <a:ea typeface="+mn-ea"/>
                <a:cs typeface="+mn-cs"/>
              </a:rPr>
              <a:t>Follow excellence with sheer passion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" grpId="0"/>
      <p:bldP spid="500" grpId="0" animBg="1"/>
      <p:bldP spid="2" grpId="0"/>
      <p:bldP spid="9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2069" y="0"/>
            <a:ext cx="655169" cy="64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80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"/>
          <p:cNvSpPr/>
          <p:nvPr/>
        </p:nvSpPr>
        <p:spPr>
          <a:xfrm>
            <a:off x="-21424" y="4797151"/>
            <a:ext cx="3729207" cy="2055451"/>
          </a:xfrm>
          <a:custGeom>
            <a:avLst/>
            <a:gdLst/>
            <a:ahLst/>
            <a:cxnLst/>
            <a:rect l="l" t="t" r="r" b="b"/>
            <a:pathLst>
              <a:path w="3278485" h="1905635" extrusionOk="0">
                <a:moveTo>
                  <a:pt x="1348581" y="0"/>
                </a:moveTo>
                <a:cubicBezTo>
                  <a:pt x="2348490" y="0"/>
                  <a:pt x="3170908" y="759925"/>
                  <a:pt x="3269805" y="1733741"/>
                </a:cubicBezTo>
                <a:lnTo>
                  <a:pt x="3278485" y="1905635"/>
                </a:lnTo>
                <a:lnTo>
                  <a:pt x="0" y="1905635"/>
                </a:lnTo>
                <a:lnTo>
                  <a:pt x="0" y="550202"/>
                </a:lnTo>
                <a:lnTo>
                  <a:pt x="120162" y="440991"/>
                </a:lnTo>
                <a:cubicBezTo>
                  <a:pt x="453987" y="165495"/>
                  <a:pt x="881957" y="0"/>
                  <a:pt x="134858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24376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7" name="Google Shape;507;p2"/>
          <p:cNvSpPr/>
          <p:nvPr/>
        </p:nvSpPr>
        <p:spPr>
          <a:xfrm>
            <a:off x="-21424" y="4952366"/>
            <a:ext cx="3278485" cy="1905635"/>
          </a:xfrm>
          <a:custGeom>
            <a:avLst/>
            <a:gdLst/>
            <a:ahLst/>
            <a:cxnLst/>
            <a:rect l="l" t="t" r="r" b="b"/>
            <a:pathLst>
              <a:path w="3278485" h="1905635" extrusionOk="0">
                <a:moveTo>
                  <a:pt x="1348581" y="0"/>
                </a:moveTo>
                <a:cubicBezTo>
                  <a:pt x="2348490" y="0"/>
                  <a:pt x="3170908" y="759925"/>
                  <a:pt x="3269805" y="1733741"/>
                </a:cubicBezTo>
                <a:lnTo>
                  <a:pt x="3278485" y="1905635"/>
                </a:lnTo>
                <a:lnTo>
                  <a:pt x="0" y="1905635"/>
                </a:lnTo>
                <a:lnTo>
                  <a:pt x="0" y="550202"/>
                </a:lnTo>
                <a:lnTo>
                  <a:pt x="120162" y="440991"/>
                </a:lnTo>
                <a:cubicBezTo>
                  <a:pt x="453987" y="165495"/>
                  <a:pt x="881957" y="0"/>
                  <a:pt x="134858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24376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8" name="Google Shape;508;p2"/>
          <p:cNvSpPr txBox="1">
            <a:spLocks noGrp="1"/>
          </p:cNvSpPr>
          <p:nvPr>
            <p:ph type="title"/>
          </p:nvPr>
        </p:nvSpPr>
        <p:spPr>
          <a:xfrm>
            <a:off x="682738" y="190775"/>
            <a:ext cx="4432285" cy="732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orben"/>
              <a:buNone/>
            </a:pPr>
            <a:r>
              <a:rPr lang="en-US" sz="3600" dirty="0">
                <a:latin typeface="Corben"/>
                <a:ea typeface="Corben"/>
                <a:cs typeface="Corben"/>
                <a:sym typeface="Corben"/>
              </a:rPr>
              <a:t>Agenda</a:t>
            </a:r>
            <a:r>
              <a:rPr lang="en-US" dirty="0"/>
              <a:t> </a:t>
            </a:r>
            <a:endParaRPr dirty="0"/>
          </a:p>
        </p:txBody>
      </p:sp>
      <p:grpSp>
        <p:nvGrpSpPr>
          <p:cNvPr id="509" name="Google Shape;509;p2"/>
          <p:cNvGrpSpPr/>
          <p:nvPr/>
        </p:nvGrpSpPr>
        <p:grpSpPr>
          <a:xfrm>
            <a:off x="3835664" y="440668"/>
            <a:ext cx="7505351" cy="859686"/>
            <a:chOff x="3657616" y="440668"/>
            <a:chExt cx="7505351" cy="859686"/>
          </a:xfrm>
        </p:grpSpPr>
        <p:sp>
          <p:nvSpPr>
            <p:cNvPr id="510" name="Google Shape;510;p2"/>
            <p:cNvSpPr/>
            <p:nvPr/>
          </p:nvSpPr>
          <p:spPr>
            <a:xfrm>
              <a:off x="3657616" y="440668"/>
              <a:ext cx="4644516" cy="85968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7E6B2"/>
                </a:gs>
                <a:gs pos="100000">
                  <a:srgbClr val="E2F2D7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11" name="Google Shape;511;p2"/>
            <p:cNvSpPr txBox="1"/>
            <p:nvPr/>
          </p:nvSpPr>
          <p:spPr>
            <a:xfrm>
              <a:off x="4601587" y="636144"/>
              <a:ext cx="6561380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B294E"/>
                  </a:solidFill>
                  <a:effectLst/>
                  <a:uLnTx/>
                  <a:uFillTx/>
                  <a:latin typeface="Corben"/>
                  <a:ea typeface="Corben"/>
                  <a:cs typeface="Corben"/>
                  <a:sym typeface="Corben"/>
                </a:rPr>
                <a:t>CI / CD</a:t>
              </a: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B294E"/>
                </a:solidFill>
                <a:effectLst/>
                <a:uLnTx/>
                <a:uFillTx/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512" name="Google Shape;512;p2"/>
            <p:cNvGrpSpPr/>
            <p:nvPr/>
          </p:nvGrpSpPr>
          <p:grpSpPr>
            <a:xfrm>
              <a:off x="3657616" y="440668"/>
              <a:ext cx="852620" cy="852620"/>
              <a:chOff x="3657616" y="440668"/>
              <a:chExt cx="852620" cy="852620"/>
            </a:xfrm>
          </p:grpSpPr>
          <p:grpSp>
            <p:nvGrpSpPr>
              <p:cNvPr id="513" name="Google Shape;513;p2"/>
              <p:cNvGrpSpPr/>
              <p:nvPr/>
            </p:nvGrpSpPr>
            <p:grpSpPr>
              <a:xfrm>
                <a:off x="3657616" y="440668"/>
                <a:ext cx="852620" cy="852620"/>
                <a:chOff x="3657616" y="440668"/>
                <a:chExt cx="1008112" cy="1008112"/>
              </a:xfrm>
            </p:grpSpPr>
            <p:sp>
              <p:nvSpPr>
                <p:cNvPr id="514" name="Google Shape;514;p2"/>
                <p:cNvSpPr/>
                <p:nvPr/>
              </p:nvSpPr>
              <p:spPr>
                <a:xfrm>
                  <a:off x="3657616" y="440668"/>
                  <a:ext cx="1008112" cy="1008112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15" name="Google Shape;515;p2"/>
                <p:cNvGrpSpPr/>
                <p:nvPr/>
              </p:nvGrpSpPr>
              <p:grpSpPr>
                <a:xfrm>
                  <a:off x="3765628" y="548680"/>
                  <a:ext cx="792088" cy="792088"/>
                  <a:chOff x="4197016" y="548680"/>
                  <a:chExt cx="792088" cy="792088"/>
                </a:xfrm>
              </p:grpSpPr>
              <p:sp>
                <p:nvSpPr>
                  <p:cNvPr id="516" name="Google Shape;516;p2"/>
                  <p:cNvSpPr/>
                  <p:nvPr/>
                </p:nvSpPr>
                <p:spPr>
                  <a:xfrm>
                    <a:off x="4197016" y="548680"/>
                    <a:ext cx="792088" cy="792088"/>
                  </a:xfrm>
                  <a:prstGeom prst="ellipse">
                    <a:avLst/>
                  </a:prstGeom>
                  <a:gradFill>
                    <a:gsLst>
                      <a:gs pos="0">
                        <a:srgbClr val="C7E6B2"/>
                      </a:gs>
                      <a:gs pos="100000">
                        <a:schemeClr val="accen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17" name="Google Shape;517;p2"/>
                  <p:cNvSpPr/>
                  <p:nvPr/>
                </p:nvSpPr>
                <p:spPr>
                  <a:xfrm>
                    <a:off x="4269024" y="620688"/>
                    <a:ext cx="648072" cy="6480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518" name="Google Shape;518;p2"/>
              <p:cNvSpPr txBox="1"/>
              <p:nvPr/>
            </p:nvSpPr>
            <p:spPr>
              <a:xfrm>
                <a:off x="3748968" y="674410"/>
                <a:ext cx="6699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01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9" name="Google Shape;519;p2"/>
          <p:cNvGrpSpPr/>
          <p:nvPr/>
        </p:nvGrpSpPr>
        <p:grpSpPr>
          <a:xfrm>
            <a:off x="4716549" y="2138925"/>
            <a:ext cx="7195198" cy="859686"/>
            <a:chOff x="3657616" y="440668"/>
            <a:chExt cx="7195198" cy="859686"/>
          </a:xfrm>
        </p:grpSpPr>
        <p:sp>
          <p:nvSpPr>
            <p:cNvPr id="520" name="Google Shape;520;p2"/>
            <p:cNvSpPr/>
            <p:nvPr/>
          </p:nvSpPr>
          <p:spPr>
            <a:xfrm>
              <a:off x="3657616" y="440668"/>
              <a:ext cx="4644516" cy="85968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7E6B2"/>
                </a:gs>
                <a:gs pos="100000">
                  <a:srgbClr val="E2F2D7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21" name="Google Shape;521;p2"/>
            <p:cNvSpPr txBox="1"/>
            <p:nvPr/>
          </p:nvSpPr>
          <p:spPr>
            <a:xfrm>
              <a:off x="4601587" y="636144"/>
              <a:ext cx="6251227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1B294E"/>
                  </a:solidFill>
                  <a:effectLst/>
                  <a:uLnTx/>
                  <a:uFillTx/>
                  <a:latin typeface="Corben"/>
                  <a:ea typeface="Corben"/>
                  <a:cs typeface="Corben"/>
                  <a:sym typeface="Corben"/>
                </a:rPr>
                <a:t>Introduction to Git Actions</a:t>
              </a: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B294E"/>
                </a:solidFill>
                <a:effectLst/>
                <a:uLnTx/>
                <a:uFillTx/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522" name="Google Shape;522;p2"/>
            <p:cNvGrpSpPr/>
            <p:nvPr/>
          </p:nvGrpSpPr>
          <p:grpSpPr>
            <a:xfrm>
              <a:off x="3657616" y="440668"/>
              <a:ext cx="852620" cy="852620"/>
              <a:chOff x="3657616" y="440668"/>
              <a:chExt cx="852620" cy="852620"/>
            </a:xfrm>
          </p:grpSpPr>
          <p:grpSp>
            <p:nvGrpSpPr>
              <p:cNvPr id="523" name="Google Shape;523;p2"/>
              <p:cNvGrpSpPr/>
              <p:nvPr/>
            </p:nvGrpSpPr>
            <p:grpSpPr>
              <a:xfrm>
                <a:off x="3657616" y="440668"/>
                <a:ext cx="852620" cy="852620"/>
                <a:chOff x="3657616" y="440668"/>
                <a:chExt cx="1008112" cy="1008112"/>
              </a:xfrm>
            </p:grpSpPr>
            <p:sp>
              <p:nvSpPr>
                <p:cNvPr id="524" name="Google Shape;524;p2"/>
                <p:cNvSpPr/>
                <p:nvPr/>
              </p:nvSpPr>
              <p:spPr>
                <a:xfrm>
                  <a:off x="3657616" y="440668"/>
                  <a:ext cx="1008112" cy="1008112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25" name="Google Shape;525;p2"/>
                <p:cNvGrpSpPr/>
                <p:nvPr/>
              </p:nvGrpSpPr>
              <p:grpSpPr>
                <a:xfrm>
                  <a:off x="3765628" y="548680"/>
                  <a:ext cx="792088" cy="792088"/>
                  <a:chOff x="4197016" y="548680"/>
                  <a:chExt cx="792088" cy="792088"/>
                </a:xfrm>
              </p:grpSpPr>
              <p:sp>
                <p:nvSpPr>
                  <p:cNvPr id="526" name="Google Shape;526;p2"/>
                  <p:cNvSpPr/>
                  <p:nvPr/>
                </p:nvSpPr>
                <p:spPr>
                  <a:xfrm>
                    <a:off x="4197016" y="548680"/>
                    <a:ext cx="792088" cy="792088"/>
                  </a:xfrm>
                  <a:prstGeom prst="ellipse">
                    <a:avLst/>
                  </a:prstGeom>
                  <a:gradFill>
                    <a:gsLst>
                      <a:gs pos="0">
                        <a:srgbClr val="C7E6B2"/>
                      </a:gs>
                      <a:gs pos="100000">
                        <a:schemeClr val="accen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27" name="Google Shape;527;p2"/>
                  <p:cNvSpPr/>
                  <p:nvPr/>
                </p:nvSpPr>
                <p:spPr>
                  <a:xfrm>
                    <a:off x="4269024" y="620688"/>
                    <a:ext cx="648072" cy="6480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528" name="Google Shape;528;p2"/>
              <p:cNvSpPr txBox="1"/>
              <p:nvPr/>
            </p:nvSpPr>
            <p:spPr>
              <a:xfrm>
                <a:off x="3748968" y="674410"/>
                <a:ext cx="6699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02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29" name="Google Shape;529;p2"/>
          <p:cNvGrpSpPr/>
          <p:nvPr/>
        </p:nvGrpSpPr>
        <p:grpSpPr>
          <a:xfrm>
            <a:off x="5023671" y="3788587"/>
            <a:ext cx="6475255" cy="900677"/>
            <a:chOff x="3657616" y="399677"/>
            <a:chExt cx="5629459" cy="900677"/>
          </a:xfrm>
        </p:grpSpPr>
        <p:sp>
          <p:nvSpPr>
            <p:cNvPr id="530" name="Google Shape;530;p2"/>
            <p:cNvSpPr/>
            <p:nvPr/>
          </p:nvSpPr>
          <p:spPr>
            <a:xfrm>
              <a:off x="3657616" y="440668"/>
              <a:ext cx="4644516" cy="85968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7E6B2"/>
                </a:gs>
                <a:gs pos="100000">
                  <a:srgbClr val="E2F2D7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31" name="Google Shape;531;p2"/>
            <p:cNvSpPr txBox="1"/>
            <p:nvPr/>
          </p:nvSpPr>
          <p:spPr>
            <a:xfrm>
              <a:off x="4479785" y="399677"/>
              <a:ext cx="4807290" cy="4984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1B294E"/>
                </a:solidFill>
                <a:effectLst/>
                <a:uLnTx/>
                <a:uFillTx/>
                <a:latin typeface="Corben"/>
                <a:ea typeface="Corben"/>
                <a:cs typeface="Corben"/>
                <a:sym typeface="Corben"/>
              </a:endParaRPr>
            </a:p>
          </p:txBody>
        </p:sp>
        <p:grpSp>
          <p:nvGrpSpPr>
            <p:cNvPr id="532" name="Google Shape;532;p2"/>
            <p:cNvGrpSpPr/>
            <p:nvPr/>
          </p:nvGrpSpPr>
          <p:grpSpPr>
            <a:xfrm>
              <a:off x="3657616" y="440668"/>
              <a:ext cx="852620" cy="852620"/>
              <a:chOff x="3657616" y="440668"/>
              <a:chExt cx="852620" cy="852620"/>
            </a:xfrm>
          </p:grpSpPr>
          <p:grpSp>
            <p:nvGrpSpPr>
              <p:cNvPr id="533" name="Google Shape;533;p2"/>
              <p:cNvGrpSpPr/>
              <p:nvPr/>
            </p:nvGrpSpPr>
            <p:grpSpPr>
              <a:xfrm>
                <a:off x="3657616" y="440668"/>
                <a:ext cx="852620" cy="852620"/>
                <a:chOff x="3657616" y="440668"/>
                <a:chExt cx="1008112" cy="1008112"/>
              </a:xfrm>
            </p:grpSpPr>
            <p:sp>
              <p:nvSpPr>
                <p:cNvPr id="534" name="Google Shape;534;p2"/>
                <p:cNvSpPr/>
                <p:nvPr/>
              </p:nvSpPr>
              <p:spPr>
                <a:xfrm>
                  <a:off x="3657616" y="440668"/>
                  <a:ext cx="1008112" cy="1008112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35" name="Google Shape;535;p2"/>
                <p:cNvGrpSpPr/>
                <p:nvPr/>
              </p:nvGrpSpPr>
              <p:grpSpPr>
                <a:xfrm>
                  <a:off x="3765628" y="548680"/>
                  <a:ext cx="792088" cy="792088"/>
                  <a:chOff x="4197016" y="548680"/>
                  <a:chExt cx="792088" cy="792088"/>
                </a:xfrm>
              </p:grpSpPr>
              <p:sp>
                <p:nvSpPr>
                  <p:cNvPr id="536" name="Google Shape;536;p2"/>
                  <p:cNvSpPr/>
                  <p:nvPr/>
                </p:nvSpPr>
                <p:spPr>
                  <a:xfrm>
                    <a:off x="4197016" y="548680"/>
                    <a:ext cx="792088" cy="792088"/>
                  </a:xfrm>
                  <a:prstGeom prst="ellipse">
                    <a:avLst/>
                  </a:prstGeom>
                  <a:gradFill>
                    <a:gsLst>
                      <a:gs pos="0">
                        <a:srgbClr val="C7E6B2"/>
                      </a:gs>
                      <a:gs pos="100000">
                        <a:schemeClr val="accen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37" name="Google Shape;537;p2"/>
                  <p:cNvSpPr/>
                  <p:nvPr/>
                </p:nvSpPr>
                <p:spPr>
                  <a:xfrm>
                    <a:off x="4269024" y="620688"/>
                    <a:ext cx="648072" cy="6480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538" name="Google Shape;538;p2"/>
              <p:cNvSpPr txBox="1"/>
              <p:nvPr/>
            </p:nvSpPr>
            <p:spPr>
              <a:xfrm>
                <a:off x="3748968" y="674410"/>
                <a:ext cx="6699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03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9" name="Google Shape;539;p2"/>
          <p:cNvGrpSpPr/>
          <p:nvPr/>
        </p:nvGrpSpPr>
        <p:grpSpPr>
          <a:xfrm>
            <a:off x="4831467" y="5520231"/>
            <a:ext cx="7195198" cy="859686"/>
            <a:chOff x="3657616" y="440668"/>
            <a:chExt cx="7195198" cy="859686"/>
          </a:xfrm>
        </p:grpSpPr>
        <p:sp>
          <p:nvSpPr>
            <p:cNvPr id="540" name="Google Shape;540;p2"/>
            <p:cNvSpPr/>
            <p:nvPr/>
          </p:nvSpPr>
          <p:spPr>
            <a:xfrm>
              <a:off x="3657616" y="440668"/>
              <a:ext cx="4644516" cy="85968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7E6B2"/>
                </a:gs>
                <a:gs pos="100000">
                  <a:srgbClr val="E2F2D7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41" name="Google Shape;541;p2"/>
            <p:cNvSpPr txBox="1"/>
            <p:nvPr/>
          </p:nvSpPr>
          <p:spPr>
            <a:xfrm>
              <a:off x="4601587" y="636144"/>
              <a:ext cx="6251227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1B294E"/>
                  </a:solidFill>
                  <a:effectLst/>
                  <a:uLnTx/>
                  <a:uFillTx/>
                  <a:latin typeface="Corben"/>
                  <a:ea typeface="Corben"/>
                  <a:cs typeface="Corben"/>
                  <a:sym typeface="Corben"/>
                </a:rPr>
                <a:t>Fix and Verify </a:t>
              </a: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srgbClr val="1B294E"/>
                  </a:solidFill>
                  <a:effectLst/>
                  <a:uLnTx/>
                  <a:uFillTx/>
                  <a:latin typeface="Corben"/>
                  <a:ea typeface="Corben"/>
                  <a:cs typeface="Corben"/>
                  <a:sym typeface="Corben"/>
                </a:rPr>
                <a:t>ts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1B294E"/>
                  </a:solidFill>
                  <a:effectLst/>
                  <a:uLnTx/>
                  <a:uFillTx/>
                  <a:latin typeface="Corben"/>
                  <a:ea typeface="Corben"/>
                  <a:cs typeface="Corben"/>
                  <a:sym typeface="Corben"/>
                </a:rPr>
                <a:t> deployment</a:t>
              </a:r>
              <a:endPara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1B294E"/>
                </a:solidFill>
                <a:effectLst/>
                <a:uLnTx/>
                <a:uFillTx/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542" name="Google Shape;542;p2"/>
            <p:cNvGrpSpPr/>
            <p:nvPr/>
          </p:nvGrpSpPr>
          <p:grpSpPr>
            <a:xfrm>
              <a:off x="3657616" y="440668"/>
              <a:ext cx="852620" cy="852620"/>
              <a:chOff x="3657616" y="440668"/>
              <a:chExt cx="852620" cy="852620"/>
            </a:xfrm>
          </p:grpSpPr>
          <p:grpSp>
            <p:nvGrpSpPr>
              <p:cNvPr id="543" name="Google Shape;543;p2"/>
              <p:cNvGrpSpPr/>
              <p:nvPr/>
            </p:nvGrpSpPr>
            <p:grpSpPr>
              <a:xfrm>
                <a:off x="3657616" y="440668"/>
                <a:ext cx="852620" cy="852620"/>
                <a:chOff x="3657616" y="440668"/>
                <a:chExt cx="1008112" cy="1008112"/>
              </a:xfrm>
            </p:grpSpPr>
            <p:sp>
              <p:nvSpPr>
                <p:cNvPr id="544" name="Google Shape;544;p2"/>
                <p:cNvSpPr/>
                <p:nvPr/>
              </p:nvSpPr>
              <p:spPr>
                <a:xfrm>
                  <a:off x="3657616" y="440668"/>
                  <a:ext cx="1008112" cy="1008112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545" name="Google Shape;545;p2"/>
                <p:cNvGrpSpPr/>
                <p:nvPr/>
              </p:nvGrpSpPr>
              <p:grpSpPr>
                <a:xfrm>
                  <a:off x="3765628" y="548680"/>
                  <a:ext cx="792088" cy="792088"/>
                  <a:chOff x="4197016" y="548680"/>
                  <a:chExt cx="792088" cy="792088"/>
                </a:xfrm>
              </p:grpSpPr>
              <p:sp>
                <p:nvSpPr>
                  <p:cNvPr id="546" name="Google Shape;546;p2"/>
                  <p:cNvSpPr/>
                  <p:nvPr/>
                </p:nvSpPr>
                <p:spPr>
                  <a:xfrm>
                    <a:off x="4197016" y="548680"/>
                    <a:ext cx="792088" cy="792088"/>
                  </a:xfrm>
                  <a:prstGeom prst="ellipse">
                    <a:avLst/>
                  </a:prstGeom>
                  <a:gradFill>
                    <a:gsLst>
                      <a:gs pos="0">
                        <a:srgbClr val="C7E6B2"/>
                      </a:gs>
                      <a:gs pos="100000">
                        <a:schemeClr val="accen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  <p:sp>
                <p:nvSpPr>
                  <p:cNvPr id="547" name="Google Shape;547;p2"/>
                  <p:cNvSpPr/>
                  <p:nvPr/>
                </p:nvSpPr>
                <p:spPr>
                  <a:xfrm>
                    <a:off x="4269024" y="620688"/>
                    <a:ext cx="648072" cy="64807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Quattrocento Sans"/>
                      <a:ea typeface="Quattrocento Sans"/>
                      <a:cs typeface="Quattrocento Sans"/>
                      <a:sym typeface="Quattrocento Sans"/>
                    </a:endParaRPr>
                  </a:p>
                </p:txBody>
              </p:sp>
            </p:grpSp>
          </p:grpSp>
          <p:sp>
            <p:nvSpPr>
              <p:cNvPr id="548" name="Google Shape;548;p2"/>
              <p:cNvSpPr txBox="1"/>
              <p:nvPr/>
            </p:nvSpPr>
            <p:spPr>
              <a:xfrm>
                <a:off x="3748968" y="674410"/>
                <a:ext cx="6699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04</a:t>
                </a: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550" name="Google Shape;55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7569" y="6255475"/>
            <a:ext cx="662338" cy="632616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"/>
          <p:cNvSpPr txBox="1"/>
          <p:nvPr/>
        </p:nvSpPr>
        <p:spPr>
          <a:xfrm>
            <a:off x="9475983" y="6498485"/>
            <a:ext cx="300256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75C042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75C042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sp>
        <p:nvSpPr>
          <p:cNvPr id="553" name="Google Shape;553;p2"/>
          <p:cNvSpPr txBox="1"/>
          <p:nvPr/>
        </p:nvSpPr>
        <p:spPr>
          <a:xfrm>
            <a:off x="5978935" y="4041964"/>
            <a:ext cx="58407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1B294E"/>
                </a:solidFill>
                <a:effectLst/>
                <a:uLnTx/>
                <a:uFillTx/>
                <a:latin typeface="Corben"/>
                <a:ea typeface="Corben"/>
                <a:cs typeface="Corben"/>
                <a:sym typeface="Corben"/>
              </a:rPr>
              <a:t>Phases of</a:t>
            </a:r>
            <a:r>
              <a:rPr kumimoji="0" lang="en-US" sz="2400" b="0" i="0" u="none" strike="noStrike" kern="0" cap="none" spc="0" normalizeH="0" noProof="0" dirty="0">
                <a:ln>
                  <a:noFill/>
                </a:ln>
                <a:solidFill>
                  <a:srgbClr val="1B294E"/>
                </a:solidFill>
                <a:effectLst/>
                <a:uLnTx/>
                <a:uFillTx/>
                <a:latin typeface="Corben"/>
                <a:ea typeface="Corben"/>
                <a:cs typeface="Corben"/>
                <a:sym typeface="Corben"/>
              </a:rPr>
              <a:t> CI/CD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1B294E"/>
              </a:solidFill>
              <a:effectLst/>
              <a:uLnTx/>
              <a:uFillTx/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0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2069" y="0"/>
            <a:ext cx="655169" cy="64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30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" grpId="0"/>
      <p:bldP spid="5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"/>
          <p:cNvSpPr/>
          <p:nvPr/>
        </p:nvSpPr>
        <p:spPr>
          <a:xfrm>
            <a:off x="8658535" y="1781064"/>
            <a:ext cx="2729971" cy="1677619"/>
          </a:xfrm>
          <a:prstGeom prst="roundRect">
            <a:avLst>
              <a:gd name="adj" fmla="val 7261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7" name="Google Shape;577;p4"/>
          <p:cNvSpPr/>
          <p:nvPr/>
        </p:nvSpPr>
        <p:spPr>
          <a:xfrm>
            <a:off x="5797272" y="1781064"/>
            <a:ext cx="2729971" cy="1677619"/>
          </a:xfrm>
          <a:prstGeom prst="roundRect">
            <a:avLst>
              <a:gd name="adj" fmla="val 7261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8" name="Google Shape;578;p4"/>
          <p:cNvSpPr/>
          <p:nvPr/>
        </p:nvSpPr>
        <p:spPr>
          <a:xfrm>
            <a:off x="2755299" y="1781064"/>
            <a:ext cx="2729971" cy="1677619"/>
          </a:xfrm>
          <a:prstGeom prst="roundRect">
            <a:avLst>
              <a:gd name="adj" fmla="val 7261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9" name="Google Shape;579;p4"/>
          <p:cNvSpPr/>
          <p:nvPr/>
        </p:nvSpPr>
        <p:spPr>
          <a:xfrm>
            <a:off x="-77756" y="1781064"/>
            <a:ext cx="2729971" cy="1677619"/>
          </a:xfrm>
          <a:prstGeom prst="roundRect">
            <a:avLst>
              <a:gd name="adj" fmla="val 7261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0" name="Google Shape;580;p4"/>
          <p:cNvSpPr/>
          <p:nvPr/>
        </p:nvSpPr>
        <p:spPr>
          <a:xfrm>
            <a:off x="6369791" y="3519039"/>
            <a:ext cx="2530466" cy="312202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E2F2D7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1" name="Google Shape;581;p4"/>
          <p:cNvSpPr/>
          <p:nvPr/>
        </p:nvSpPr>
        <p:spPr>
          <a:xfrm>
            <a:off x="608637" y="3547062"/>
            <a:ext cx="2530466" cy="312202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E2F2D7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2" name="Google Shape;582;p4"/>
          <p:cNvSpPr/>
          <p:nvPr/>
        </p:nvSpPr>
        <p:spPr>
          <a:xfrm>
            <a:off x="0" y="3161586"/>
            <a:ext cx="12188825" cy="3854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3" name="Google Shape;583;p4"/>
          <p:cNvSpPr/>
          <p:nvPr/>
        </p:nvSpPr>
        <p:spPr>
          <a:xfrm>
            <a:off x="7028729" y="3181193"/>
            <a:ext cx="995123" cy="365959"/>
          </a:xfrm>
          <a:custGeom>
            <a:avLst/>
            <a:gdLst/>
            <a:ahLst/>
            <a:cxnLst/>
            <a:rect l="l" t="t" r="r" b="b"/>
            <a:pathLst>
              <a:path w="995123" h="365959" extrusionOk="0">
                <a:moveTo>
                  <a:pt x="497561" y="0"/>
                </a:moveTo>
                <a:cubicBezTo>
                  <a:pt x="714884" y="0"/>
                  <a:pt x="901345" y="132131"/>
                  <a:pt x="980993" y="320440"/>
                </a:cubicBezTo>
                <a:lnTo>
                  <a:pt x="995123" y="365959"/>
                </a:lnTo>
                <a:lnTo>
                  <a:pt x="0" y="365959"/>
                </a:lnTo>
                <a:lnTo>
                  <a:pt x="14130" y="320440"/>
                </a:lnTo>
                <a:cubicBezTo>
                  <a:pt x="93778" y="132131"/>
                  <a:pt x="280239" y="0"/>
                  <a:pt x="497561" y="0"/>
                </a:cubicBezTo>
                <a:close/>
              </a:path>
            </a:pathLst>
          </a:custGeom>
          <a:solidFill>
            <a:srgbClr val="C7E6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4" name="Google Shape;584;p4"/>
          <p:cNvSpPr/>
          <p:nvPr/>
        </p:nvSpPr>
        <p:spPr>
          <a:xfrm>
            <a:off x="6426329" y="1210470"/>
            <a:ext cx="2172231" cy="1584167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5" name="Google Shape;585;p4"/>
          <p:cNvSpPr txBox="1"/>
          <p:nvPr/>
        </p:nvSpPr>
        <p:spPr>
          <a:xfrm>
            <a:off x="6394048" y="1466844"/>
            <a:ext cx="2251909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0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SAP Cloud SDK &amp; Fiori/UI5 in TypeScript</a:t>
            </a:r>
            <a:endParaRPr sz="20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6" name="Google Shape;586;p4"/>
          <p:cNvSpPr/>
          <p:nvPr/>
        </p:nvSpPr>
        <p:spPr>
          <a:xfrm rot="8090038" flipH="1">
            <a:off x="7079823" y="2720929"/>
            <a:ext cx="892937" cy="901138"/>
          </a:xfrm>
          <a:custGeom>
            <a:avLst/>
            <a:gdLst/>
            <a:ahLst/>
            <a:cxnLst/>
            <a:rect l="l" t="t" r="r" b="b"/>
            <a:pathLst>
              <a:path w="314" h="315" extrusionOk="0">
                <a:moveTo>
                  <a:pt x="127" y="0"/>
                </a:moveTo>
                <a:cubicBezTo>
                  <a:pt x="141" y="97"/>
                  <a:pt x="217" y="174"/>
                  <a:pt x="314" y="189"/>
                </a:cubicBezTo>
                <a:cubicBezTo>
                  <a:pt x="187" y="315"/>
                  <a:pt x="187" y="315"/>
                  <a:pt x="187" y="315"/>
                </a:cubicBezTo>
                <a:cubicBezTo>
                  <a:pt x="173" y="217"/>
                  <a:pt x="97" y="140"/>
                  <a:pt x="0" y="125"/>
                </a:cubicBezTo>
                <a:lnTo>
                  <a:pt x="127" y="0"/>
                </a:lnTo>
                <a:close/>
              </a:path>
            </a:pathLst>
          </a:custGeom>
          <a:gradFill>
            <a:gsLst>
              <a:gs pos="0">
                <a:srgbClr val="75C042">
                  <a:alpha val="89803"/>
                </a:srgbClr>
              </a:gs>
              <a:gs pos="100000">
                <a:srgbClr val="ACD98C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7" name="Google Shape;587;p4"/>
          <p:cNvSpPr txBox="1">
            <a:spLocks noGrp="1"/>
          </p:cNvSpPr>
          <p:nvPr>
            <p:ph type="title"/>
          </p:nvPr>
        </p:nvSpPr>
        <p:spPr>
          <a:xfrm>
            <a:off x="444224" y="146584"/>
            <a:ext cx="10491783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0" bIns="60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orben"/>
              <a:buNone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orben"/>
                <a:ea typeface="Corben"/>
                <a:cs typeface="Corben"/>
                <a:sym typeface="Corben"/>
              </a:rPr>
              <a:t>Course Outlook – 10 Hours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588" name="Google Shape;588;p4"/>
          <p:cNvGrpSpPr/>
          <p:nvPr/>
        </p:nvGrpSpPr>
        <p:grpSpPr>
          <a:xfrm>
            <a:off x="2843798" y="2846872"/>
            <a:ext cx="620814" cy="620814"/>
            <a:chOff x="2892364" y="2878815"/>
            <a:chExt cx="385476" cy="385476"/>
          </a:xfrm>
        </p:grpSpPr>
        <p:sp>
          <p:nvSpPr>
            <p:cNvPr id="589" name="Google Shape;589;p4"/>
            <p:cNvSpPr/>
            <p:nvPr/>
          </p:nvSpPr>
          <p:spPr>
            <a:xfrm>
              <a:off x="2892364" y="2878815"/>
              <a:ext cx="385476" cy="385476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71BE3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590" name="Google Shape;590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14091" y="3001688"/>
              <a:ext cx="142022" cy="1397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1" name="Google Shape;591;p4"/>
          <p:cNvSpPr txBox="1"/>
          <p:nvPr/>
        </p:nvSpPr>
        <p:spPr>
          <a:xfrm>
            <a:off x="736637" y="4002834"/>
            <a:ext cx="21730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2000" dirty="0"/>
              <a:t>This module covers only the TypeScript concepts that do not exist in JavaScript.</a:t>
            </a:r>
            <a:endParaRPr sz="3200" dirty="0">
              <a:solidFill>
                <a:srgbClr val="322A2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2" name="Google Shape;592;p4"/>
          <p:cNvSpPr txBox="1"/>
          <p:nvPr/>
        </p:nvSpPr>
        <p:spPr>
          <a:xfrm>
            <a:off x="3569487" y="3989849"/>
            <a:ext cx="2173035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2000" dirty="0">
                <a:solidFill>
                  <a:srgbClr val="2C2C2C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It focuses entirely on what changes when moving an existing CAP JavaScript project to TypeScript. </a:t>
            </a:r>
            <a:endParaRPr sz="2000" dirty="0">
              <a:solidFill>
                <a:srgbClr val="322A2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3" name="Google Shape;593;p4"/>
          <p:cNvSpPr txBox="1"/>
          <p:nvPr/>
        </p:nvSpPr>
        <p:spPr>
          <a:xfrm>
            <a:off x="6530824" y="4002834"/>
            <a:ext cx="217303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1600" dirty="0">
                <a:solidFill>
                  <a:srgbClr val="2C2C2C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This module covers the TypeScript-specific changes for two distinct areas: backend API consumption using the SAP Cloud SDK, and frontend Fiori/UI5 development</a:t>
            </a:r>
            <a:endParaRPr sz="1600" dirty="0">
              <a:solidFill>
                <a:srgbClr val="322A2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4" name="Google Shape;594;p4"/>
          <p:cNvSpPr txBox="1"/>
          <p:nvPr/>
        </p:nvSpPr>
        <p:spPr>
          <a:xfrm>
            <a:off x="9203121" y="3989849"/>
            <a:ext cx="2377067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1800" dirty="0">
                <a:solidFill>
                  <a:srgbClr val="2C2C2C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The final module covers the deployment pipeline changes needed to support TypeScript in an existing BTP project. </a:t>
            </a:r>
            <a:endParaRPr sz="1800" dirty="0">
              <a:solidFill>
                <a:srgbClr val="322A2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5" name="Google Shape;595;p4"/>
          <p:cNvSpPr/>
          <p:nvPr/>
        </p:nvSpPr>
        <p:spPr>
          <a:xfrm>
            <a:off x="1211841" y="3181193"/>
            <a:ext cx="995123" cy="365959"/>
          </a:xfrm>
          <a:custGeom>
            <a:avLst/>
            <a:gdLst/>
            <a:ahLst/>
            <a:cxnLst/>
            <a:rect l="l" t="t" r="r" b="b"/>
            <a:pathLst>
              <a:path w="995123" h="365959" extrusionOk="0">
                <a:moveTo>
                  <a:pt x="497561" y="0"/>
                </a:moveTo>
                <a:cubicBezTo>
                  <a:pt x="714884" y="0"/>
                  <a:pt x="901345" y="132131"/>
                  <a:pt x="980993" y="320440"/>
                </a:cubicBezTo>
                <a:lnTo>
                  <a:pt x="995123" y="365959"/>
                </a:lnTo>
                <a:lnTo>
                  <a:pt x="0" y="365959"/>
                </a:lnTo>
                <a:lnTo>
                  <a:pt x="14130" y="320440"/>
                </a:lnTo>
                <a:cubicBezTo>
                  <a:pt x="93778" y="132131"/>
                  <a:pt x="280239" y="0"/>
                  <a:pt x="497561" y="0"/>
                </a:cubicBezTo>
                <a:close/>
              </a:path>
            </a:pathLst>
          </a:custGeom>
          <a:solidFill>
            <a:srgbClr val="C7E6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6" name="Google Shape;596;p4"/>
          <p:cNvSpPr/>
          <p:nvPr/>
        </p:nvSpPr>
        <p:spPr>
          <a:xfrm>
            <a:off x="609441" y="1210470"/>
            <a:ext cx="2172231" cy="1584167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7" name="Google Shape;597;p4"/>
          <p:cNvSpPr txBox="1"/>
          <p:nvPr/>
        </p:nvSpPr>
        <p:spPr>
          <a:xfrm>
            <a:off x="608637" y="1327074"/>
            <a:ext cx="213481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Type Script Basics for Transition</a:t>
            </a:r>
            <a:endParaRPr sz="24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8" name="Google Shape;598;p4"/>
          <p:cNvSpPr/>
          <p:nvPr/>
        </p:nvSpPr>
        <p:spPr>
          <a:xfrm rot="8090038" flipH="1">
            <a:off x="1262935" y="2720929"/>
            <a:ext cx="892937" cy="901138"/>
          </a:xfrm>
          <a:custGeom>
            <a:avLst/>
            <a:gdLst/>
            <a:ahLst/>
            <a:cxnLst/>
            <a:rect l="l" t="t" r="r" b="b"/>
            <a:pathLst>
              <a:path w="314" h="315" extrusionOk="0">
                <a:moveTo>
                  <a:pt x="127" y="0"/>
                </a:moveTo>
                <a:cubicBezTo>
                  <a:pt x="141" y="97"/>
                  <a:pt x="217" y="174"/>
                  <a:pt x="314" y="189"/>
                </a:cubicBezTo>
                <a:cubicBezTo>
                  <a:pt x="187" y="315"/>
                  <a:pt x="187" y="315"/>
                  <a:pt x="187" y="315"/>
                </a:cubicBezTo>
                <a:cubicBezTo>
                  <a:pt x="173" y="217"/>
                  <a:pt x="97" y="140"/>
                  <a:pt x="0" y="125"/>
                </a:cubicBezTo>
                <a:lnTo>
                  <a:pt x="127" y="0"/>
                </a:lnTo>
                <a:close/>
              </a:path>
            </a:pathLst>
          </a:custGeom>
          <a:gradFill>
            <a:gsLst>
              <a:gs pos="0">
                <a:srgbClr val="75C042">
                  <a:alpha val="89803"/>
                </a:srgbClr>
              </a:gs>
              <a:gs pos="100000">
                <a:srgbClr val="ACD98C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9" name="Google Shape;599;p4"/>
          <p:cNvSpPr/>
          <p:nvPr/>
        </p:nvSpPr>
        <p:spPr>
          <a:xfrm>
            <a:off x="4120285" y="3181193"/>
            <a:ext cx="995123" cy="365959"/>
          </a:xfrm>
          <a:custGeom>
            <a:avLst/>
            <a:gdLst/>
            <a:ahLst/>
            <a:cxnLst/>
            <a:rect l="l" t="t" r="r" b="b"/>
            <a:pathLst>
              <a:path w="995123" h="365959" extrusionOk="0">
                <a:moveTo>
                  <a:pt x="497561" y="0"/>
                </a:moveTo>
                <a:cubicBezTo>
                  <a:pt x="714884" y="0"/>
                  <a:pt x="901345" y="132131"/>
                  <a:pt x="980993" y="320440"/>
                </a:cubicBezTo>
                <a:lnTo>
                  <a:pt x="995123" y="365959"/>
                </a:lnTo>
                <a:lnTo>
                  <a:pt x="0" y="365959"/>
                </a:lnTo>
                <a:lnTo>
                  <a:pt x="14130" y="320440"/>
                </a:lnTo>
                <a:cubicBezTo>
                  <a:pt x="93778" y="132131"/>
                  <a:pt x="280239" y="0"/>
                  <a:pt x="497561" y="0"/>
                </a:cubicBezTo>
                <a:close/>
              </a:path>
            </a:pathLst>
          </a:custGeom>
          <a:solidFill>
            <a:srgbClr val="5791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0" name="Google Shape;600;p4"/>
          <p:cNvSpPr/>
          <p:nvPr/>
        </p:nvSpPr>
        <p:spPr>
          <a:xfrm>
            <a:off x="3517885" y="1210470"/>
            <a:ext cx="2172231" cy="1584167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1" name="Google Shape;601;p4"/>
          <p:cNvSpPr txBox="1"/>
          <p:nvPr/>
        </p:nvSpPr>
        <p:spPr>
          <a:xfrm>
            <a:off x="3594050" y="1489788"/>
            <a:ext cx="201989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CAP in Type Script</a:t>
            </a:r>
            <a:endParaRPr sz="24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2" name="Google Shape;602;p4"/>
          <p:cNvSpPr/>
          <p:nvPr/>
        </p:nvSpPr>
        <p:spPr>
          <a:xfrm rot="8090038" flipH="1">
            <a:off x="4171379" y="2720929"/>
            <a:ext cx="892937" cy="901138"/>
          </a:xfrm>
          <a:custGeom>
            <a:avLst/>
            <a:gdLst/>
            <a:ahLst/>
            <a:cxnLst/>
            <a:rect l="l" t="t" r="r" b="b"/>
            <a:pathLst>
              <a:path w="314" h="315" extrusionOk="0">
                <a:moveTo>
                  <a:pt x="127" y="0"/>
                </a:moveTo>
                <a:cubicBezTo>
                  <a:pt x="141" y="97"/>
                  <a:pt x="217" y="174"/>
                  <a:pt x="314" y="189"/>
                </a:cubicBezTo>
                <a:cubicBezTo>
                  <a:pt x="187" y="315"/>
                  <a:pt x="187" y="315"/>
                  <a:pt x="187" y="315"/>
                </a:cubicBezTo>
                <a:cubicBezTo>
                  <a:pt x="173" y="217"/>
                  <a:pt x="97" y="140"/>
                  <a:pt x="0" y="125"/>
                </a:cubicBezTo>
                <a:lnTo>
                  <a:pt x="127" y="0"/>
                </a:lnTo>
                <a:close/>
              </a:path>
            </a:pathLst>
          </a:custGeom>
          <a:gradFill>
            <a:gsLst>
              <a:gs pos="0">
                <a:srgbClr val="75C042">
                  <a:alpha val="89803"/>
                </a:srgbClr>
              </a:gs>
              <a:gs pos="100000">
                <a:srgbClr val="ACD98C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03" name="Google Shape;603;p4"/>
          <p:cNvGrpSpPr/>
          <p:nvPr/>
        </p:nvGrpSpPr>
        <p:grpSpPr>
          <a:xfrm>
            <a:off x="5750339" y="2846872"/>
            <a:ext cx="620814" cy="620814"/>
            <a:chOff x="2892364" y="2878815"/>
            <a:chExt cx="385476" cy="385476"/>
          </a:xfrm>
        </p:grpSpPr>
        <p:sp>
          <p:nvSpPr>
            <p:cNvPr id="604" name="Google Shape;604;p4"/>
            <p:cNvSpPr/>
            <p:nvPr/>
          </p:nvSpPr>
          <p:spPr>
            <a:xfrm>
              <a:off x="2892364" y="2878815"/>
              <a:ext cx="385476" cy="385476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71BE3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605" name="Google Shape;605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14091" y="3001688"/>
              <a:ext cx="142022" cy="1397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6" name="Google Shape;606;p4"/>
          <p:cNvGrpSpPr/>
          <p:nvPr/>
        </p:nvGrpSpPr>
        <p:grpSpPr>
          <a:xfrm>
            <a:off x="9393617" y="1176900"/>
            <a:ext cx="2172231" cy="2407496"/>
            <a:chOff x="4262167" y="1124744"/>
            <a:chExt cx="2172231" cy="2407496"/>
          </a:xfrm>
        </p:grpSpPr>
        <p:sp>
          <p:nvSpPr>
            <p:cNvPr id="607" name="Google Shape;607;p4"/>
            <p:cNvSpPr/>
            <p:nvPr/>
          </p:nvSpPr>
          <p:spPr>
            <a:xfrm>
              <a:off x="4864567" y="3095467"/>
              <a:ext cx="995123" cy="365959"/>
            </a:xfrm>
            <a:custGeom>
              <a:avLst/>
              <a:gdLst/>
              <a:ahLst/>
              <a:cxnLst/>
              <a:rect l="l" t="t" r="r" b="b"/>
              <a:pathLst>
                <a:path w="995123" h="365959" extrusionOk="0">
                  <a:moveTo>
                    <a:pt x="497561" y="0"/>
                  </a:moveTo>
                  <a:cubicBezTo>
                    <a:pt x="714884" y="0"/>
                    <a:pt x="901345" y="132131"/>
                    <a:pt x="980993" y="320440"/>
                  </a:cubicBezTo>
                  <a:lnTo>
                    <a:pt x="995123" y="365959"/>
                  </a:lnTo>
                  <a:lnTo>
                    <a:pt x="0" y="365959"/>
                  </a:lnTo>
                  <a:lnTo>
                    <a:pt x="14130" y="320440"/>
                  </a:lnTo>
                  <a:cubicBezTo>
                    <a:pt x="93778" y="132131"/>
                    <a:pt x="280239" y="0"/>
                    <a:pt x="497561" y="0"/>
                  </a:cubicBezTo>
                  <a:close/>
                </a:path>
              </a:pathLst>
            </a:custGeom>
            <a:solidFill>
              <a:srgbClr val="5791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8" name="Google Shape;608;p4"/>
            <p:cNvSpPr/>
            <p:nvPr/>
          </p:nvSpPr>
          <p:spPr>
            <a:xfrm>
              <a:off x="4262167" y="1124744"/>
              <a:ext cx="2172231" cy="1584167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9" name="Google Shape;609;p4"/>
            <p:cNvSpPr txBox="1"/>
            <p:nvPr/>
          </p:nvSpPr>
          <p:spPr>
            <a:xfrm>
              <a:off x="4497166" y="1186280"/>
              <a:ext cx="1728192" cy="14772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CI/CD pipeline &amp; TypeScript-aware deployment</a:t>
              </a:r>
              <a:endParaRPr dirty="0"/>
            </a:p>
          </p:txBody>
        </p:sp>
        <p:sp>
          <p:nvSpPr>
            <p:cNvPr id="610" name="Google Shape;610;p4"/>
            <p:cNvSpPr/>
            <p:nvPr/>
          </p:nvSpPr>
          <p:spPr>
            <a:xfrm rot="8090038" flipH="1">
              <a:off x="4915661" y="2635203"/>
              <a:ext cx="892937" cy="901138"/>
            </a:xfrm>
            <a:custGeom>
              <a:avLst/>
              <a:gdLst/>
              <a:ahLst/>
              <a:cxnLst/>
              <a:rect l="l" t="t" r="r" b="b"/>
              <a:pathLst>
                <a:path w="314" h="315" extrusionOk="0">
                  <a:moveTo>
                    <a:pt x="127" y="0"/>
                  </a:moveTo>
                  <a:cubicBezTo>
                    <a:pt x="141" y="97"/>
                    <a:pt x="217" y="174"/>
                    <a:pt x="314" y="189"/>
                  </a:cubicBezTo>
                  <a:cubicBezTo>
                    <a:pt x="187" y="315"/>
                    <a:pt x="187" y="315"/>
                    <a:pt x="187" y="315"/>
                  </a:cubicBezTo>
                  <a:cubicBezTo>
                    <a:pt x="173" y="217"/>
                    <a:pt x="97" y="140"/>
                    <a:pt x="0" y="125"/>
                  </a:cubicBezTo>
                  <a:lnTo>
                    <a:pt x="127" y="0"/>
                  </a:lnTo>
                  <a:close/>
                </a:path>
              </a:pathLst>
            </a:custGeom>
            <a:gradFill>
              <a:gsLst>
                <a:gs pos="0">
                  <a:srgbClr val="75C042">
                    <a:alpha val="89803"/>
                  </a:srgbClr>
                </a:gs>
                <a:gs pos="100000">
                  <a:srgbClr val="ACD98C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611" name="Google Shape;611;p4"/>
          <p:cNvGrpSpPr/>
          <p:nvPr/>
        </p:nvGrpSpPr>
        <p:grpSpPr>
          <a:xfrm>
            <a:off x="8635461" y="2846872"/>
            <a:ext cx="620814" cy="620814"/>
            <a:chOff x="2892364" y="2878815"/>
            <a:chExt cx="385476" cy="385476"/>
          </a:xfrm>
        </p:grpSpPr>
        <p:sp>
          <p:nvSpPr>
            <p:cNvPr id="612" name="Google Shape;612;p4"/>
            <p:cNvSpPr/>
            <p:nvPr/>
          </p:nvSpPr>
          <p:spPr>
            <a:xfrm>
              <a:off x="2892364" y="2878815"/>
              <a:ext cx="385476" cy="385476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71BE3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pic>
          <p:nvPicPr>
            <p:cNvPr id="613" name="Google Shape;613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14091" y="3001688"/>
              <a:ext cx="142022" cy="1397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4" name="Google Shape;614;p4"/>
          <p:cNvSpPr/>
          <p:nvPr/>
        </p:nvSpPr>
        <p:spPr>
          <a:xfrm>
            <a:off x="821812" y="3805789"/>
            <a:ext cx="518029" cy="1082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5" name="Google Shape;615;p4"/>
          <p:cNvSpPr/>
          <p:nvPr/>
        </p:nvSpPr>
        <p:spPr>
          <a:xfrm>
            <a:off x="3583616" y="3805789"/>
            <a:ext cx="518029" cy="1082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6" name="Google Shape;616;p4"/>
          <p:cNvSpPr/>
          <p:nvPr/>
        </p:nvSpPr>
        <p:spPr>
          <a:xfrm>
            <a:off x="6632969" y="3805789"/>
            <a:ext cx="518029" cy="1082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7" name="Google Shape;617;p4"/>
          <p:cNvSpPr/>
          <p:nvPr/>
        </p:nvSpPr>
        <p:spPr>
          <a:xfrm>
            <a:off x="9419144" y="3805789"/>
            <a:ext cx="518029" cy="1082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" name="Google Shape;552;p2"/>
          <p:cNvSpPr txBox="1"/>
          <p:nvPr/>
        </p:nvSpPr>
        <p:spPr>
          <a:xfrm>
            <a:off x="9527526" y="6551489"/>
            <a:ext cx="300256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600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50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2069" y="0"/>
            <a:ext cx="655169" cy="64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E12C55-61D0-FC48-6DB5-FB88F350564C}"/>
              </a:ext>
            </a:extLst>
          </p:cNvPr>
          <p:cNvSpPr/>
          <p:nvPr/>
        </p:nvSpPr>
        <p:spPr>
          <a:xfrm>
            <a:off x="9038657" y="863657"/>
            <a:ext cx="2908109" cy="54490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" grpId="0" animBg="1"/>
      <p:bldP spid="577" grpId="0" animBg="1"/>
      <p:bldP spid="578" grpId="0" animBg="1"/>
      <p:bldP spid="579" grpId="0" animBg="1"/>
      <p:bldP spid="580" grpId="0" animBg="1"/>
      <p:bldP spid="581" grpId="0" animBg="1"/>
      <p:bldP spid="582" grpId="0" animBg="1"/>
      <p:bldP spid="583" grpId="0" animBg="1"/>
      <p:bldP spid="584" grpId="0" animBg="1"/>
      <p:bldP spid="585" grpId="0"/>
      <p:bldP spid="586" grpId="0" animBg="1"/>
      <p:bldP spid="587" grpId="0"/>
      <p:bldP spid="591" grpId="0"/>
      <p:bldP spid="592" grpId="0"/>
      <p:bldP spid="593" grpId="0"/>
      <p:bldP spid="594" grpId="0"/>
      <p:bldP spid="595" grpId="0" animBg="1"/>
      <p:bldP spid="596" grpId="0" animBg="1"/>
      <p:bldP spid="597" grpId="0"/>
      <p:bldP spid="598" grpId="0" animBg="1"/>
      <p:bldP spid="599" grpId="0" animBg="1"/>
      <p:bldP spid="600" grpId="0" animBg="1"/>
      <p:bldP spid="601" grpId="0"/>
      <p:bldP spid="602" grpId="0" animBg="1"/>
      <p:bldP spid="614" grpId="0" animBg="1"/>
      <p:bldP spid="615" grpId="0" animBg="1"/>
      <p:bldP spid="616" grpId="0" animBg="1"/>
      <p:bldP spid="6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CI/CD?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441" y="1463552"/>
            <a:ext cx="5484971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2133" b="1" kern="1200" dirty="0">
                <a:solidFill>
                  <a:srgbClr val="1B5E20"/>
                </a:solidFill>
                <a:latin typeface="Calibri" panose="020F0502020204030204"/>
                <a:ea typeface="+mn-ea"/>
                <a:cs typeface="+mn-cs"/>
              </a:rPr>
              <a:t>CI (Continuous Integration)</a:t>
            </a:r>
            <a:endParaRPr lang="en-US" sz="2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441" y="2072993"/>
            <a:ext cx="5484971" cy="975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733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Every time you push code, a robot automatically checks it (compiles, runs tests).</a:t>
            </a:r>
            <a:endParaRPr lang="en-US" sz="17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03853" y="1463552"/>
            <a:ext cx="4875530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2133" b="1" kern="1200" dirty="0">
                <a:solidFill>
                  <a:srgbClr val="FF6F00"/>
                </a:solidFill>
                <a:latin typeface="Calibri" panose="020F0502020204030204"/>
                <a:ea typeface="+mn-ea"/>
                <a:cs typeface="+mn-cs"/>
              </a:rPr>
              <a:t>CD (Continuous Deployment)</a:t>
            </a:r>
            <a:endParaRPr lang="en-US" sz="2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3853" y="2072993"/>
            <a:ext cx="4875530" cy="975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733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If all checks pass, that same robot ships the code to the cloud for you.</a:t>
            </a:r>
            <a:endParaRPr lang="en-US" sz="17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441" y="3291876"/>
            <a:ext cx="1096994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733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Think of it like a factory conveyor belt with quality inspectors:</a:t>
            </a:r>
            <a:endParaRPr lang="en-US" sz="17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53217" y="4023205"/>
            <a:ext cx="1096994" cy="609441"/>
          </a:xfrm>
          <a:prstGeom prst="rect">
            <a:avLst/>
          </a:prstGeom>
          <a:solidFill>
            <a:srgbClr val="1976D2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3217" y="4023205"/>
            <a:ext cx="1096994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33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Push Code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72100" y="4084149"/>
            <a:ext cx="36566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866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→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315876" y="4023205"/>
            <a:ext cx="1096994" cy="609441"/>
          </a:xfrm>
          <a:prstGeom prst="rect">
            <a:avLst/>
          </a:prstGeom>
          <a:solidFill>
            <a:srgbClr val="1976D2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315876" y="4023205"/>
            <a:ext cx="1096994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33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Type Gate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34759" y="4084149"/>
            <a:ext cx="36566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866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→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778535" y="4023205"/>
            <a:ext cx="1096994" cy="609441"/>
          </a:xfrm>
          <a:prstGeom prst="rect">
            <a:avLst/>
          </a:prstGeom>
          <a:solidFill>
            <a:srgbClr val="1976D2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78535" y="4023205"/>
            <a:ext cx="1096994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33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Test Gate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97418" y="4084149"/>
            <a:ext cx="36566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866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→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241194" y="4023205"/>
            <a:ext cx="1096994" cy="609441"/>
          </a:xfrm>
          <a:prstGeom prst="rect">
            <a:avLst/>
          </a:prstGeom>
          <a:solidFill>
            <a:srgbClr val="1976D2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41194" y="4023205"/>
            <a:ext cx="1096994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33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Compile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60077" y="4084149"/>
            <a:ext cx="365665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866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→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703853" y="4023205"/>
            <a:ext cx="1096994" cy="609441"/>
          </a:xfrm>
          <a:prstGeom prst="rect">
            <a:avLst/>
          </a:prstGeom>
          <a:solidFill>
            <a:srgbClr val="4CAF50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03853" y="4023205"/>
            <a:ext cx="1096994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333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Deploy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9441" y="4998311"/>
            <a:ext cx="10969943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i="1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If any gate fails ❌ → stop, fix the issue, try again. Only perfect code reaches production.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CE5305D-60C2-69B0-C5A9-1A182ECBF62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Case: capm-s4-mashup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441" y="1463552"/>
            <a:ext cx="10969943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733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Real application from Day 3 with two halves:</a:t>
            </a:r>
            <a:endParaRPr lang="en-US" sz="17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441" y="2072993"/>
            <a:ext cx="5241195" cy="280343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217" y="2316770"/>
            <a:ext cx="4875530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8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⚙️  CAP Backend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106" y="2865267"/>
            <a:ext cx="4875530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TypeScript service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5106" y="3206554"/>
            <a:ext cx="4875530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CatalogService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5106" y="3547841"/>
            <a:ext cx="4875530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Reads &amp; creates Sales Orders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5106" y="3889128"/>
            <a:ext cx="4875530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Critical: parseSalesOrder() validator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5106" y="4230415"/>
            <a:ext cx="4875530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Protected by Jest tests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38188" y="2072993"/>
            <a:ext cx="5241195" cy="280343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F00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1965" y="2316770"/>
            <a:ext cx="4875530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866" b="1" kern="1200" dirty="0">
                <a:solidFill>
                  <a:srgbClr val="FF6F00"/>
                </a:solidFill>
                <a:latin typeface="Calibri" panose="020F0502020204030204"/>
                <a:ea typeface="+mn-ea"/>
                <a:cs typeface="+mn-cs"/>
              </a:rPr>
              <a:t>🎨 Freestyle Fiori App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60077" y="2865267"/>
            <a:ext cx="4875530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SAPUI5 (TypeScript)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60077" y="3206554"/>
            <a:ext cx="4875530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Manage Order UI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60077" y="3547841"/>
            <a:ext cx="4875530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Talks to CAP backend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60077" y="3889128"/>
            <a:ext cx="4875530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OData integration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60077" y="4230415"/>
            <a:ext cx="4875530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Type-safe frontend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441" y="5120200"/>
            <a:ext cx="10969943" cy="1096994"/>
          </a:xfrm>
          <a:prstGeom prst="rect">
            <a:avLst/>
          </a:prstGeom>
          <a:solidFill>
            <a:srgbClr val="FCE4EC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3217" y="5242088"/>
            <a:ext cx="10482390" cy="8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i="1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📌 Note: We will NOT change any app code. We only ADD new files: tests, GitHub Actions workflow, and config.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D18B242-5888-DA68-2AF4-617F2A1A947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441" y="1585440"/>
            <a:ext cx="3534759" cy="4387977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155" y="1402608"/>
            <a:ext cx="731330" cy="731330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011155" y="1402608"/>
            <a:ext cx="731330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26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0</a:t>
            </a:r>
            <a:endParaRPr lang="en-US" sz="26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2273" y="2377714"/>
            <a:ext cx="3169095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600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Understand the Tools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161" y="3291876"/>
            <a:ext cx="2925318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What is GitHub Actions?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161" y="3840373"/>
            <a:ext cx="2925318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The 7 key vocabulary words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161" y="4388870"/>
            <a:ext cx="2925318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Workflow anatomy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48921" y="1585440"/>
            <a:ext cx="3534759" cy="4387977"/>
          </a:xfrm>
          <a:prstGeom prst="rect">
            <a:avLst/>
          </a:prstGeom>
          <a:solidFill>
            <a:srgbClr val="E3F2FD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50635" y="1402608"/>
            <a:ext cx="731330" cy="731330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50635" y="1402608"/>
            <a:ext cx="731330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26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1</a:t>
            </a:r>
            <a:endParaRPr lang="en-US" sz="26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31753" y="2377714"/>
            <a:ext cx="3169095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600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Prerequisites &amp; Validation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53641" y="3291876"/>
            <a:ext cx="2925318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Write Jest unit tests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53641" y="3840373"/>
            <a:ext cx="2925318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Test app manually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53641" y="4388870"/>
            <a:ext cx="2925318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Push to GitHub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88401" y="1585440"/>
            <a:ext cx="3534759" cy="4387977"/>
          </a:xfrm>
          <a:prstGeom prst="rect">
            <a:avLst/>
          </a:prstGeom>
          <a:solidFill>
            <a:srgbClr val="E8F5E9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690115" y="1402608"/>
            <a:ext cx="731330" cy="731330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90115" y="1402608"/>
            <a:ext cx="731330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26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2</a:t>
            </a:r>
            <a:endParaRPr lang="en-US" sz="26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471233" y="2377714"/>
            <a:ext cx="3169095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600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Build the CI/CD Pipeline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93121" y="3291876"/>
            <a:ext cx="2925318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Create deploy.yml workflow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93121" y="3840373"/>
            <a:ext cx="2925318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Add type-gates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93121" y="4388870"/>
            <a:ext cx="2925318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Deploy to Cloud Foundry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6A94841-DC33-EBA6-9F32-DF3C1C81FB1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Key Words You Must Know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441" y="1341664"/>
            <a:ext cx="10969943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Everything you need to understand GitHub Actions: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440" y="1951105"/>
            <a:ext cx="2681542" cy="548497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329" y="2012049"/>
            <a:ext cx="2437765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Workflow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12870" y="1975483"/>
            <a:ext cx="816651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The whole automated process in one .yml file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440" y="2584924"/>
            <a:ext cx="2681542" cy="548497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329" y="2645868"/>
            <a:ext cx="2437765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Event / Trigger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12870" y="2609302"/>
            <a:ext cx="816651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The thing that starts the workflow (e.g., push)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440" y="3218743"/>
            <a:ext cx="2681542" cy="548497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329" y="3279687"/>
            <a:ext cx="2437765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Job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12870" y="3243120"/>
            <a:ext cx="816651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A group of steps that run together on one machine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440" y="3852562"/>
            <a:ext cx="2681542" cy="548497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329" y="3913506"/>
            <a:ext cx="2437765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Step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12870" y="3876939"/>
            <a:ext cx="816651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A single instruction inside a job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440" y="4486381"/>
            <a:ext cx="2681542" cy="548497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329" y="4547325"/>
            <a:ext cx="2437765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Action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12870" y="4510758"/>
            <a:ext cx="816651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A reusable, pre-made step someone else wrote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440" y="5120200"/>
            <a:ext cx="2681542" cy="548497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329" y="5181144"/>
            <a:ext cx="2437765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Runner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12870" y="5144577"/>
            <a:ext cx="816651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The fresh computer that does the work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440" y="5754018"/>
            <a:ext cx="2681542" cy="548497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329" y="5814962"/>
            <a:ext cx="2437765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Secret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412870" y="5778396"/>
            <a:ext cx="816651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An encrypted password the workflow can use safely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B94A0A5-3548-25E6-6813-FA7152C8F7F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File Location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441" y="1463552"/>
            <a:ext cx="10969943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Always in this exact folder, or GitHub will not find it: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18882" y="2072993"/>
            <a:ext cx="9751060" cy="2193989"/>
          </a:xfrm>
          <a:prstGeom prst="rect">
            <a:avLst/>
          </a:prstGeom>
          <a:solidFill>
            <a:srgbClr val="212121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84547" y="2255825"/>
            <a:ext cx="9141619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kern="12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your-project/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84547" y="2645868"/>
            <a:ext cx="9141619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kern="12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.github/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84547" y="3035910"/>
            <a:ext cx="9141619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kern="12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workflows/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84547" y="3425953"/>
            <a:ext cx="9141619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kern="12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deploy.yml      &lt;- your workflow lives here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441" y="4632646"/>
            <a:ext cx="10969943" cy="975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i="1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Why .yml? YAML is a text format for settings that humans can read. Indentation (spaces) matters — never use Tab.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F91F04-AC05-AAA0-97D7-5331C69B067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Tiny Workflow, Line by Line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441" y="1463552"/>
            <a:ext cx="10969943" cy="4387977"/>
          </a:xfrm>
          <a:prstGeom prst="rect">
            <a:avLst/>
          </a:prstGeom>
          <a:solidFill>
            <a:srgbClr val="212121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162" y="1646384"/>
            <a:ext cx="103605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Say Hello                 # 1. A friendly name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162" y="2109560"/>
            <a:ext cx="103605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push                        # 2. TRIGGER: run on push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162" y="2572735"/>
            <a:ext cx="103605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                           # 3. The list of jobs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162" y="3035910"/>
            <a:ext cx="103605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greet:                        # 4. Our job is called "greet"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162" y="3499086"/>
            <a:ext cx="103605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      # 5. RUNNER: fresh Linux machine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162" y="3962261"/>
            <a:ext cx="103605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                      # 6. The list of steps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162" y="4425436"/>
            <a:ext cx="103605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Print a message   # 7. Step name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162" y="4888612"/>
            <a:ext cx="1036050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echo "Hello!"      # 8. The actual command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EAAB6A-42B6-608A-3F3C-65D78CB2F5C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Come in Two Flavours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441" y="1341664"/>
            <a:ext cx="1096994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733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Flavour A: run: (you type a shell command)</a:t>
            </a:r>
            <a:endParaRPr lang="en-US" sz="17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441" y="1890161"/>
            <a:ext cx="5119307" cy="1218883"/>
          </a:xfrm>
          <a:prstGeom prst="rect">
            <a:avLst/>
          </a:prstGeom>
          <a:solidFill>
            <a:srgbClr val="212121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217" y="2048616"/>
            <a:ext cx="4631754" cy="9141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Install dependencies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3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run: npm ci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60077" y="1341664"/>
            <a:ext cx="5119307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733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Flavour B: uses: (you borrow a ready-made step)</a:t>
            </a:r>
            <a:endParaRPr lang="en-US" sz="17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60077" y="1890161"/>
            <a:ext cx="5119307" cy="1218883"/>
          </a:xfrm>
          <a:prstGeom prst="rect">
            <a:avLst/>
          </a:prstGeom>
          <a:solidFill>
            <a:srgbClr val="212121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03853" y="2048616"/>
            <a:ext cx="4631754" cy="9141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Checkout code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333" kern="1200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uses: actions/checkout@v4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441" y="3413764"/>
            <a:ext cx="10969943" cy="2193989"/>
          </a:xfrm>
          <a:prstGeom prst="rect">
            <a:avLst/>
          </a:prstGeom>
          <a:solidFill>
            <a:srgbClr val="E8F5E9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3217" y="3596596"/>
            <a:ext cx="2437765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b="1" kern="1200" dirty="0">
                <a:solidFill>
                  <a:srgbClr val="1B5E20"/>
                </a:solidFill>
                <a:latin typeface="Calibri" panose="020F0502020204030204"/>
                <a:ea typeface="+mn-ea"/>
                <a:cs typeface="+mn-cs"/>
              </a:rPr>
              <a:t>📌 actions/checkout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3217" y="4084149"/>
            <a:ext cx="10482390" cy="14017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The runner starts empty without your code. The very first step is actions/checkout@v4, which downloads your repository onto the runner so the next steps have something to work with.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622E29-5C43-BDF2-E6F7-908DE649432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Run Actually Flows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75105" y="1463552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You: git push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75105" y="1853594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GitHub sees the push event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105" y="2243637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Matches on: push in deploy.yml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105" y="2633679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GitHub rents a fresh Linux runner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5105" y="3023722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Runs each step top-to-bottom: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5105" y="3413764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   1. checkout code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5105" y="3803806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   2. install Node + deps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5105" y="4193849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   3. tsc --noEmit (type gate)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5105" y="4583891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   4. jest (test gate)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5105" y="4973934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   5. tsc (compile)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75105" y="5363976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   6. cf deploy (ship it)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5105" y="5754018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D32F2F"/>
                </a:solidFill>
                <a:latin typeface="Calibri" panose="020F0502020204030204"/>
                <a:ea typeface="+mn-ea"/>
                <a:cs typeface="+mn-cs"/>
              </a:rPr>
              <a:t>If ANY step fails: stop, mark red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5105" y="6144061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1B5E20"/>
                </a:solidFill>
                <a:latin typeface="Calibri" panose="020F0502020204030204"/>
                <a:ea typeface="+mn-ea"/>
                <a:cs typeface="+mn-cs"/>
              </a:rPr>
              <a:t>If ALL steps pass: run is green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441" y="5607752"/>
            <a:ext cx="10969943" cy="975106"/>
          </a:xfrm>
          <a:prstGeom prst="rect">
            <a:avLst/>
          </a:prstGeom>
          <a:solidFill>
            <a:srgbClr val="FCE4EC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3217" y="5668696"/>
            <a:ext cx="10482390" cy="8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i="1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Golden Rule: Steps run top-to-bottom. If one fails, every step after is SKIPPED. This is why tsc --noEmit goes FIRST — broken types stop the pipeline before tests or deploy run.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CD91F1D-F901-67A8-BCAF-B0E796F120F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Starter Workflow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664" y="1341664"/>
            <a:ext cx="11457496" cy="4875530"/>
          </a:xfrm>
          <a:prstGeom prst="rect">
            <a:avLst/>
          </a:prstGeom>
          <a:solidFill>
            <a:srgbClr val="212121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329" y="1524496"/>
            <a:ext cx="10969943" cy="4570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.github/workflows/intro.yml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Intro CI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 main ]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 main ]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type-check: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Checkout code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actions/checkout@v4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Set up Node.js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actions/setup-node@v4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node-version: "20"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Install dependencies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npm ci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TypeScript type check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defTabSz="1218895">
              <a:buClrTx/>
            </a:pPr>
            <a:r>
              <a:rPr lang="en-US" sz="1133" kern="120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npx tsc --noEmit</a:t>
            </a:r>
            <a:endParaRPr lang="en-US" sz="11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12BE20-8BFC-16CF-FD43-72796256D0C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Prerequisites &amp; Manual Validation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441" y="1341664"/>
            <a:ext cx="10969943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Before we automate, prove everything works by hand: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441" y="1951105"/>
            <a:ext cx="487553" cy="487553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441" y="1951105"/>
            <a:ext cx="48755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8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1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40770" y="1951105"/>
            <a:ext cx="2193989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Write Jest Tests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40770" y="2255826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Add 2-3 unit tests for order-data validator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441" y="2743379"/>
            <a:ext cx="487553" cy="487553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441" y="2743379"/>
            <a:ext cx="48755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8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2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40770" y="2743378"/>
            <a:ext cx="2193989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Run Tests Locally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40770" y="3048099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Confirm tests pass and fail when they should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441" y="3535652"/>
            <a:ext cx="487553" cy="487553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441" y="3535652"/>
            <a:ext cx="48755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8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3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40770" y="3535652"/>
            <a:ext cx="2193989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Manual Testing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40770" y="3840373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Run CAP backend and Fiori app locally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441" y="4327926"/>
            <a:ext cx="487553" cy="487553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9441" y="4327926"/>
            <a:ext cx="48755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8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4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40770" y="4327926"/>
            <a:ext cx="2193989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GitHub PAT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40770" y="4632647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Generate a Personal Access Token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441" y="5120199"/>
            <a:ext cx="487553" cy="487553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9441" y="5120199"/>
            <a:ext cx="48755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8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5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40770" y="5120199"/>
            <a:ext cx="2193989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Push to GitHub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40770" y="5424920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Create repo and push the project to main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9296990-D413-D9DD-E0ED-5C640C631EB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with Jest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441" y="1341664"/>
            <a:ext cx="1096994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i="1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A small program that calls one piece of your code with known inputs, and checks the output.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441" y="1890161"/>
            <a:ext cx="10969943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1B5E20"/>
                </a:solidFill>
                <a:latin typeface="Calibri" panose="020F0502020204030204"/>
                <a:ea typeface="+mn-ea"/>
                <a:cs typeface="+mn-cs"/>
              </a:rPr>
              <a:t>If someone breaks that code, the test goes red and warns you BEFORE the bug reaches users.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" y="2682434"/>
            <a:ext cx="3534759" cy="2193989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441" y="2865267"/>
            <a:ext cx="3534759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2666" kern="1200" dirty="0">
                <a:latin typeface="Calibri" panose="020F0502020204030204"/>
                <a:ea typeface="+mn-ea"/>
                <a:cs typeface="+mn-cs"/>
              </a:rPr>
              <a:t>✓</a:t>
            </a:r>
            <a:endParaRPr lang="en-US" sz="26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2273" y="3413764"/>
            <a:ext cx="3169095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Valid Order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2273" y="3840373"/>
            <a:ext cx="3169095" cy="8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A valid order is parsed correctly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48921" y="2682434"/>
            <a:ext cx="3534759" cy="2193989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48921" y="2865267"/>
            <a:ext cx="3534759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2666" kern="1200" dirty="0">
                <a:latin typeface="Calibri" panose="020F0502020204030204"/>
                <a:ea typeface="+mn-ea"/>
                <a:cs typeface="+mn-cs"/>
              </a:rPr>
              <a:t>✗</a:t>
            </a:r>
            <a:endParaRPr lang="en-US" sz="26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31753" y="3413764"/>
            <a:ext cx="3169095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Empty Items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31753" y="3840373"/>
            <a:ext cx="3169095" cy="8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An order with no items is rejected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88401" y="2682434"/>
            <a:ext cx="3534759" cy="2193989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88401" y="2865267"/>
            <a:ext cx="3534759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2666" kern="1200" dirty="0">
                <a:latin typeface="Calibri" panose="020F0502020204030204"/>
                <a:ea typeface="+mn-ea"/>
                <a:cs typeface="+mn-cs"/>
              </a:rPr>
              <a:t>✗</a:t>
            </a:r>
            <a:endParaRPr lang="en-US" sz="26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71233" y="3413764"/>
            <a:ext cx="3169095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Missing Field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71233" y="3840373"/>
            <a:ext cx="3169095" cy="8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Missing required field throws error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9441" y="5181143"/>
            <a:ext cx="10969943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Installation: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441" y="5546808"/>
            <a:ext cx="10969943" cy="975106"/>
          </a:xfrm>
          <a:prstGeom prst="rect">
            <a:avLst/>
          </a:prstGeom>
          <a:solidFill>
            <a:srgbClr val="212121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3217" y="5705263"/>
            <a:ext cx="10482390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--save-dev jest ts-jest @types/jest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337A006-BB10-7591-7B2E-2B09F422BED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Build the CI/CD Pipeline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441" y="1341664"/>
            <a:ext cx="10969943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Create .github/workflows/deploy.yml with the complete pipeline: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441" y="2012049"/>
            <a:ext cx="10969943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Three Quality Gates: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" y="2499602"/>
            <a:ext cx="426609" cy="426609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441" y="2499602"/>
            <a:ext cx="426609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600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1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40770" y="2523980"/>
            <a:ext cx="1462659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TYPE CHECK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47206" y="2523980"/>
            <a:ext cx="2437765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tsc --noEmit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28747" y="2523980"/>
            <a:ext cx="5850636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TypeScript compilation errors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441" y="3048099"/>
            <a:ext cx="426609" cy="426609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441" y="3048099"/>
            <a:ext cx="426609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600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2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40770" y="3072477"/>
            <a:ext cx="1462659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UNIT TESTS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47206" y="3072477"/>
            <a:ext cx="2437765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jest --ci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28747" y="3072477"/>
            <a:ext cx="5850636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Order data validation logic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441" y="3596596"/>
            <a:ext cx="426609" cy="426609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441" y="3596596"/>
            <a:ext cx="426609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600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3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40770" y="3620974"/>
            <a:ext cx="1462659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COMPILE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047206" y="3620974"/>
            <a:ext cx="2437765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tsc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728747" y="3620974"/>
            <a:ext cx="5850636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Emit JavaScript to dist/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441" y="4388870"/>
            <a:ext cx="10969943" cy="1950212"/>
          </a:xfrm>
          <a:prstGeom prst="rect">
            <a:avLst/>
          </a:prstGeom>
          <a:solidFill>
            <a:srgbClr val="FFF3E0"/>
          </a:solidFill>
          <a:ln w="25400">
            <a:solidFill>
              <a:srgbClr val="FF6F00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3217" y="4571702"/>
            <a:ext cx="10482390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FF6F00"/>
                </a:solidFill>
                <a:latin typeface="Calibri" panose="020F0502020204030204"/>
                <a:ea typeface="+mn-ea"/>
                <a:cs typeface="+mn-cs"/>
              </a:rPr>
              <a:t>Key Principle: Gates are MANDATORY checks that can STOP the pipeline.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5106" y="4998311"/>
            <a:ext cx="10238613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Job 1: build — runs all 3 gates + compiles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75106" y="5424920"/>
            <a:ext cx="10238613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Job 2: deploy — runs ONLY if Job 1 passes, ONLY on main branch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75106" y="5851529"/>
            <a:ext cx="10238613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• If any gate fails, deployment is completely blocked (safe)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F2AC100-DC70-AA3C-DB88-2F45EC79B08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Cloud Foundry Credentials as Secrets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441" y="1341664"/>
            <a:ext cx="1096994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i="1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GitHub Secrets are encrypted passwords. The robot can use them, but nobody can see them.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441" y="1890161"/>
            <a:ext cx="10969943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Settings &gt; Secrets and variables &gt; Actions &gt; New repository secret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0" y="2560546"/>
            <a:ext cx="2681542" cy="426609"/>
          </a:xfrm>
          <a:prstGeom prst="rect">
            <a:avLst/>
          </a:prstGeom>
          <a:solidFill>
            <a:srgbClr val="E3F2FD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329" y="2597113"/>
            <a:ext cx="2437765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b="1" kern="1200" dirty="0">
                <a:solidFill>
                  <a:srgbClr val="0D47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CF_API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12870" y="2560546"/>
            <a:ext cx="8166513" cy="426609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6647" y="2597113"/>
            <a:ext cx="7800848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https://api.cf.us10.hana.ondemand.com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440" y="3072477"/>
            <a:ext cx="2681542" cy="426609"/>
          </a:xfrm>
          <a:prstGeom prst="rect">
            <a:avLst/>
          </a:prstGeom>
          <a:solidFill>
            <a:srgbClr val="E3F2FD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329" y="3109043"/>
            <a:ext cx="2437765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b="1" kern="1200" dirty="0">
                <a:solidFill>
                  <a:srgbClr val="0D47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CF_ORG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12870" y="3072477"/>
            <a:ext cx="8166513" cy="426609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6647" y="3109043"/>
            <a:ext cx="7800848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my-trial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440" y="3584407"/>
            <a:ext cx="2681542" cy="426609"/>
          </a:xfrm>
          <a:prstGeom prst="rect">
            <a:avLst/>
          </a:prstGeom>
          <a:solidFill>
            <a:srgbClr val="E3F2FD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329" y="3620974"/>
            <a:ext cx="2437765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b="1" kern="1200" dirty="0">
                <a:solidFill>
                  <a:srgbClr val="0D47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CF_SPACE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12870" y="3584407"/>
            <a:ext cx="8166513" cy="426609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6647" y="3620974"/>
            <a:ext cx="7800848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dev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9440" y="4096338"/>
            <a:ext cx="2681542" cy="426609"/>
          </a:xfrm>
          <a:prstGeom prst="rect">
            <a:avLst/>
          </a:prstGeom>
          <a:solidFill>
            <a:srgbClr val="E3F2FD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329" y="4132905"/>
            <a:ext cx="2437765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b="1" kern="1200" dirty="0">
                <a:solidFill>
                  <a:srgbClr val="0D47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CF_USERNAME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412870" y="4096338"/>
            <a:ext cx="8166513" cy="426609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56647" y="4132905"/>
            <a:ext cx="7800848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you@example.com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9440" y="4608269"/>
            <a:ext cx="2681542" cy="426609"/>
          </a:xfrm>
          <a:prstGeom prst="rect">
            <a:avLst/>
          </a:prstGeom>
          <a:solidFill>
            <a:srgbClr val="E3F2FD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329" y="4644835"/>
            <a:ext cx="2437765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b="1" kern="1200" dirty="0">
                <a:solidFill>
                  <a:srgbClr val="0D47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CF_PASSWORD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412870" y="4608269"/>
            <a:ext cx="8166513" cy="426609"/>
          </a:xfrm>
          <a:prstGeom prst="rect">
            <a:avLst/>
          </a:prstGeom>
          <a:solidFill>
            <a:srgbClr val="F5F5F5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56647" y="4644835"/>
            <a:ext cx="7800848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(BTP password)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9441" y="5242087"/>
            <a:ext cx="10969943" cy="1218883"/>
          </a:xfrm>
          <a:prstGeom prst="rect">
            <a:avLst/>
          </a:prstGeom>
          <a:solidFill>
            <a:srgbClr val="FCE4EC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3217" y="5363976"/>
            <a:ext cx="10482390" cy="975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333" i="1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Never commit passwords to code. GitHub hides secrets forever. Inside workflows, use double-braces syntax. Automatically masked in logs.</a:t>
            </a:r>
            <a:endParaRPr lang="en-US" sz="1333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6E80D20-D032-88AB-58D1-2A74650897A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Gates: Deliberate Error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441" y="1341664"/>
            <a:ext cx="1096994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Create a branch, break the types, and watch the pipeline STOP: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217" y="2072993"/>
            <a:ext cx="10726166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1. Create branch: git checkout -b feature/break-types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217" y="2560546"/>
            <a:ext cx="10726166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2. Edit test: change a string to number intentionally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3217" y="3048099"/>
            <a:ext cx="10726166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3. Push: git push -u origin feature/break-types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3217" y="3535652"/>
            <a:ext cx="10726166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4. Open a PR from feature/break-types into main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3217" y="4023205"/>
            <a:ext cx="10726166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5. Go to Actions tab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441" y="4084149"/>
            <a:ext cx="10969943" cy="2254933"/>
          </a:xfrm>
          <a:prstGeom prst="rect">
            <a:avLst/>
          </a:prstGeom>
          <a:solidFill>
            <a:srgbClr val="FFEBEE"/>
          </a:solidFill>
          <a:ln w="25400">
            <a:solidFill>
              <a:srgbClr val="D32F2F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3217" y="4266982"/>
            <a:ext cx="10482390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b="1" kern="1200" dirty="0">
                <a:solidFill>
                  <a:srgbClr val="D32F2F"/>
                </a:solidFill>
                <a:latin typeface="Calibri" panose="020F0502020204030204"/>
                <a:ea typeface="+mn-ea"/>
                <a:cs typeface="+mn-cs"/>
              </a:rPr>
              <a:t>Expected: Pipeline FAILS at GATE 1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5106" y="4693591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D32F2F"/>
                </a:solidFill>
                <a:latin typeface="Calibri" panose="020F0502020204030204"/>
                <a:ea typeface="+mn-ea"/>
                <a:cs typeface="+mn-cs"/>
              </a:rPr>
              <a:t>Check code -&gt; Set up Node -&gt; Install deps -&gt; TypeScript type-check FAILS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5106" y="5010500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error TS2322: Type not assignable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75106" y="5327410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D32F2F"/>
                </a:solidFill>
                <a:latin typeface="Calibri" panose="020F0502020204030204"/>
                <a:ea typeface="+mn-ea"/>
                <a:cs typeface="+mn-cs"/>
              </a:rPr>
              <a:t>SKIPPED: Run tests, Deploy to Cloud Foundry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5106" y="5644319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Type error blocked the entire pipeline. This is the whole point!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3DF1AC2-47E1-B24A-16A1-78E794B074B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and Verify: Pipeline Passes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441" y="1341664"/>
            <a:ext cx="10969943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Undo and watch the pipeline pass end-to-end: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217" y="2072993"/>
            <a:ext cx="10726166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1. Revert: git revert HEAD --no-edit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217" y="2560546"/>
            <a:ext cx="10726166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2. Push: git push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3217" y="3048099"/>
            <a:ext cx="10726166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kern="1200" dirty="0">
                <a:solidFill>
                  <a:srgbClr val="212121"/>
                </a:solidFill>
                <a:latin typeface="Calibri" panose="020F0502020204030204"/>
                <a:ea typeface="+mn-ea"/>
                <a:cs typeface="+mn-cs"/>
              </a:rPr>
              <a:t>3. Pipeline re-runs automatically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441" y="3230932"/>
            <a:ext cx="10969943" cy="2925318"/>
          </a:xfrm>
          <a:prstGeom prst="rect">
            <a:avLst/>
          </a:prstGeom>
          <a:solidFill>
            <a:srgbClr val="E8F5E9"/>
          </a:solidFill>
          <a:ln w="25400">
            <a:solidFill>
              <a:srgbClr val="1B5E20"/>
            </a:solidFill>
            <a:prstDash val="solid"/>
          </a:ln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3217" y="3413764"/>
            <a:ext cx="10482390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600" b="1" kern="1200" dirty="0">
                <a:solidFill>
                  <a:srgbClr val="1B5E20"/>
                </a:solidFill>
                <a:latin typeface="Calibri" panose="020F0502020204030204"/>
                <a:ea typeface="+mn-ea"/>
                <a:cs typeface="+mn-cs"/>
              </a:rPr>
              <a:t>SUCCESS: All Gates PASS</a:t>
            </a:r>
            <a:endParaRPr lang="en-U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5106" y="3840373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b="1" kern="1200" dirty="0">
                <a:solidFill>
                  <a:srgbClr val="1B5E20"/>
                </a:solidFill>
                <a:latin typeface="Calibri" panose="020F0502020204030204"/>
                <a:ea typeface="+mn-ea"/>
                <a:cs typeface="+mn-cs"/>
              </a:rPr>
              <a:t>Type-check: PASS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5106" y="4120716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b="1" kern="1200" dirty="0">
                <a:solidFill>
                  <a:srgbClr val="1B5E20"/>
                </a:solidFill>
                <a:latin typeface="Calibri" panose="020F0502020204030204"/>
                <a:ea typeface="+mn-ea"/>
                <a:cs typeface="+mn-cs"/>
              </a:rPr>
              <a:t>Jest tests: PASS (3 passed)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5106" y="4401059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b="1" kern="1200" dirty="0">
                <a:solidFill>
                  <a:srgbClr val="1B5E20"/>
                </a:solidFill>
                <a:latin typeface="Calibri" panose="020F0502020204030204"/>
                <a:ea typeface="+mn-ea"/>
                <a:cs typeface="+mn-cs"/>
              </a:rPr>
              <a:t>Compile to dist/: PASS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5106" y="4681402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b="1" kern="1200" dirty="0">
                <a:solidFill>
                  <a:srgbClr val="1B5E20"/>
                </a:solidFill>
                <a:latin typeface="Calibri" panose="020F0502020204030204"/>
                <a:ea typeface="+mn-ea"/>
                <a:cs typeface="+mn-cs"/>
              </a:rPr>
              <a:t>Upload artifact: PASS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75106" y="4961745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b="1" kern="1200" dirty="0">
                <a:solidFill>
                  <a:srgbClr val="1B5E20"/>
                </a:solidFill>
                <a:latin typeface="Calibri" panose="020F0502020204030204"/>
                <a:ea typeface="+mn-ea"/>
                <a:cs typeface="+mn-cs"/>
              </a:rPr>
              <a:t>Deploy to Cloud Foundry: PASS (app deployed!)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5106" y="5242088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5106" y="5522431"/>
            <a:ext cx="10238613" cy="268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1B5E20"/>
                </a:solidFill>
                <a:latin typeface="Calibri" panose="020F0502020204030204"/>
                <a:ea typeface="+mn-ea"/>
                <a:cs typeface="+mn-cs"/>
              </a:rPr>
              <a:t>Merge into main -&gt; Deploy job runs -&gt; App on BTP Cloud Foundry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E81D8C-51C3-9AF4-9833-F487185E1BE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65106"/>
            <a:ext cx="456296" cy="4508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CD20ED8-DB64-7A14-72CA-8BE174601C5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65106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1" y="366558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4266" b="1" kern="12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2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441" y="1036943"/>
            <a:ext cx="1828324" cy="60944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441" y="1463552"/>
            <a:ext cx="426609" cy="426609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441" y="1463552"/>
            <a:ext cx="426609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8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T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40770" y="1463552"/>
            <a:ext cx="3900424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Type Safety as a Gate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40770" y="1768273"/>
            <a:ext cx="3900424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tsc --noEmit FIRST — broken types never reach production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441" y="2292392"/>
            <a:ext cx="426609" cy="426609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441" y="2292392"/>
            <a:ext cx="426609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8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✓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40770" y="2292392"/>
            <a:ext cx="3900424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Automated Testing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40770" y="2597113"/>
            <a:ext cx="3900424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Jest runs on every push — bugs caught in seconds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9441" y="3121232"/>
            <a:ext cx="426609" cy="426609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441" y="3121232"/>
            <a:ext cx="426609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8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D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40770" y="3121232"/>
            <a:ext cx="3900424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Zero-Click Deploy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40770" y="3425953"/>
            <a:ext cx="3900424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Push to main -&gt; automatic build, test, compile, deploy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441" y="3950072"/>
            <a:ext cx="426609" cy="426609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441" y="3950072"/>
            <a:ext cx="426609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8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40770" y="3950072"/>
            <a:ext cx="3900424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Secrets Encrypted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40770" y="4254793"/>
            <a:ext cx="3900424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Passwords hidden forever — never in code or logs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441" y="4778912"/>
            <a:ext cx="426609" cy="426609"/>
          </a:xfrm>
          <a:prstGeom prst="ellipse">
            <a:avLst/>
          </a:prstGeom>
          <a:solidFill>
            <a:srgbClr val="1976D2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9441" y="4778912"/>
            <a:ext cx="426609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866" b="1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P</a:t>
            </a:r>
            <a:endParaRPr lang="en-US" sz="18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40770" y="4778912"/>
            <a:ext cx="3900424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466" b="1" kern="1200" dirty="0">
                <a:solidFill>
                  <a:srgbClr val="0D47A1"/>
                </a:solidFill>
                <a:latin typeface="Calibri" panose="020F0502020204030204"/>
                <a:ea typeface="+mn-ea"/>
                <a:cs typeface="+mn-cs"/>
              </a:rPr>
              <a:t>Pipeline Proven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40770" y="5083633"/>
            <a:ext cx="3900424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>
              <a:buClrTx/>
            </a:pPr>
            <a:r>
              <a:rPr lang="en-US" sz="1200" kern="1200" dirty="0">
                <a:solidFill>
                  <a:srgbClr val="757575"/>
                </a:solidFill>
                <a:latin typeface="Calibri" panose="020F0502020204030204"/>
                <a:ea typeface="+mn-ea"/>
                <a:cs typeface="+mn-cs"/>
              </a:rPr>
              <a:t>You tested by breaking and fixing — gates actually work</a:t>
            </a:r>
            <a:endParaRPr lang="en-US" sz="12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9441" y="5790585"/>
            <a:ext cx="10969943" cy="85321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pPr defTabSz="1218895">
              <a:buClrTx/>
            </a:pPr>
            <a:endParaRPr lang="en-IN" sz="2399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3217" y="5875907"/>
            <a:ext cx="10482390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>
              <a:buClrTx/>
            </a:pPr>
            <a:r>
              <a:rPr lang="en-US" sz="1466" b="1" kern="1200" dirty="0">
                <a:solidFill>
                  <a:srgbClr val="1B5E20"/>
                </a:solidFill>
                <a:latin typeface="Calibri" panose="020F0502020204030204"/>
                <a:ea typeface="+mn-ea"/>
                <a:cs typeface="+mn-cs"/>
              </a:rPr>
              <a:t>You now have a production-grade CI/CD pipeline. Every push is safe. Every deploy is automated.</a:t>
            </a:r>
            <a:endParaRPr lang="en-US" sz="1466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64B35A9-A2F3-69D3-5215-78237280CE0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7F7AC-C81E-EBAD-5BB9-0B2ECD388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0DD1FF3-F1D5-6A6E-DC3A-9BC627E5FF74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1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oper Black" panose="0208090404030B020404" pitchFamily="18" charset="0"/>
                <a:ea typeface="+mj-ea"/>
                <a:cs typeface="Times New Roman" panose="02020603050405020304" pitchFamily="18" charset="0"/>
                <a:sym typeface="Arial"/>
              </a:rPr>
              <a:t>Title</a:t>
            </a:r>
            <a:endParaRPr kumimoji="0" lang="en-IN" sz="31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oper Black" panose="0208090404030B020404" pitchFamily="18" charset="0"/>
              <a:ea typeface="+mj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0814F-7C40-E6D8-A2B2-406E4F940116}"/>
              </a:ext>
            </a:extLst>
          </p:cNvPr>
          <p:cNvSpPr txBox="1"/>
          <p:nvPr/>
        </p:nvSpPr>
        <p:spPr>
          <a:xfrm>
            <a:off x="142630" y="655071"/>
            <a:ext cx="11483853" cy="399927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IN" sz="1799" kern="1200" dirty="0">
                <a:solidFill>
                  <a:prstClr val="black"/>
                </a:solidFill>
                <a:latin typeface="Aptos" panose="02110004020202020204"/>
                <a:ea typeface="+mn-ea"/>
              </a:rPr>
              <a:t>Text</a:t>
            </a:r>
            <a:endParaRPr kumimoji="0" lang="en-IN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65218C-CFDB-89AE-9513-57FA1AF42F8F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Cooper Black" panose="0208090404030B020404" pitchFamily="18" charset="0"/>
                <a:ea typeface="+mn-ea"/>
                <a:cs typeface="Arial"/>
                <a:sym typeface="Arial"/>
              </a:rPr>
              <a:t>www.anubhavtrainings.com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25000"/>
                  <a:lumOff val="75000"/>
                </a:srgbClr>
              </a:solidFill>
              <a:effectLst/>
              <a:uLnTx/>
              <a:uFillTx/>
              <a:latin typeface="Cooper Black" panose="0208090404030B020404" pitchFamily="18" charset="0"/>
              <a:ea typeface="+mn-ea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2C177-ADB6-DF5A-081B-464E0C47EAD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1CB699-0610-BF57-F496-6D1903F1D70A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7E6D7-0574-55EF-674D-06FD0FFEA8BE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37261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1C96-55C8-749F-535F-5AA8B3638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2A680FE3-127F-271F-C8B4-87EED5C83F86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1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oper Black" panose="0208090404030B020404" pitchFamily="18" charset="0"/>
                <a:ea typeface="+mj-ea"/>
                <a:cs typeface="Times New Roman" panose="02020603050405020304" pitchFamily="18" charset="0"/>
                <a:sym typeface="Arial"/>
              </a:rPr>
              <a:t>Title</a:t>
            </a:r>
            <a:endParaRPr kumimoji="0" lang="en-IN" sz="31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oper Black" panose="0208090404030B020404" pitchFamily="18" charset="0"/>
              <a:ea typeface="+mj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F6B81-1ADA-F4CA-E30A-D739E51B37DD}"/>
              </a:ext>
            </a:extLst>
          </p:cNvPr>
          <p:cNvSpPr txBox="1"/>
          <p:nvPr/>
        </p:nvSpPr>
        <p:spPr>
          <a:xfrm>
            <a:off x="142630" y="655071"/>
            <a:ext cx="11483853" cy="399927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IN" sz="1799" kern="1200" dirty="0">
                <a:solidFill>
                  <a:prstClr val="black"/>
                </a:solidFill>
                <a:latin typeface="Aptos" panose="02110004020202020204"/>
                <a:ea typeface="+mn-ea"/>
              </a:rPr>
              <a:t>Text</a:t>
            </a:r>
            <a:endParaRPr kumimoji="0" lang="en-IN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C8C80-D9C6-0068-F0E8-F6B25DF190B7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Cooper Black" panose="0208090404030B020404" pitchFamily="18" charset="0"/>
                <a:ea typeface="+mn-ea"/>
                <a:cs typeface="Arial"/>
                <a:sym typeface="Arial"/>
              </a:rPr>
              <a:t>www.anubhavtrainings.com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25000"/>
                  <a:lumOff val="75000"/>
                </a:srgbClr>
              </a:solidFill>
              <a:effectLst/>
              <a:uLnTx/>
              <a:uFillTx/>
              <a:latin typeface="Cooper Black" panose="0208090404030B020404" pitchFamily="18" charset="0"/>
              <a:ea typeface="+mn-ea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4CADD8-49E6-FB7B-16EF-44E755F17D2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CE6DD4-0034-DE63-8BFA-BE8A78A3A1D9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1E4D0-3FB9-50C5-3D67-0EEEE07DCD81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26919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68E00-B985-2BEF-66EF-3E41FBE1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406B05B3-3F90-4F5A-0B57-A5A5E6FD9ED7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1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oper Black" panose="0208090404030B020404" pitchFamily="18" charset="0"/>
                <a:ea typeface="+mj-ea"/>
                <a:cs typeface="Times New Roman" panose="02020603050405020304" pitchFamily="18" charset="0"/>
                <a:sym typeface="Arial"/>
              </a:rPr>
              <a:t>Title</a:t>
            </a:r>
            <a:endParaRPr kumimoji="0" lang="en-IN" sz="31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oper Black" panose="0208090404030B020404" pitchFamily="18" charset="0"/>
              <a:ea typeface="+mj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7CBB3-60A1-1FAF-90CE-A887407D4330}"/>
              </a:ext>
            </a:extLst>
          </p:cNvPr>
          <p:cNvSpPr txBox="1"/>
          <p:nvPr/>
        </p:nvSpPr>
        <p:spPr>
          <a:xfrm>
            <a:off x="142630" y="655071"/>
            <a:ext cx="11483853" cy="399927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IN" sz="1799" kern="1200" dirty="0">
                <a:solidFill>
                  <a:prstClr val="black"/>
                </a:solidFill>
                <a:latin typeface="Aptos" panose="02110004020202020204"/>
                <a:ea typeface="+mn-ea"/>
              </a:rPr>
              <a:t>Text</a:t>
            </a:r>
            <a:endParaRPr kumimoji="0" lang="en-IN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C944A1-5017-DB3D-8048-160CFE378CDA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Cooper Black" panose="0208090404030B020404" pitchFamily="18" charset="0"/>
                <a:ea typeface="+mn-ea"/>
                <a:cs typeface="Arial"/>
                <a:sym typeface="Arial"/>
              </a:rPr>
              <a:t>www.anubhavtrainings.com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25000"/>
                  <a:lumOff val="75000"/>
                </a:srgbClr>
              </a:solidFill>
              <a:effectLst/>
              <a:uLnTx/>
              <a:uFillTx/>
              <a:latin typeface="Cooper Black" panose="0208090404030B020404" pitchFamily="18" charset="0"/>
              <a:ea typeface="+mn-ea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D5234-1DA8-981D-5CD0-8704EB84957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BF5503-0C27-B57C-02B1-18D46726380A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E8069-3AD6-A3C5-E4B0-03E97BC9390F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88083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C2886-770D-A7E7-1995-A6ACC04F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93299EFF-54F4-D91C-9930-B2FD228D436E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1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oper Black" panose="0208090404030B020404" pitchFamily="18" charset="0"/>
                <a:ea typeface="+mj-ea"/>
                <a:cs typeface="Times New Roman" panose="02020603050405020304" pitchFamily="18" charset="0"/>
                <a:sym typeface="Arial"/>
              </a:rPr>
              <a:t>Title</a:t>
            </a:r>
            <a:endParaRPr kumimoji="0" lang="en-IN" sz="31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oper Black" panose="0208090404030B020404" pitchFamily="18" charset="0"/>
              <a:ea typeface="+mj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F0AAC-0DA6-35BC-A56A-8AAAC1501022}"/>
              </a:ext>
            </a:extLst>
          </p:cNvPr>
          <p:cNvSpPr txBox="1"/>
          <p:nvPr/>
        </p:nvSpPr>
        <p:spPr>
          <a:xfrm>
            <a:off x="142630" y="655071"/>
            <a:ext cx="11483853" cy="399927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IN" sz="1799" kern="1200" dirty="0">
                <a:solidFill>
                  <a:prstClr val="black"/>
                </a:solidFill>
                <a:latin typeface="Aptos" panose="02110004020202020204"/>
                <a:ea typeface="+mn-ea"/>
              </a:rPr>
              <a:t>Text</a:t>
            </a:r>
            <a:endParaRPr kumimoji="0" lang="en-IN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7335A4-3631-04B7-530E-E5D04B271441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Cooper Black" panose="0208090404030B020404" pitchFamily="18" charset="0"/>
                <a:ea typeface="+mn-ea"/>
                <a:cs typeface="Arial"/>
                <a:sym typeface="Arial"/>
              </a:rPr>
              <a:t>www.anubhavtrainings.com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25000"/>
                  <a:lumOff val="75000"/>
                </a:srgbClr>
              </a:solidFill>
              <a:effectLst/>
              <a:uLnTx/>
              <a:uFillTx/>
              <a:latin typeface="Cooper Black" panose="0208090404030B020404" pitchFamily="18" charset="0"/>
              <a:ea typeface="+mn-ea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36124-6FBE-7F36-6695-A2FA36C8B08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99008E-E1D6-8EFC-EC22-618A5CF144F8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C8167-0F26-557F-FA51-76D2B36D96A6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54403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9ACC-982E-AFBE-CECA-76328561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EC18ADB-0062-022B-ABD9-BD43FE0C95CA}"/>
              </a:ext>
            </a:extLst>
          </p:cNvPr>
          <p:cNvSpPr txBox="1">
            <a:spLocks/>
          </p:cNvSpPr>
          <p:nvPr/>
        </p:nvSpPr>
        <p:spPr>
          <a:xfrm>
            <a:off x="142631" y="141374"/>
            <a:ext cx="11134985" cy="513697"/>
          </a:xfrm>
          <a:prstGeom prst="rect">
            <a:avLst/>
          </a:prstGeom>
        </p:spPr>
        <p:txBody>
          <a:bodyPr lIns="121867" tIns="60933" rIns="121867" bIns="60933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1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oper Black" panose="0208090404030B020404" pitchFamily="18" charset="0"/>
                <a:ea typeface="+mj-ea"/>
                <a:cs typeface="Times New Roman" panose="02020603050405020304" pitchFamily="18" charset="0"/>
                <a:sym typeface="Arial"/>
              </a:rPr>
              <a:t>Title</a:t>
            </a:r>
            <a:endParaRPr kumimoji="0" lang="en-IN" sz="31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oper Black" panose="0208090404030B020404" pitchFamily="18" charset="0"/>
              <a:ea typeface="+mj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46D80-94CC-C19A-891E-6EFECD8E1270}"/>
              </a:ext>
            </a:extLst>
          </p:cNvPr>
          <p:cNvSpPr txBox="1"/>
          <p:nvPr/>
        </p:nvSpPr>
        <p:spPr>
          <a:xfrm>
            <a:off x="142630" y="655071"/>
            <a:ext cx="11483853" cy="399927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IN" sz="1799" kern="1200" dirty="0">
                <a:solidFill>
                  <a:prstClr val="black"/>
                </a:solidFill>
                <a:latin typeface="Aptos" panose="02110004020202020204"/>
                <a:ea typeface="+mn-ea"/>
              </a:rPr>
              <a:t>Text</a:t>
            </a:r>
            <a:endParaRPr kumimoji="0" lang="en-IN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7234A0-5B1A-1D88-BF0A-A3AD4E069FA1}"/>
              </a:ext>
            </a:extLst>
          </p:cNvPr>
          <p:cNvSpPr txBox="1"/>
          <p:nvPr/>
        </p:nvSpPr>
        <p:spPr>
          <a:xfrm>
            <a:off x="9663686" y="6549412"/>
            <a:ext cx="2523554" cy="307674"/>
          </a:xfrm>
          <a:prstGeom prst="rect">
            <a:avLst/>
          </a:prstGeom>
          <a:noFill/>
        </p:spPr>
        <p:txBody>
          <a:bodyPr wrap="square" lIns="121867" tIns="60933" rIns="121867" bIns="60933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Cooper Black" panose="0208090404030B020404" pitchFamily="18" charset="0"/>
                <a:ea typeface="+mn-ea"/>
                <a:cs typeface="Arial"/>
                <a:sym typeface="Arial"/>
              </a:rPr>
              <a:t>www.anubhavtrainings.com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25000"/>
                  <a:lumOff val="75000"/>
                </a:srgbClr>
              </a:solidFill>
              <a:effectLst/>
              <a:uLnTx/>
              <a:uFillTx/>
              <a:latin typeface="Cooper Black" panose="0208090404030B020404" pitchFamily="18" charset="0"/>
              <a:ea typeface="+mn-ea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F5F8B-2AA8-5926-2843-E02E45D5ABD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90070" y="71243"/>
            <a:ext cx="456296" cy="450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AEC6D6-B85F-C29B-52D5-7448E00E0698}"/>
              </a:ext>
            </a:extLst>
          </p:cNvPr>
          <p:cNvSpPr txBox="1"/>
          <p:nvPr/>
        </p:nvSpPr>
        <p:spPr>
          <a:xfrm>
            <a:off x="118259" y="6559465"/>
            <a:ext cx="223621" cy="292290"/>
          </a:xfrm>
          <a:prstGeom prst="rect">
            <a:avLst/>
          </a:prstGeom>
          <a:noFill/>
        </p:spPr>
        <p:txBody>
          <a:bodyPr wrap="square" lIns="121867" tIns="60933" rIns="121867" bIns="60933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40000"/>
                  <a:lumOff val="6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E9FCB-0D29-8726-635F-B9AAAB8DF163}"/>
              </a:ext>
            </a:extLst>
          </p:cNvPr>
          <p:cNvSpPr txBox="1"/>
          <p:nvPr/>
        </p:nvSpPr>
        <p:spPr>
          <a:xfrm>
            <a:off x="11927635" y="6610951"/>
            <a:ext cx="261190" cy="246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06046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/>
          <p:cNvSpPr/>
          <p:nvPr/>
        </p:nvSpPr>
        <p:spPr>
          <a:xfrm>
            <a:off x="5806380" y="28829"/>
            <a:ext cx="5557368" cy="5468483"/>
          </a:xfrm>
          <a:prstGeom prst="flowChartConnector">
            <a:avLst/>
          </a:prstGeom>
          <a:gradFill flip="none" rotWithShape="1">
            <a:gsLst>
              <a:gs pos="0">
                <a:srgbClr val="55E96E"/>
              </a:gs>
              <a:gs pos="46000">
                <a:srgbClr val="0AEC25"/>
              </a:gs>
              <a:gs pos="100000">
                <a:srgbClr val="00B050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1" y="14067"/>
            <a:ext cx="6784876" cy="6254347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</p:spPr>
      </p:pic>
      <p:sp>
        <p:nvSpPr>
          <p:cNvPr id="7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rgbClr val="75C042"/>
                </a:solidFill>
                <a:effectLst/>
              </a:rPr>
              <a:t>What We </a:t>
            </a:r>
            <a:r>
              <a:rPr lang="en-IN" sz="4000" b="1" i="0" dirty="0">
                <a:solidFill>
                  <a:srgbClr val="55E96E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rgbClr val="55E96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rgbClr val="75C04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rgbClr val="0AEC2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4" name="Google Shape;845;p16"/>
          <p:cNvSpPr/>
          <p:nvPr/>
        </p:nvSpPr>
        <p:spPr>
          <a:xfrm>
            <a:off x="-1" y="0"/>
            <a:ext cx="1993020" cy="982572"/>
          </a:xfrm>
          <a:custGeom>
            <a:avLst/>
            <a:gdLst/>
            <a:ahLst/>
            <a:cxnLst/>
            <a:rect l="l" t="t" r="r" b="b"/>
            <a:pathLst>
              <a:path w="1993020" h="1803466" extrusionOk="0">
                <a:moveTo>
                  <a:pt x="0" y="0"/>
                </a:moveTo>
                <a:lnTo>
                  <a:pt x="1993020" y="0"/>
                </a:lnTo>
                <a:lnTo>
                  <a:pt x="1229306" y="1803466"/>
                </a:lnTo>
                <a:lnTo>
                  <a:pt x="0" y="1803466"/>
                </a:lnTo>
                <a:lnTo>
                  <a:pt x="0" y="0"/>
                </a:lnTo>
                <a:close/>
              </a:path>
            </a:pathLst>
          </a:custGeom>
          <a:solidFill>
            <a:srgbClr val="75C0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75C042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52;p2"/>
          <p:cNvSpPr txBox="1"/>
          <p:nvPr/>
        </p:nvSpPr>
        <p:spPr>
          <a:xfrm>
            <a:off x="9475983" y="6498485"/>
            <a:ext cx="300256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600" dirty="0">
                <a:solidFill>
                  <a:srgbClr val="75C042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600" dirty="0">
              <a:solidFill>
                <a:srgbClr val="75C042"/>
              </a:solidFill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2069" y="0"/>
            <a:ext cx="655169" cy="64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997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rgbClr val="75C042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</a:t>
            </a:r>
            <a:r>
              <a:rPr lang="en-US" sz="5400" b="1" kern="0" dirty="0">
                <a:solidFill>
                  <a:srgbClr val="75C04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Day 1</a:t>
            </a:r>
            <a:endParaRPr lang="en-US" sz="5400" b="1" dirty="0">
              <a:solidFill>
                <a:srgbClr val="75C04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www.anubhavtrainings.com</a:t>
            </a:r>
          </a:p>
        </p:txBody>
      </p:sp>
      <p:sp>
        <p:nvSpPr>
          <p:cNvPr id="12" name="Right Triangle 11"/>
          <p:cNvSpPr/>
          <p:nvPr/>
        </p:nvSpPr>
        <p:spPr>
          <a:xfrm rot="19603165">
            <a:off x="394348" y="-1369124"/>
            <a:ext cx="4191287" cy="2738247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3" name="Right Triangle 12"/>
          <p:cNvSpPr/>
          <p:nvPr/>
        </p:nvSpPr>
        <p:spPr>
          <a:xfrm rot="16200000">
            <a:off x="6874209" y="1545491"/>
            <a:ext cx="4718460" cy="5910772"/>
          </a:xfrm>
          <a:prstGeom prst="rt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4" name="Minus 13"/>
          <p:cNvSpPr/>
          <p:nvPr/>
        </p:nvSpPr>
        <p:spPr>
          <a:xfrm rot="19276189">
            <a:off x="4275114" y="4157244"/>
            <a:ext cx="9864485" cy="472198"/>
          </a:xfrm>
          <a:prstGeom prst="mathMinu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Google Shape;552;p2"/>
          <p:cNvSpPr txBox="1"/>
          <p:nvPr/>
        </p:nvSpPr>
        <p:spPr>
          <a:xfrm>
            <a:off x="9475983" y="6498485"/>
            <a:ext cx="300256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rben"/>
                <a:sym typeface="Corben"/>
              </a:rPr>
              <a:t>www.anubhavtrainings.com</a:t>
            </a:r>
            <a:endParaRPr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orben"/>
              <a:sym typeface="Corben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2069" y="0"/>
            <a:ext cx="655169" cy="64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99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Contact us today!</a:t>
            </a: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5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 build the workforce of the future.</a:t>
            </a:r>
            <a:endParaRPr kumimoji="0" lang="en-US" sz="1200" b="0" i="0" u="none" strike="noStrike" kern="1200" cap="none" spc="5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250+ 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30,000+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25000+ 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We’re committed to empower you to be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 </a:t>
            </a:r>
            <a:r>
              <a:rPr kumimoji="0" lang="en-US" sz="2799" b="1" i="0" u="none" strike="noStrike" kern="1200" cap="none" spc="0" normalizeH="0" baseline="0" noProof="0" dirty="0">
                <a:ln>
                  <a:noFill/>
                </a:ln>
                <a:solidFill>
                  <a:srgbClr val="2AC6D1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#FutureReady 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9" b="1" i="0" u="none" strike="noStrike" kern="1200" cap="none" spc="100" normalizeH="0" baseline="0" noProof="0" dirty="0">
                <a:ln>
                  <a:noFill/>
                </a:ln>
                <a:solidFill>
                  <a:srgbClr val="F977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FREE WEBINARS 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977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99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Enroll Now!</a:t>
            </a:r>
            <a:endParaRPr kumimoji="0" lang="en-US" sz="17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60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SlideModel - Sustainablity Strategy">
      <a:dk1>
        <a:srgbClr val="433835"/>
      </a:dk1>
      <a:lt1>
        <a:srgbClr val="FFFFFF"/>
      </a:lt1>
      <a:dk2>
        <a:srgbClr val="070707"/>
      </a:dk2>
      <a:lt2>
        <a:srgbClr val="FFFFFF"/>
      </a:lt2>
      <a:accent1>
        <a:srgbClr val="75C042"/>
      </a:accent1>
      <a:accent2>
        <a:srgbClr val="F0F6FB"/>
      </a:accent2>
      <a:accent3>
        <a:srgbClr val="243769"/>
      </a:accent3>
      <a:accent4>
        <a:srgbClr val="8FBBE1"/>
      </a:accent4>
      <a:accent5>
        <a:srgbClr val="E3F2D9"/>
      </a:accent5>
      <a:accent6>
        <a:srgbClr val="002060"/>
      </a:accent6>
      <a:hlink>
        <a:srgbClr val="FCD7DB"/>
      </a:hlink>
      <a:folHlink>
        <a:srgbClr val="F0E9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Custom 76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BDBDBD"/>
      </a:accent1>
      <a:accent2>
        <a:srgbClr val="98C536"/>
      </a:accent2>
      <a:accent3>
        <a:srgbClr val="6D6D6D"/>
      </a:accent3>
      <a:accent4>
        <a:srgbClr val="1767AC"/>
      </a:accent4>
      <a:accent5>
        <a:srgbClr val="E5E6E8"/>
      </a:accent5>
      <a:accent6>
        <a:srgbClr val="99C274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Theme">
  <a:themeElements>
    <a:clrScheme name="Custom 5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B31A9"/>
      </a:accent1>
      <a:accent2>
        <a:srgbClr val="5047C9"/>
      </a:accent2>
      <a:accent3>
        <a:srgbClr val="625ACE"/>
      </a:accent3>
      <a:accent4>
        <a:srgbClr val="817AD8"/>
      </a:accent4>
      <a:accent5>
        <a:srgbClr val="AAA5E5"/>
      </a:accent5>
      <a:accent6>
        <a:srgbClr val="CAC7EF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1765</TotalTime>
  <Words>1820</Words>
  <Application>Microsoft Office PowerPoint</Application>
  <PresentationFormat>Custom</PresentationFormat>
  <Paragraphs>322</Paragraphs>
  <Slides>28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28</vt:i4>
      </vt:variant>
    </vt:vector>
  </HeadingPairs>
  <TitlesOfParts>
    <vt:vector size="47" baseType="lpstr">
      <vt:lpstr>Cooper Black</vt:lpstr>
      <vt:lpstr>Calibri</vt:lpstr>
      <vt:lpstr>Segoe UI Light</vt:lpstr>
      <vt:lpstr>Gill Sans</vt:lpstr>
      <vt:lpstr>Segoe UI</vt:lpstr>
      <vt:lpstr>Courier New</vt:lpstr>
      <vt:lpstr>Corben</vt:lpstr>
      <vt:lpstr>Arial</vt:lpstr>
      <vt:lpstr>Aptos</vt:lpstr>
      <vt:lpstr>Aptos Display</vt:lpstr>
      <vt:lpstr>Arial Black</vt:lpstr>
      <vt:lpstr>Open Sans</vt:lpstr>
      <vt:lpstr>Quattrocento Sans</vt:lpstr>
      <vt:lpstr>Cambria</vt:lpstr>
      <vt:lpstr>Office Theme</vt:lpstr>
      <vt:lpstr>2_Office Theme</vt:lpstr>
      <vt:lpstr>3_Office Theme</vt:lpstr>
      <vt:lpstr>1_Office Theme</vt:lpstr>
      <vt:lpstr>4_Office Theme</vt:lpstr>
      <vt:lpstr>SAP BTP CAPM “TypeScript” for Developers</vt:lpstr>
      <vt:lpstr>PowerPoint Presentation</vt:lpstr>
      <vt:lpstr>Agenda </vt:lpstr>
      <vt:lpstr>Course Outlook – 10 Hours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ABAP ON CLOUD  RESTFUL APPLICATION  PROGRAMMING EMBEDDED STEAMPUNK TRAINING</dc:title>
  <dc:creator>anurag</dc:creator>
  <cp:lastModifiedBy>Anubhav Oberoy</cp:lastModifiedBy>
  <cp:revision>64</cp:revision>
  <dcterms:created xsi:type="dcterms:W3CDTF">2023-10-03T21:33:12Z</dcterms:created>
  <dcterms:modified xsi:type="dcterms:W3CDTF">2026-06-16T05:29:44Z</dcterms:modified>
</cp:coreProperties>
</file>